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4"/>
  </p:sldMasterIdLst>
  <p:notesMasterIdLst>
    <p:notesMasterId r:id="rId58"/>
  </p:notesMasterIdLst>
  <p:handoutMasterIdLst>
    <p:handoutMasterId r:id="rId59"/>
  </p:handoutMasterIdLst>
  <p:sldIdLst>
    <p:sldId id="260" r:id="rId5"/>
    <p:sldId id="261" r:id="rId6"/>
    <p:sldId id="262" r:id="rId7"/>
    <p:sldId id="263" r:id="rId8"/>
    <p:sldId id="265" r:id="rId9"/>
    <p:sldId id="266" r:id="rId10"/>
    <p:sldId id="264" r:id="rId11"/>
    <p:sldId id="267" r:id="rId12"/>
    <p:sldId id="268" r:id="rId13"/>
    <p:sldId id="269" r:id="rId14"/>
    <p:sldId id="301" r:id="rId15"/>
    <p:sldId id="310" r:id="rId16"/>
    <p:sldId id="311" r:id="rId17"/>
    <p:sldId id="309" r:id="rId18"/>
    <p:sldId id="302" r:id="rId19"/>
    <p:sldId id="305" r:id="rId20"/>
    <p:sldId id="304" r:id="rId21"/>
    <p:sldId id="303" r:id="rId22"/>
    <p:sldId id="307" r:id="rId23"/>
    <p:sldId id="312" r:id="rId24"/>
    <p:sldId id="272" r:id="rId25"/>
    <p:sldId id="274" r:id="rId26"/>
    <p:sldId id="275" r:id="rId27"/>
    <p:sldId id="271" r:id="rId28"/>
    <p:sldId id="277" r:id="rId29"/>
    <p:sldId id="276" r:id="rId30"/>
    <p:sldId id="278" r:id="rId31"/>
    <p:sldId id="273" r:id="rId32"/>
    <p:sldId id="279" r:id="rId33"/>
    <p:sldId id="280" r:id="rId34"/>
    <p:sldId id="270" r:id="rId35"/>
    <p:sldId id="281" r:id="rId36"/>
    <p:sldId id="294" r:id="rId37"/>
    <p:sldId id="283" r:id="rId38"/>
    <p:sldId id="282" r:id="rId39"/>
    <p:sldId id="284" r:id="rId40"/>
    <p:sldId id="285" r:id="rId41"/>
    <p:sldId id="293" r:id="rId42"/>
    <p:sldId id="297" r:id="rId43"/>
    <p:sldId id="298" r:id="rId44"/>
    <p:sldId id="296" r:id="rId45"/>
    <p:sldId id="299" r:id="rId46"/>
    <p:sldId id="300" r:id="rId47"/>
    <p:sldId id="286" r:id="rId48"/>
    <p:sldId id="287" r:id="rId49"/>
    <p:sldId id="288" r:id="rId50"/>
    <p:sldId id="289" r:id="rId51"/>
    <p:sldId id="314" r:id="rId52"/>
    <p:sldId id="290" r:id="rId53"/>
    <p:sldId id="291" r:id="rId54"/>
    <p:sldId id="292" r:id="rId55"/>
    <p:sldId id="295" r:id="rId56"/>
    <p:sldId id="313" r:id="rId57"/>
  </p:sldIdLst>
  <p:sldSz cx="12192000" cy="6858000"/>
  <p:notesSz cx="6858000" cy="9144000"/>
  <p:defaultTextStyle>
    <a:defPPr>
      <a:defRPr lang="en-GB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FF"/>
    <a:srgbClr val="990000"/>
    <a:srgbClr val="000000"/>
    <a:srgbClr val="FFCC00"/>
    <a:srgbClr val="FF6600"/>
    <a:srgbClr val="FF0099"/>
    <a:srgbClr val="CC3399"/>
    <a:srgbClr val="660066"/>
    <a:srgbClr val="66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8FA241-3F6D-475B-9F10-F07FB46F0AF2}" v="16" dt="2026-10-26T12:20:20.0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5" autoAdjust="0"/>
    <p:restoredTop sz="81797" autoAdjust="0"/>
  </p:normalViewPr>
  <p:slideViewPr>
    <p:cSldViewPr showGuides="1">
      <p:cViewPr varScale="1">
        <p:scale>
          <a:sx n="104" d="100"/>
          <a:sy n="104" d="100"/>
        </p:scale>
        <p:origin x="870" y="9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is Fils" userId="72f5d532-5734-44ee-8799-1d64eacae5a8" providerId="ADAL" clId="{F71D029E-0ABC-46D8-9BB4-714FB24486EE}"/>
    <pc:docChg chg="addSld modSld sldOrd">
      <pc:chgData name="Artis Fils" userId="72f5d532-5734-44ee-8799-1d64eacae5a8" providerId="ADAL" clId="{F71D029E-0ABC-46D8-9BB4-714FB24486EE}" dt="2026-10-26T13:13:07.701" v="183" actId="1076"/>
      <pc:docMkLst>
        <pc:docMk/>
      </pc:docMkLst>
      <pc:sldChg chg="addSp delSp modSp mod">
        <pc:chgData name="Artis Fils" userId="72f5d532-5734-44ee-8799-1d64eacae5a8" providerId="ADAL" clId="{F71D029E-0ABC-46D8-9BB4-714FB24486EE}" dt="2026-10-26T12:20:53.349" v="179" actId="197"/>
        <pc:sldMkLst>
          <pc:docMk/>
          <pc:sldMk cId="2235465256" sldId="286"/>
        </pc:sldMkLst>
        <pc:spChg chg="mod">
          <ac:chgData name="Artis Fils" userId="72f5d532-5734-44ee-8799-1d64eacae5a8" providerId="ADAL" clId="{F71D029E-0ABC-46D8-9BB4-714FB24486EE}" dt="2026-10-26T12:17:56.343" v="120" actId="20577"/>
          <ac:spMkLst>
            <pc:docMk/>
            <pc:sldMk cId="2235465256" sldId="286"/>
            <ac:spMk id="3" creationId="{EE770D5D-72D7-1221-E46F-0B9AD2952DA7}"/>
          </ac:spMkLst>
        </pc:spChg>
        <pc:spChg chg="add del mod">
          <ac:chgData name="Artis Fils" userId="72f5d532-5734-44ee-8799-1d64eacae5a8" providerId="ADAL" clId="{F71D029E-0ABC-46D8-9BB4-714FB24486EE}" dt="2026-10-26T12:18:45.582" v="128" actId="478"/>
          <ac:spMkLst>
            <pc:docMk/>
            <pc:sldMk cId="2235465256" sldId="286"/>
            <ac:spMk id="11" creationId="{7E6988FE-B7C8-367C-59CC-F40F103C2DB4}"/>
          </ac:spMkLst>
        </pc:spChg>
        <pc:spChg chg="add del mod">
          <ac:chgData name="Artis Fils" userId="72f5d532-5734-44ee-8799-1d64eacae5a8" providerId="ADAL" clId="{F71D029E-0ABC-46D8-9BB4-714FB24486EE}" dt="2026-10-26T12:20:06.016" v="167" actId="478"/>
          <ac:spMkLst>
            <pc:docMk/>
            <pc:sldMk cId="2235465256" sldId="286"/>
            <ac:spMk id="13" creationId="{3B2E38C0-2C1E-5566-9705-FE417CA593DD}"/>
          </ac:spMkLst>
        </pc:spChg>
        <pc:spChg chg="add mod">
          <ac:chgData name="Artis Fils" userId="72f5d532-5734-44ee-8799-1d64eacae5a8" providerId="ADAL" clId="{F71D029E-0ABC-46D8-9BB4-714FB24486EE}" dt="2026-10-26T12:20:20.236" v="175" actId="1035"/>
          <ac:spMkLst>
            <pc:docMk/>
            <pc:sldMk cId="2235465256" sldId="286"/>
            <ac:spMk id="17" creationId="{E9FD4E1B-4024-815E-A6FB-42763F8E870C}"/>
          </ac:spMkLst>
        </pc:spChg>
        <pc:spChg chg="add mod">
          <ac:chgData name="Artis Fils" userId="72f5d532-5734-44ee-8799-1d64eacae5a8" providerId="ADAL" clId="{F71D029E-0ABC-46D8-9BB4-714FB24486EE}" dt="2026-10-26T12:20:20.236" v="175" actId="1035"/>
          <ac:spMkLst>
            <pc:docMk/>
            <pc:sldMk cId="2235465256" sldId="286"/>
            <ac:spMk id="21" creationId="{D7AA22F3-C093-1C62-46EB-209BCA5BF9AF}"/>
          </ac:spMkLst>
        </pc:spChg>
        <pc:picChg chg="add mod">
          <ac:chgData name="Artis Fils" userId="72f5d532-5734-44ee-8799-1d64eacae5a8" providerId="ADAL" clId="{F71D029E-0ABC-46D8-9BB4-714FB24486EE}" dt="2026-10-26T12:20:20.236" v="175" actId="1035"/>
          <ac:picMkLst>
            <pc:docMk/>
            <pc:sldMk cId="2235465256" sldId="286"/>
            <ac:picMk id="7" creationId="{64E51904-DFA3-E256-A259-3265163A6454}"/>
          </ac:picMkLst>
        </pc:picChg>
        <pc:picChg chg="add mod">
          <ac:chgData name="Artis Fils" userId="72f5d532-5734-44ee-8799-1d64eacae5a8" providerId="ADAL" clId="{F71D029E-0ABC-46D8-9BB4-714FB24486EE}" dt="2026-10-26T12:20:20.236" v="175" actId="1035"/>
          <ac:picMkLst>
            <pc:docMk/>
            <pc:sldMk cId="2235465256" sldId="286"/>
            <ac:picMk id="9" creationId="{BB35C96C-E6A8-6217-9DE3-5F6C80C7F3E9}"/>
          </ac:picMkLst>
        </pc:picChg>
        <pc:picChg chg="add mod">
          <ac:chgData name="Artis Fils" userId="72f5d532-5734-44ee-8799-1d64eacae5a8" providerId="ADAL" clId="{F71D029E-0ABC-46D8-9BB4-714FB24486EE}" dt="2026-10-26T12:20:46.753" v="177" actId="197"/>
          <ac:picMkLst>
            <pc:docMk/>
            <pc:sldMk cId="2235465256" sldId="286"/>
            <ac:picMk id="15" creationId="{B68B5E49-9F8B-125A-FE0B-BD6ED52FC6B3}"/>
          </ac:picMkLst>
        </pc:picChg>
        <pc:picChg chg="add mod">
          <ac:chgData name="Artis Fils" userId="72f5d532-5734-44ee-8799-1d64eacae5a8" providerId="ADAL" clId="{F71D029E-0ABC-46D8-9BB4-714FB24486EE}" dt="2026-10-26T12:20:53.349" v="179" actId="197"/>
          <ac:picMkLst>
            <pc:docMk/>
            <pc:sldMk cId="2235465256" sldId="286"/>
            <ac:picMk id="19" creationId="{EBA1BCB2-32B2-4AAC-6DC5-1831C68C108F}"/>
          </ac:picMkLst>
        </pc:picChg>
      </pc:sldChg>
      <pc:sldChg chg="addSp modSp mod">
        <pc:chgData name="Artis Fils" userId="72f5d532-5734-44ee-8799-1d64eacae5a8" providerId="ADAL" clId="{F71D029E-0ABC-46D8-9BB4-714FB24486EE}" dt="2026-10-26T13:13:07.701" v="183" actId="1076"/>
        <pc:sldMkLst>
          <pc:docMk/>
          <pc:sldMk cId="711806421" sldId="287"/>
        </pc:sldMkLst>
        <pc:picChg chg="add mod">
          <ac:chgData name="Artis Fils" userId="72f5d532-5734-44ee-8799-1d64eacae5a8" providerId="ADAL" clId="{F71D029E-0ABC-46D8-9BB4-714FB24486EE}" dt="2026-10-26T13:13:07.701" v="183" actId="1076"/>
          <ac:picMkLst>
            <pc:docMk/>
            <pc:sldMk cId="711806421" sldId="287"/>
            <ac:picMk id="2" creationId="{3F034513-FF6F-2A1B-0A1B-7C449BDF429E}"/>
          </ac:picMkLst>
        </pc:picChg>
      </pc:sldChg>
      <pc:sldChg chg="modSp mod">
        <pc:chgData name="Artis Fils" userId="72f5d532-5734-44ee-8799-1d64eacae5a8" providerId="ADAL" clId="{F71D029E-0ABC-46D8-9BB4-714FB24486EE}" dt="2026-10-26T10:03:09.363" v="112" actId="20577"/>
        <pc:sldMkLst>
          <pc:docMk/>
          <pc:sldMk cId="2879977902" sldId="295"/>
        </pc:sldMkLst>
        <pc:spChg chg="mod">
          <ac:chgData name="Artis Fils" userId="72f5d532-5734-44ee-8799-1d64eacae5a8" providerId="ADAL" clId="{F71D029E-0ABC-46D8-9BB4-714FB24486EE}" dt="2026-10-26T10:03:09.363" v="112" actId="20577"/>
          <ac:spMkLst>
            <pc:docMk/>
            <pc:sldMk cId="2879977902" sldId="295"/>
            <ac:spMk id="8" creationId="{269A1756-D840-E8D8-83CF-DF0BE2DC69A1}"/>
          </ac:spMkLst>
        </pc:spChg>
      </pc:sldChg>
      <pc:sldChg chg="modSp add mod ord">
        <pc:chgData name="Artis Fils" userId="72f5d532-5734-44ee-8799-1d64eacae5a8" providerId="ADAL" clId="{F71D029E-0ABC-46D8-9BB4-714FB24486EE}" dt="2026-10-26T12:17:51.396" v="119" actId="6549"/>
        <pc:sldMkLst>
          <pc:docMk/>
          <pc:sldMk cId="1255219098" sldId="314"/>
        </pc:sldMkLst>
        <pc:spChg chg="mod">
          <ac:chgData name="Artis Fils" userId="72f5d532-5734-44ee-8799-1d64eacae5a8" providerId="ADAL" clId="{F71D029E-0ABC-46D8-9BB4-714FB24486EE}" dt="2026-10-26T12:17:51.396" v="119" actId="6549"/>
          <ac:spMkLst>
            <pc:docMk/>
            <pc:sldMk cId="1255219098" sldId="314"/>
            <ac:spMk id="3" creationId="{401EA5CC-8E08-527F-C34E-67CC06562E0A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F0A472-0078-440C-A13D-2A4341C94EBF}" type="doc">
      <dgm:prSet loTypeId="urn:microsoft.com/office/officeart/2005/8/layout/hProcess10" loCatId="process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DE750D47-03BB-4150-83C5-C76791367C6A}">
      <dgm:prSet/>
      <dgm:spPr/>
      <dgm:t>
        <a:bodyPr/>
        <a:lstStyle/>
        <a:p>
          <a:r>
            <a:rPr lang="en-GB" baseline="0" dirty="0">
              <a:solidFill>
                <a:schemeClr val="tx1"/>
              </a:solidFill>
            </a:rPr>
            <a:t>Model</a:t>
          </a:r>
          <a:endParaRPr lang="en-US" dirty="0">
            <a:solidFill>
              <a:schemeClr val="tx1"/>
            </a:solidFill>
          </a:endParaRPr>
        </a:p>
      </dgm:t>
    </dgm:pt>
    <dgm:pt modelId="{8C050180-94C1-423F-8FB0-2B99F22CBE64}" type="parTrans" cxnId="{9A9186DB-FCC1-45F5-99F7-BC9C4BD500D4}">
      <dgm:prSet/>
      <dgm:spPr/>
      <dgm:t>
        <a:bodyPr/>
        <a:lstStyle/>
        <a:p>
          <a:endParaRPr lang="en-US"/>
        </a:p>
      </dgm:t>
    </dgm:pt>
    <dgm:pt modelId="{9A703865-A3E7-45EE-8C07-1D031BDF7DF4}" type="sibTrans" cxnId="{9A9186DB-FCC1-45F5-99F7-BC9C4BD500D4}">
      <dgm:prSet/>
      <dgm:spPr/>
      <dgm:t>
        <a:bodyPr/>
        <a:lstStyle/>
        <a:p>
          <a:endParaRPr lang="en-US"/>
        </a:p>
      </dgm:t>
    </dgm:pt>
    <dgm:pt modelId="{8E19632E-9774-4D14-B65E-BEE2E27EB242}">
      <dgm:prSet/>
      <dgm:spPr/>
      <dgm:t>
        <a:bodyPr/>
        <a:lstStyle/>
        <a:p>
          <a:r>
            <a:rPr lang="en-GB" baseline="0" dirty="0">
              <a:solidFill>
                <a:schemeClr val="tx1"/>
              </a:solidFill>
            </a:rPr>
            <a:t>Slice</a:t>
          </a:r>
          <a:endParaRPr lang="en-US" dirty="0">
            <a:solidFill>
              <a:schemeClr val="tx1"/>
            </a:solidFill>
          </a:endParaRPr>
        </a:p>
      </dgm:t>
    </dgm:pt>
    <dgm:pt modelId="{F735801B-9FAB-42ED-99A5-EDC29AF801C4}" type="parTrans" cxnId="{4207D53E-EB3B-42BF-ABF0-022CD82453A7}">
      <dgm:prSet/>
      <dgm:spPr/>
      <dgm:t>
        <a:bodyPr/>
        <a:lstStyle/>
        <a:p>
          <a:endParaRPr lang="en-US"/>
        </a:p>
      </dgm:t>
    </dgm:pt>
    <dgm:pt modelId="{77FE4FBD-0434-4C0E-8B91-E8F7C6CA5A47}" type="sibTrans" cxnId="{4207D53E-EB3B-42BF-ABF0-022CD82453A7}">
      <dgm:prSet/>
      <dgm:spPr/>
      <dgm:t>
        <a:bodyPr/>
        <a:lstStyle/>
        <a:p>
          <a:endParaRPr lang="en-US"/>
        </a:p>
      </dgm:t>
    </dgm:pt>
    <dgm:pt modelId="{87E77106-F6E2-42DA-96C2-981247ED859F}">
      <dgm:prSet/>
      <dgm:spPr/>
      <dgm:t>
        <a:bodyPr/>
        <a:lstStyle/>
        <a:p>
          <a:r>
            <a:rPr lang="en-GB" baseline="0" dirty="0">
              <a:solidFill>
                <a:schemeClr val="tx1"/>
              </a:solidFill>
            </a:rPr>
            <a:t>Print</a:t>
          </a:r>
          <a:endParaRPr lang="en-US" dirty="0">
            <a:solidFill>
              <a:schemeClr val="tx1"/>
            </a:solidFill>
          </a:endParaRPr>
        </a:p>
      </dgm:t>
    </dgm:pt>
    <dgm:pt modelId="{2607A7D4-836D-4260-9E25-23A3801A288E}" type="parTrans" cxnId="{DB71D332-6A0A-445F-B49A-EC4E23562695}">
      <dgm:prSet/>
      <dgm:spPr/>
      <dgm:t>
        <a:bodyPr/>
        <a:lstStyle/>
        <a:p>
          <a:endParaRPr lang="en-US"/>
        </a:p>
      </dgm:t>
    </dgm:pt>
    <dgm:pt modelId="{9EDD2022-580B-40DE-9BB8-302DFF437E1A}" type="sibTrans" cxnId="{DB71D332-6A0A-445F-B49A-EC4E23562695}">
      <dgm:prSet/>
      <dgm:spPr/>
      <dgm:t>
        <a:bodyPr/>
        <a:lstStyle/>
        <a:p>
          <a:endParaRPr lang="en-US"/>
        </a:p>
      </dgm:t>
    </dgm:pt>
    <dgm:pt modelId="{AD0ED202-A9A7-40D3-84DF-18AD59B1AD82}" type="pres">
      <dgm:prSet presAssocID="{03F0A472-0078-440C-A13D-2A4341C94EBF}" presName="Name0" presStyleCnt="0">
        <dgm:presLayoutVars>
          <dgm:dir/>
          <dgm:resizeHandles val="exact"/>
        </dgm:presLayoutVars>
      </dgm:prSet>
      <dgm:spPr/>
    </dgm:pt>
    <dgm:pt modelId="{2C676175-A07E-44FF-95C9-F7030F54815A}" type="pres">
      <dgm:prSet presAssocID="{DE750D47-03BB-4150-83C5-C76791367C6A}" presName="composite" presStyleCnt="0"/>
      <dgm:spPr/>
    </dgm:pt>
    <dgm:pt modelId="{D29DFA01-D3F4-4ED9-B363-454C16221E43}" type="pres">
      <dgm:prSet presAssocID="{DE750D47-03BB-4150-83C5-C76791367C6A}" presName="imagSh" presStyleLbl="bgImgPlace1" presStyleIdx="0" presStyleCnt="3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258" t="-5106" r="-21496" b="-2572"/>
          </a:stretch>
        </a:blipFill>
      </dgm:spPr>
    </dgm:pt>
    <dgm:pt modelId="{C8184776-F686-4818-BB65-A6A005522B8F}" type="pres">
      <dgm:prSet presAssocID="{DE750D47-03BB-4150-83C5-C76791367C6A}" presName="txNode" presStyleLbl="node1" presStyleIdx="0" presStyleCnt="3">
        <dgm:presLayoutVars>
          <dgm:bulletEnabled val="1"/>
        </dgm:presLayoutVars>
      </dgm:prSet>
      <dgm:spPr/>
    </dgm:pt>
    <dgm:pt modelId="{9F66FC0B-D5F8-4D4B-90AB-E6BF88868E22}" type="pres">
      <dgm:prSet presAssocID="{9A703865-A3E7-45EE-8C07-1D031BDF7DF4}" presName="sibTrans" presStyleLbl="sibTrans2D1" presStyleIdx="0" presStyleCnt="2"/>
      <dgm:spPr/>
    </dgm:pt>
    <dgm:pt modelId="{B9896F0D-464D-4452-8E65-EBFCBA843679}" type="pres">
      <dgm:prSet presAssocID="{9A703865-A3E7-45EE-8C07-1D031BDF7DF4}" presName="connTx" presStyleLbl="sibTrans2D1" presStyleIdx="0" presStyleCnt="2"/>
      <dgm:spPr/>
    </dgm:pt>
    <dgm:pt modelId="{546F0368-3DC2-45C7-911F-E2CDA9A710D1}" type="pres">
      <dgm:prSet presAssocID="{8E19632E-9774-4D14-B65E-BEE2E27EB242}" presName="composite" presStyleCnt="0"/>
      <dgm:spPr/>
    </dgm:pt>
    <dgm:pt modelId="{F0C94EF1-AEB4-40D3-8670-2D18F8B0F4D4}" type="pres">
      <dgm:prSet presAssocID="{8E19632E-9774-4D14-B65E-BEE2E27EB242}" presName="imagSh" presStyleLbl="bgImgPlace1" presStyleIdx="1" presStyleCnt="3"/>
      <dgm:spPr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631" t="-15542" r="-86945" b="-15352"/>
          </a:stretch>
        </a:blipFill>
      </dgm:spPr>
    </dgm:pt>
    <dgm:pt modelId="{6FC56D33-F993-474A-ACBC-400B49AD7DDD}" type="pres">
      <dgm:prSet presAssocID="{8E19632E-9774-4D14-B65E-BEE2E27EB242}" presName="txNode" presStyleLbl="node1" presStyleIdx="1" presStyleCnt="3">
        <dgm:presLayoutVars>
          <dgm:bulletEnabled val="1"/>
        </dgm:presLayoutVars>
      </dgm:prSet>
      <dgm:spPr/>
    </dgm:pt>
    <dgm:pt modelId="{FD41A4BB-3A46-4EDC-B788-45B78510ADCE}" type="pres">
      <dgm:prSet presAssocID="{77FE4FBD-0434-4C0E-8B91-E8F7C6CA5A47}" presName="sibTrans" presStyleLbl="sibTrans2D1" presStyleIdx="1" presStyleCnt="2"/>
      <dgm:spPr/>
    </dgm:pt>
    <dgm:pt modelId="{8B028F2B-061D-4F0C-8A24-29ADC2B74667}" type="pres">
      <dgm:prSet presAssocID="{77FE4FBD-0434-4C0E-8B91-E8F7C6CA5A47}" presName="connTx" presStyleLbl="sibTrans2D1" presStyleIdx="1" presStyleCnt="2"/>
      <dgm:spPr/>
    </dgm:pt>
    <dgm:pt modelId="{BD08EFF5-2BA6-4007-8A0D-342C63F63B0D}" type="pres">
      <dgm:prSet presAssocID="{87E77106-F6E2-42DA-96C2-981247ED859F}" presName="composite" presStyleCnt="0"/>
      <dgm:spPr/>
    </dgm:pt>
    <dgm:pt modelId="{0CF9CFA1-1364-4A0D-8E3D-484F505163B2}" type="pres">
      <dgm:prSet presAssocID="{87E77106-F6E2-42DA-96C2-981247ED859F}" presName="imagSh" presStyleLbl="bgImgPlace1" presStyleIdx="2" presStyleCnt="3"/>
      <dgm:spPr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2370" t="-38298" r="-22234" b="3694"/>
          </a:stretch>
        </a:blipFill>
      </dgm:spPr>
    </dgm:pt>
    <dgm:pt modelId="{067F0EE2-AD8B-4E82-97B0-AF769421E850}" type="pres">
      <dgm:prSet presAssocID="{87E77106-F6E2-42DA-96C2-981247ED859F}" presName="txNode" presStyleLbl="node1" presStyleIdx="2" presStyleCnt="3">
        <dgm:presLayoutVars>
          <dgm:bulletEnabled val="1"/>
        </dgm:presLayoutVars>
      </dgm:prSet>
      <dgm:spPr/>
    </dgm:pt>
  </dgm:ptLst>
  <dgm:cxnLst>
    <dgm:cxn modelId="{C6F94603-AFB1-4EEC-942D-93051DC0B1E8}" type="presOf" srcId="{9A703865-A3E7-45EE-8C07-1D031BDF7DF4}" destId="{B9896F0D-464D-4452-8E65-EBFCBA843679}" srcOrd="1" destOrd="0" presId="urn:microsoft.com/office/officeart/2005/8/layout/hProcess10"/>
    <dgm:cxn modelId="{DDDE8312-51D6-483D-B06F-5A37BD90D4CA}" type="presOf" srcId="{03F0A472-0078-440C-A13D-2A4341C94EBF}" destId="{AD0ED202-A9A7-40D3-84DF-18AD59B1AD82}" srcOrd="0" destOrd="0" presId="urn:microsoft.com/office/officeart/2005/8/layout/hProcess10"/>
    <dgm:cxn modelId="{FCA25918-028F-4A8F-A85D-BCA2482CC89D}" type="presOf" srcId="{DE750D47-03BB-4150-83C5-C76791367C6A}" destId="{C8184776-F686-4818-BB65-A6A005522B8F}" srcOrd="0" destOrd="0" presId="urn:microsoft.com/office/officeart/2005/8/layout/hProcess10"/>
    <dgm:cxn modelId="{DB71D332-6A0A-445F-B49A-EC4E23562695}" srcId="{03F0A472-0078-440C-A13D-2A4341C94EBF}" destId="{87E77106-F6E2-42DA-96C2-981247ED859F}" srcOrd="2" destOrd="0" parTransId="{2607A7D4-836D-4260-9E25-23A3801A288E}" sibTransId="{9EDD2022-580B-40DE-9BB8-302DFF437E1A}"/>
    <dgm:cxn modelId="{76619A3E-8120-4B60-9C04-6BB38000A2D7}" type="presOf" srcId="{8E19632E-9774-4D14-B65E-BEE2E27EB242}" destId="{6FC56D33-F993-474A-ACBC-400B49AD7DDD}" srcOrd="0" destOrd="0" presId="urn:microsoft.com/office/officeart/2005/8/layout/hProcess10"/>
    <dgm:cxn modelId="{4207D53E-EB3B-42BF-ABF0-022CD82453A7}" srcId="{03F0A472-0078-440C-A13D-2A4341C94EBF}" destId="{8E19632E-9774-4D14-B65E-BEE2E27EB242}" srcOrd="1" destOrd="0" parTransId="{F735801B-9FAB-42ED-99A5-EDC29AF801C4}" sibTransId="{77FE4FBD-0434-4C0E-8B91-E8F7C6CA5A47}"/>
    <dgm:cxn modelId="{520D6659-DDB2-4D7E-A496-5EFA9F5804A1}" type="presOf" srcId="{87E77106-F6E2-42DA-96C2-981247ED859F}" destId="{067F0EE2-AD8B-4E82-97B0-AF769421E850}" srcOrd="0" destOrd="0" presId="urn:microsoft.com/office/officeart/2005/8/layout/hProcess10"/>
    <dgm:cxn modelId="{1B857D97-6BC8-4246-A282-B06AAA734D76}" type="presOf" srcId="{77FE4FBD-0434-4C0E-8B91-E8F7C6CA5A47}" destId="{8B028F2B-061D-4F0C-8A24-29ADC2B74667}" srcOrd="1" destOrd="0" presId="urn:microsoft.com/office/officeart/2005/8/layout/hProcess10"/>
    <dgm:cxn modelId="{939398BB-49E4-4CB8-9578-4617C1E8E140}" type="presOf" srcId="{9A703865-A3E7-45EE-8C07-1D031BDF7DF4}" destId="{9F66FC0B-D5F8-4D4B-90AB-E6BF88868E22}" srcOrd="0" destOrd="0" presId="urn:microsoft.com/office/officeart/2005/8/layout/hProcess10"/>
    <dgm:cxn modelId="{9A9186DB-FCC1-45F5-99F7-BC9C4BD500D4}" srcId="{03F0A472-0078-440C-A13D-2A4341C94EBF}" destId="{DE750D47-03BB-4150-83C5-C76791367C6A}" srcOrd="0" destOrd="0" parTransId="{8C050180-94C1-423F-8FB0-2B99F22CBE64}" sibTransId="{9A703865-A3E7-45EE-8C07-1D031BDF7DF4}"/>
    <dgm:cxn modelId="{B77F2BEA-9F44-40EA-97BC-520FC61F639E}" type="presOf" srcId="{77FE4FBD-0434-4C0E-8B91-E8F7C6CA5A47}" destId="{FD41A4BB-3A46-4EDC-B788-45B78510ADCE}" srcOrd="0" destOrd="0" presId="urn:microsoft.com/office/officeart/2005/8/layout/hProcess10"/>
    <dgm:cxn modelId="{3279F233-C08F-4759-AA5F-8D86D8CB0569}" type="presParOf" srcId="{AD0ED202-A9A7-40D3-84DF-18AD59B1AD82}" destId="{2C676175-A07E-44FF-95C9-F7030F54815A}" srcOrd="0" destOrd="0" presId="urn:microsoft.com/office/officeart/2005/8/layout/hProcess10"/>
    <dgm:cxn modelId="{F0F0AC58-DB2A-4CB4-89BB-F9ECA8CBD1E4}" type="presParOf" srcId="{2C676175-A07E-44FF-95C9-F7030F54815A}" destId="{D29DFA01-D3F4-4ED9-B363-454C16221E43}" srcOrd="0" destOrd="0" presId="urn:microsoft.com/office/officeart/2005/8/layout/hProcess10"/>
    <dgm:cxn modelId="{B7D33FA7-E70B-4694-8137-3E10EB53EF49}" type="presParOf" srcId="{2C676175-A07E-44FF-95C9-F7030F54815A}" destId="{C8184776-F686-4818-BB65-A6A005522B8F}" srcOrd="1" destOrd="0" presId="urn:microsoft.com/office/officeart/2005/8/layout/hProcess10"/>
    <dgm:cxn modelId="{D4A32308-41CF-44EC-B9FA-AD114675BC5A}" type="presParOf" srcId="{AD0ED202-A9A7-40D3-84DF-18AD59B1AD82}" destId="{9F66FC0B-D5F8-4D4B-90AB-E6BF88868E22}" srcOrd="1" destOrd="0" presId="urn:microsoft.com/office/officeart/2005/8/layout/hProcess10"/>
    <dgm:cxn modelId="{B33734CC-CB64-41E2-90D6-3135670CE1CC}" type="presParOf" srcId="{9F66FC0B-D5F8-4D4B-90AB-E6BF88868E22}" destId="{B9896F0D-464D-4452-8E65-EBFCBA843679}" srcOrd="0" destOrd="0" presId="urn:microsoft.com/office/officeart/2005/8/layout/hProcess10"/>
    <dgm:cxn modelId="{21F31CFA-999D-4DD0-BD6A-4974BCBD7902}" type="presParOf" srcId="{AD0ED202-A9A7-40D3-84DF-18AD59B1AD82}" destId="{546F0368-3DC2-45C7-911F-E2CDA9A710D1}" srcOrd="2" destOrd="0" presId="urn:microsoft.com/office/officeart/2005/8/layout/hProcess10"/>
    <dgm:cxn modelId="{FFBD7B99-5B9D-48FD-B7B2-30B554C2F6B5}" type="presParOf" srcId="{546F0368-3DC2-45C7-911F-E2CDA9A710D1}" destId="{F0C94EF1-AEB4-40D3-8670-2D18F8B0F4D4}" srcOrd="0" destOrd="0" presId="urn:microsoft.com/office/officeart/2005/8/layout/hProcess10"/>
    <dgm:cxn modelId="{403A5DE6-04E8-4D5F-8FD6-95942D9535FC}" type="presParOf" srcId="{546F0368-3DC2-45C7-911F-E2CDA9A710D1}" destId="{6FC56D33-F993-474A-ACBC-400B49AD7DDD}" srcOrd="1" destOrd="0" presId="urn:microsoft.com/office/officeart/2005/8/layout/hProcess10"/>
    <dgm:cxn modelId="{F6DC561A-C9A9-4F6A-A642-DD3D0399C684}" type="presParOf" srcId="{AD0ED202-A9A7-40D3-84DF-18AD59B1AD82}" destId="{FD41A4BB-3A46-4EDC-B788-45B78510ADCE}" srcOrd="3" destOrd="0" presId="urn:microsoft.com/office/officeart/2005/8/layout/hProcess10"/>
    <dgm:cxn modelId="{DEA2AA94-EED1-481E-B88B-512D25351AF9}" type="presParOf" srcId="{FD41A4BB-3A46-4EDC-B788-45B78510ADCE}" destId="{8B028F2B-061D-4F0C-8A24-29ADC2B74667}" srcOrd="0" destOrd="0" presId="urn:microsoft.com/office/officeart/2005/8/layout/hProcess10"/>
    <dgm:cxn modelId="{E33A02D5-FE21-4792-8E46-E0992826CCA8}" type="presParOf" srcId="{AD0ED202-A9A7-40D3-84DF-18AD59B1AD82}" destId="{BD08EFF5-2BA6-4007-8A0D-342C63F63B0D}" srcOrd="4" destOrd="0" presId="urn:microsoft.com/office/officeart/2005/8/layout/hProcess10"/>
    <dgm:cxn modelId="{49FD376C-FB86-40B4-8E12-3F96DF63425E}" type="presParOf" srcId="{BD08EFF5-2BA6-4007-8A0D-342C63F63B0D}" destId="{0CF9CFA1-1364-4A0D-8E3D-484F505163B2}" srcOrd="0" destOrd="0" presId="urn:microsoft.com/office/officeart/2005/8/layout/hProcess10"/>
    <dgm:cxn modelId="{CA30D017-42CF-4634-86ED-3D2A6BE71A60}" type="presParOf" srcId="{BD08EFF5-2BA6-4007-8A0D-342C63F63B0D}" destId="{067F0EE2-AD8B-4E82-97B0-AF769421E850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37BB10-987C-4F6A-981E-A79610785CA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K"/>
        </a:p>
      </dgm:t>
    </dgm:pt>
    <dgm:pt modelId="{E41CBF92-333A-4D44-8505-B24B927F8006}">
      <dgm:prSet phldrT="[Text]" phldr="0"/>
      <dgm:spPr/>
      <dgm:t>
        <a:bodyPr/>
        <a:lstStyle/>
        <a:p>
          <a:r>
            <a:rPr lang="en-US" dirty="0"/>
            <a:t>3D printing magnetics</a:t>
          </a:r>
          <a:endParaRPr lang="en-DK" dirty="0"/>
        </a:p>
      </dgm:t>
    </dgm:pt>
    <dgm:pt modelId="{F4DBBA38-2827-4778-9471-1ABCAB1A883B}" type="parTrans" cxnId="{C15AE0D4-3768-4A9D-86C9-33FE1EC771B3}">
      <dgm:prSet/>
      <dgm:spPr/>
      <dgm:t>
        <a:bodyPr/>
        <a:lstStyle/>
        <a:p>
          <a:endParaRPr lang="en-DK"/>
        </a:p>
      </dgm:t>
    </dgm:pt>
    <dgm:pt modelId="{5282F87E-714D-4FB6-8516-5142D8F5333A}" type="sibTrans" cxnId="{C15AE0D4-3768-4A9D-86C9-33FE1EC771B3}">
      <dgm:prSet/>
      <dgm:spPr/>
      <dgm:t>
        <a:bodyPr/>
        <a:lstStyle/>
        <a:p>
          <a:endParaRPr lang="en-DK"/>
        </a:p>
      </dgm:t>
    </dgm:pt>
    <dgm:pt modelId="{1E5B65BE-1DAA-4A5B-8CD9-BB5BA7B4F1A8}">
      <dgm:prSet phldrT="[Text]" phldr="0"/>
      <dgm:spPr/>
      <dgm:t>
        <a:bodyPr/>
        <a:lstStyle/>
        <a:p>
          <a:r>
            <a:rPr lang="en-US" dirty="0"/>
            <a:t>Vat polymerization</a:t>
          </a:r>
          <a:endParaRPr lang="en-DK" dirty="0"/>
        </a:p>
      </dgm:t>
    </dgm:pt>
    <dgm:pt modelId="{C171412F-2B19-444E-B1DD-8BBD1EA552A6}" type="parTrans" cxnId="{7AE478A5-3BB0-49C6-9C9D-BAD4B80C7F43}">
      <dgm:prSet/>
      <dgm:spPr/>
      <dgm:t>
        <a:bodyPr/>
        <a:lstStyle/>
        <a:p>
          <a:endParaRPr lang="en-DK"/>
        </a:p>
      </dgm:t>
    </dgm:pt>
    <dgm:pt modelId="{3B419F3B-A8D1-4412-BDFC-AA2B7938C643}" type="sibTrans" cxnId="{7AE478A5-3BB0-49C6-9C9D-BAD4B80C7F43}">
      <dgm:prSet/>
      <dgm:spPr/>
      <dgm:t>
        <a:bodyPr/>
        <a:lstStyle/>
        <a:p>
          <a:endParaRPr lang="en-DK"/>
        </a:p>
      </dgm:t>
    </dgm:pt>
    <dgm:pt modelId="{33D64302-18E9-4A1A-BE52-892B6FDC69B0}">
      <dgm:prSet phldrT="[Text]" phldr="0"/>
      <dgm:spPr/>
      <dgm:t>
        <a:bodyPr/>
        <a:lstStyle/>
        <a:p>
          <a:r>
            <a:rPr lang="en-US" dirty="0"/>
            <a:t>Powder bed fusion</a:t>
          </a:r>
          <a:endParaRPr lang="en-DK" dirty="0"/>
        </a:p>
      </dgm:t>
    </dgm:pt>
    <dgm:pt modelId="{89F2F2E0-FFE6-4796-8E0B-B23AB2AAC747}" type="parTrans" cxnId="{1C28726A-A5DD-4A15-8FBF-418643FA70F6}">
      <dgm:prSet/>
      <dgm:spPr/>
      <dgm:t>
        <a:bodyPr/>
        <a:lstStyle/>
        <a:p>
          <a:endParaRPr lang="en-DK"/>
        </a:p>
      </dgm:t>
    </dgm:pt>
    <dgm:pt modelId="{577EEAA4-0F94-4152-B4AD-EA865CE46130}" type="sibTrans" cxnId="{1C28726A-A5DD-4A15-8FBF-418643FA70F6}">
      <dgm:prSet/>
      <dgm:spPr/>
      <dgm:t>
        <a:bodyPr/>
        <a:lstStyle/>
        <a:p>
          <a:endParaRPr lang="en-DK"/>
        </a:p>
      </dgm:t>
    </dgm:pt>
    <dgm:pt modelId="{C3065C6E-EBF3-410C-A327-0DB4FFB7FDA0}">
      <dgm:prSet phldrT="[Text]" phldr="0"/>
      <dgm:spPr/>
      <dgm:t>
        <a:bodyPr/>
        <a:lstStyle/>
        <a:p>
          <a:r>
            <a:rPr lang="en-US" dirty="0"/>
            <a:t>Binder jetting</a:t>
          </a:r>
          <a:endParaRPr lang="en-DK" dirty="0"/>
        </a:p>
      </dgm:t>
    </dgm:pt>
    <dgm:pt modelId="{DBBB2174-A4E8-4150-907E-2F39F0CFC60F}" type="parTrans" cxnId="{AAC96CE9-B277-4008-969F-2C98403C55B3}">
      <dgm:prSet/>
      <dgm:spPr/>
      <dgm:t>
        <a:bodyPr/>
        <a:lstStyle/>
        <a:p>
          <a:endParaRPr lang="en-DK"/>
        </a:p>
      </dgm:t>
    </dgm:pt>
    <dgm:pt modelId="{52EF3B3B-E0CF-43F7-AFAE-BF1115070164}" type="sibTrans" cxnId="{AAC96CE9-B277-4008-969F-2C98403C55B3}">
      <dgm:prSet/>
      <dgm:spPr/>
      <dgm:t>
        <a:bodyPr/>
        <a:lstStyle/>
        <a:p>
          <a:endParaRPr lang="en-DK"/>
        </a:p>
      </dgm:t>
    </dgm:pt>
    <dgm:pt modelId="{C8016469-18E8-4E2D-8F41-35462E3FC63E}">
      <dgm:prSet phldrT="[Text]" phldr="0"/>
      <dgm:spPr/>
      <dgm:t>
        <a:bodyPr/>
        <a:lstStyle/>
        <a:p>
          <a:r>
            <a:rPr lang="en-US"/>
            <a:t>Material extrusion</a:t>
          </a:r>
          <a:endParaRPr lang="en-DK" dirty="0"/>
        </a:p>
      </dgm:t>
    </dgm:pt>
    <dgm:pt modelId="{BB875F6D-D686-46F7-9407-98BE725B6115}" type="parTrans" cxnId="{0BFDC900-AE37-4D8C-801B-79594EBFC7A4}">
      <dgm:prSet/>
      <dgm:spPr/>
      <dgm:t>
        <a:bodyPr/>
        <a:lstStyle/>
        <a:p>
          <a:endParaRPr lang="en-DK"/>
        </a:p>
      </dgm:t>
    </dgm:pt>
    <dgm:pt modelId="{C3A14A51-5EF9-4AA6-854B-55CFA29B3A72}" type="sibTrans" cxnId="{0BFDC900-AE37-4D8C-801B-79594EBFC7A4}">
      <dgm:prSet/>
      <dgm:spPr/>
      <dgm:t>
        <a:bodyPr/>
        <a:lstStyle/>
        <a:p>
          <a:endParaRPr lang="en-DK"/>
        </a:p>
      </dgm:t>
    </dgm:pt>
    <dgm:pt modelId="{78C85D6D-2AC1-4230-96D3-B8F7E4AEB2EE}">
      <dgm:prSet phldrT="[Text]" phldr="0"/>
      <dgm:spPr/>
      <dgm:t>
        <a:bodyPr/>
        <a:lstStyle/>
        <a:p>
          <a:r>
            <a:rPr lang="en-US" dirty="0"/>
            <a:t>Fused deposition modeling</a:t>
          </a:r>
          <a:endParaRPr lang="en-DK" dirty="0"/>
        </a:p>
      </dgm:t>
    </dgm:pt>
    <dgm:pt modelId="{9FCA339D-A173-4534-AFD0-31069B40776F}" type="parTrans" cxnId="{8F8B633D-4A67-4B87-9CD7-E37324C06870}">
      <dgm:prSet/>
      <dgm:spPr/>
      <dgm:t>
        <a:bodyPr/>
        <a:lstStyle/>
        <a:p>
          <a:endParaRPr lang="en-DK"/>
        </a:p>
      </dgm:t>
    </dgm:pt>
    <dgm:pt modelId="{CADA303A-60E9-4D27-8DB5-A8E09303D8AB}" type="sibTrans" cxnId="{8F8B633D-4A67-4B87-9CD7-E37324C06870}">
      <dgm:prSet/>
      <dgm:spPr/>
      <dgm:t>
        <a:bodyPr/>
        <a:lstStyle/>
        <a:p>
          <a:endParaRPr lang="en-DK"/>
        </a:p>
      </dgm:t>
    </dgm:pt>
    <dgm:pt modelId="{3C45ED5A-A153-409A-8DF9-E1BF4E5B0C19}">
      <dgm:prSet phldrT="[Text]" phldr="0"/>
      <dgm:spPr/>
      <dgm:t>
        <a:bodyPr/>
        <a:lstStyle/>
        <a:p>
          <a:r>
            <a:rPr lang="en-US"/>
            <a:t>Direct ink writing</a:t>
          </a:r>
          <a:endParaRPr lang="en-DK" dirty="0"/>
        </a:p>
      </dgm:t>
    </dgm:pt>
    <dgm:pt modelId="{C724F964-4CD8-4FBA-A669-53F0C6A4DBC6}" type="parTrans" cxnId="{AA8EAB81-A251-49FF-8976-4265A5ABBCBE}">
      <dgm:prSet/>
      <dgm:spPr/>
      <dgm:t>
        <a:bodyPr/>
        <a:lstStyle/>
        <a:p>
          <a:endParaRPr lang="en-DK"/>
        </a:p>
      </dgm:t>
    </dgm:pt>
    <dgm:pt modelId="{E6159B3A-79DF-4F6A-BA79-36D86605AB2E}" type="sibTrans" cxnId="{AA8EAB81-A251-49FF-8976-4265A5ABBCBE}">
      <dgm:prSet/>
      <dgm:spPr/>
      <dgm:t>
        <a:bodyPr/>
        <a:lstStyle/>
        <a:p>
          <a:endParaRPr lang="en-DK"/>
        </a:p>
      </dgm:t>
    </dgm:pt>
    <dgm:pt modelId="{E55E1D4D-8130-4323-8972-C0D87AFE4F78}">
      <dgm:prSet phldrT="[Text]" phldr="0"/>
      <dgm:spPr/>
      <dgm:t>
        <a:bodyPr/>
        <a:lstStyle/>
        <a:p>
          <a:r>
            <a:rPr lang="en-US" dirty="0"/>
            <a:t>Fused granulate fabrication</a:t>
          </a:r>
          <a:endParaRPr lang="en-DK" dirty="0"/>
        </a:p>
      </dgm:t>
    </dgm:pt>
    <dgm:pt modelId="{6508BBE3-C649-472D-9091-EF0F0650B304}" type="parTrans" cxnId="{84865C2E-898B-4E8C-BA5A-B84635BD7FA7}">
      <dgm:prSet/>
      <dgm:spPr/>
      <dgm:t>
        <a:bodyPr/>
        <a:lstStyle/>
        <a:p>
          <a:endParaRPr lang="en-DK"/>
        </a:p>
      </dgm:t>
    </dgm:pt>
    <dgm:pt modelId="{C30A21A3-43D4-487A-9DC6-26A183EEE531}" type="sibTrans" cxnId="{84865C2E-898B-4E8C-BA5A-B84635BD7FA7}">
      <dgm:prSet/>
      <dgm:spPr/>
      <dgm:t>
        <a:bodyPr/>
        <a:lstStyle/>
        <a:p>
          <a:endParaRPr lang="en-DK"/>
        </a:p>
      </dgm:t>
    </dgm:pt>
    <dgm:pt modelId="{A4D1500D-E414-414D-80E6-41DC2AAB2F92}" type="pres">
      <dgm:prSet presAssocID="{6837BB10-987C-4F6A-981E-A79610785CA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8D71AAE-BD75-47A7-B389-2375321BA2D1}" type="pres">
      <dgm:prSet presAssocID="{E41CBF92-333A-4D44-8505-B24B927F8006}" presName="hierRoot1" presStyleCnt="0">
        <dgm:presLayoutVars>
          <dgm:hierBranch val="init"/>
        </dgm:presLayoutVars>
      </dgm:prSet>
      <dgm:spPr/>
    </dgm:pt>
    <dgm:pt modelId="{2B3BE654-C2FC-45F2-8788-1EB22233CF7D}" type="pres">
      <dgm:prSet presAssocID="{E41CBF92-333A-4D44-8505-B24B927F8006}" presName="rootComposite1" presStyleCnt="0"/>
      <dgm:spPr/>
    </dgm:pt>
    <dgm:pt modelId="{E9AD8690-5DAD-474D-84EC-3FECA88802A9}" type="pres">
      <dgm:prSet presAssocID="{E41CBF92-333A-4D44-8505-B24B927F8006}" presName="rootText1" presStyleLbl="node0" presStyleIdx="0" presStyleCnt="1">
        <dgm:presLayoutVars>
          <dgm:chPref val="3"/>
        </dgm:presLayoutVars>
      </dgm:prSet>
      <dgm:spPr/>
    </dgm:pt>
    <dgm:pt modelId="{DB0878A2-7F01-467E-8E10-E7D9210DD2D7}" type="pres">
      <dgm:prSet presAssocID="{E41CBF92-333A-4D44-8505-B24B927F8006}" presName="rootConnector1" presStyleLbl="node1" presStyleIdx="0" presStyleCnt="0"/>
      <dgm:spPr/>
    </dgm:pt>
    <dgm:pt modelId="{2E7F1226-8215-4892-A35D-03C6D532FD2A}" type="pres">
      <dgm:prSet presAssocID="{E41CBF92-333A-4D44-8505-B24B927F8006}" presName="hierChild2" presStyleCnt="0"/>
      <dgm:spPr/>
    </dgm:pt>
    <dgm:pt modelId="{0441DAFA-3E1B-49C2-9328-716F1FBB5025}" type="pres">
      <dgm:prSet presAssocID="{C171412F-2B19-444E-B1DD-8BBD1EA552A6}" presName="Name37" presStyleLbl="parChTrans1D2" presStyleIdx="0" presStyleCnt="4"/>
      <dgm:spPr/>
    </dgm:pt>
    <dgm:pt modelId="{E16D1E64-22A4-435A-8695-7C07F59DBEDF}" type="pres">
      <dgm:prSet presAssocID="{1E5B65BE-1DAA-4A5B-8CD9-BB5BA7B4F1A8}" presName="hierRoot2" presStyleCnt="0">
        <dgm:presLayoutVars>
          <dgm:hierBranch val="init"/>
        </dgm:presLayoutVars>
      </dgm:prSet>
      <dgm:spPr/>
    </dgm:pt>
    <dgm:pt modelId="{D6E6FECC-EEFF-45E2-A98C-9AAC495B5F56}" type="pres">
      <dgm:prSet presAssocID="{1E5B65BE-1DAA-4A5B-8CD9-BB5BA7B4F1A8}" presName="rootComposite" presStyleCnt="0"/>
      <dgm:spPr/>
    </dgm:pt>
    <dgm:pt modelId="{CF7D6F96-10C0-4899-B31B-605C6D515E09}" type="pres">
      <dgm:prSet presAssocID="{1E5B65BE-1DAA-4A5B-8CD9-BB5BA7B4F1A8}" presName="rootText" presStyleLbl="node2" presStyleIdx="0" presStyleCnt="4">
        <dgm:presLayoutVars>
          <dgm:chPref val="3"/>
        </dgm:presLayoutVars>
      </dgm:prSet>
      <dgm:spPr/>
    </dgm:pt>
    <dgm:pt modelId="{63ACC7F6-F842-458F-852A-593BE9396250}" type="pres">
      <dgm:prSet presAssocID="{1E5B65BE-1DAA-4A5B-8CD9-BB5BA7B4F1A8}" presName="rootConnector" presStyleLbl="node2" presStyleIdx="0" presStyleCnt="4"/>
      <dgm:spPr/>
    </dgm:pt>
    <dgm:pt modelId="{B2E3459F-5C46-48D5-8DF3-BEFEF72E0B00}" type="pres">
      <dgm:prSet presAssocID="{1E5B65BE-1DAA-4A5B-8CD9-BB5BA7B4F1A8}" presName="hierChild4" presStyleCnt="0"/>
      <dgm:spPr/>
    </dgm:pt>
    <dgm:pt modelId="{C85758E6-AE0F-4F75-90FD-BD28546012A9}" type="pres">
      <dgm:prSet presAssocID="{1E5B65BE-1DAA-4A5B-8CD9-BB5BA7B4F1A8}" presName="hierChild5" presStyleCnt="0"/>
      <dgm:spPr/>
    </dgm:pt>
    <dgm:pt modelId="{0F7BC1D3-C848-4ED8-BF31-BDF95EF3FCF5}" type="pres">
      <dgm:prSet presAssocID="{89F2F2E0-FFE6-4796-8E0B-B23AB2AAC747}" presName="Name37" presStyleLbl="parChTrans1D2" presStyleIdx="1" presStyleCnt="4"/>
      <dgm:spPr/>
    </dgm:pt>
    <dgm:pt modelId="{1B76FE1E-368A-42B4-817A-9C02F7AD74DB}" type="pres">
      <dgm:prSet presAssocID="{33D64302-18E9-4A1A-BE52-892B6FDC69B0}" presName="hierRoot2" presStyleCnt="0">
        <dgm:presLayoutVars>
          <dgm:hierBranch val="init"/>
        </dgm:presLayoutVars>
      </dgm:prSet>
      <dgm:spPr/>
    </dgm:pt>
    <dgm:pt modelId="{4AC51CAE-1685-4150-A694-945BC5459CBB}" type="pres">
      <dgm:prSet presAssocID="{33D64302-18E9-4A1A-BE52-892B6FDC69B0}" presName="rootComposite" presStyleCnt="0"/>
      <dgm:spPr/>
    </dgm:pt>
    <dgm:pt modelId="{871A6ED8-8A9A-480E-8365-20FD2D07CB7C}" type="pres">
      <dgm:prSet presAssocID="{33D64302-18E9-4A1A-BE52-892B6FDC69B0}" presName="rootText" presStyleLbl="node2" presStyleIdx="1" presStyleCnt="4">
        <dgm:presLayoutVars>
          <dgm:chPref val="3"/>
        </dgm:presLayoutVars>
      </dgm:prSet>
      <dgm:spPr/>
    </dgm:pt>
    <dgm:pt modelId="{C20E90A7-126F-44F8-898E-D37221F7BC07}" type="pres">
      <dgm:prSet presAssocID="{33D64302-18E9-4A1A-BE52-892B6FDC69B0}" presName="rootConnector" presStyleLbl="node2" presStyleIdx="1" presStyleCnt="4"/>
      <dgm:spPr/>
    </dgm:pt>
    <dgm:pt modelId="{7989F2A4-32BB-4A9B-84E0-8E5F80D16BA9}" type="pres">
      <dgm:prSet presAssocID="{33D64302-18E9-4A1A-BE52-892B6FDC69B0}" presName="hierChild4" presStyleCnt="0"/>
      <dgm:spPr/>
    </dgm:pt>
    <dgm:pt modelId="{6032EDF5-3564-42CB-BF7F-B21BBBDB03EF}" type="pres">
      <dgm:prSet presAssocID="{33D64302-18E9-4A1A-BE52-892B6FDC69B0}" presName="hierChild5" presStyleCnt="0"/>
      <dgm:spPr/>
    </dgm:pt>
    <dgm:pt modelId="{0BE42FF7-0C1F-41B1-8568-6C0D154F1289}" type="pres">
      <dgm:prSet presAssocID="{DBBB2174-A4E8-4150-907E-2F39F0CFC60F}" presName="Name37" presStyleLbl="parChTrans1D2" presStyleIdx="2" presStyleCnt="4"/>
      <dgm:spPr/>
    </dgm:pt>
    <dgm:pt modelId="{FF795480-3F0C-43DF-874F-4DE1A60681FA}" type="pres">
      <dgm:prSet presAssocID="{C3065C6E-EBF3-410C-A327-0DB4FFB7FDA0}" presName="hierRoot2" presStyleCnt="0">
        <dgm:presLayoutVars>
          <dgm:hierBranch val="init"/>
        </dgm:presLayoutVars>
      </dgm:prSet>
      <dgm:spPr/>
    </dgm:pt>
    <dgm:pt modelId="{8995986A-19A0-46C3-9B27-3ADB6CC823BB}" type="pres">
      <dgm:prSet presAssocID="{C3065C6E-EBF3-410C-A327-0DB4FFB7FDA0}" presName="rootComposite" presStyleCnt="0"/>
      <dgm:spPr/>
    </dgm:pt>
    <dgm:pt modelId="{CB1FE7C7-E636-467B-8529-FE2557051543}" type="pres">
      <dgm:prSet presAssocID="{C3065C6E-EBF3-410C-A327-0DB4FFB7FDA0}" presName="rootText" presStyleLbl="node2" presStyleIdx="2" presStyleCnt="4">
        <dgm:presLayoutVars>
          <dgm:chPref val="3"/>
        </dgm:presLayoutVars>
      </dgm:prSet>
      <dgm:spPr/>
    </dgm:pt>
    <dgm:pt modelId="{222E34FD-A162-4D07-97BF-62093F47E968}" type="pres">
      <dgm:prSet presAssocID="{C3065C6E-EBF3-410C-A327-0DB4FFB7FDA0}" presName="rootConnector" presStyleLbl="node2" presStyleIdx="2" presStyleCnt="4"/>
      <dgm:spPr/>
    </dgm:pt>
    <dgm:pt modelId="{B82E1E74-8948-4C65-B030-96BC7B5E36D7}" type="pres">
      <dgm:prSet presAssocID="{C3065C6E-EBF3-410C-A327-0DB4FFB7FDA0}" presName="hierChild4" presStyleCnt="0"/>
      <dgm:spPr/>
    </dgm:pt>
    <dgm:pt modelId="{B333FE3C-8C0D-4DE1-A2B5-1B00A7ABE366}" type="pres">
      <dgm:prSet presAssocID="{C3065C6E-EBF3-410C-A327-0DB4FFB7FDA0}" presName="hierChild5" presStyleCnt="0"/>
      <dgm:spPr/>
    </dgm:pt>
    <dgm:pt modelId="{C0C7BDF1-1283-4D53-9E7C-AC29A9FCEEC7}" type="pres">
      <dgm:prSet presAssocID="{BB875F6D-D686-46F7-9407-98BE725B6115}" presName="Name37" presStyleLbl="parChTrans1D2" presStyleIdx="3" presStyleCnt="4"/>
      <dgm:spPr/>
    </dgm:pt>
    <dgm:pt modelId="{41C302DC-6C17-4DB5-B629-7B92A83D41C0}" type="pres">
      <dgm:prSet presAssocID="{C8016469-18E8-4E2D-8F41-35462E3FC63E}" presName="hierRoot2" presStyleCnt="0">
        <dgm:presLayoutVars>
          <dgm:hierBranch val="init"/>
        </dgm:presLayoutVars>
      </dgm:prSet>
      <dgm:spPr/>
    </dgm:pt>
    <dgm:pt modelId="{63B2F2FE-191C-46A5-A67B-EF1864DD276F}" type="pres">
      <dgm:prSet presAssocID="{C8016469-18E8-4E2D-8F41-35462E3FC63E}" presName="rootComposite" presStyleCnt="0"/>
      <dgm:spPr/>
    </dgm:pt>
    <dgm:pt modelId="{17F839CA-601E-4CD0-ACD0-EB374AD36C4B}" type="pres">
      <dgm:prSet presAssocID="{C8016469-18E8-4E2D-8F41-35462E3FC63E}" presName="rootText" presStyleLbl="node2" presStyleIdx="3" presStyleCnt="4">
        <dgm:presLayoutVars>
          <dgm:chPref val="3"/>
        </dgm:presLayoutVars>
      </dgm:prSet>
      <dgm:spPr/>
    </dgm:pt>
    <dgm:pt modelId="{ADCCA7EF-0503-4F6F-8B1C-C7BD55FCEADC}" type="pres">
      <dgm:prSet presAssocID="{C8016469-18E8-4E2D-8F41-35462E3FC63E}" presName="rootConnector" presStyleLbl="node2" presStyleIdx="3" presStyleCnt="4"/>
      <dgm:spPr/>
    </dgm:pt>
    <dgm:pt modelId="{1DFA3550-DE96-4094-AB8E-E02EA385D84A}" type="pres">
      <dgm:prSet presAssocID="{C8016469-18E8-4E2D-8F41-35462E3FC63E}" presName="hierChild4" presStyleCnt="0"/>
      <dgm:spPr/>
    </dgm:pt>
    <dgm:pt modelId="{F73E0AAE-F99D-42A4-89DE-CACC9714C8C4}" type="pres">
      <dgm:prSet presAssocID="{9FCA339D-A173-4534-AFD0-31069B40776F}" presName="Name37" presStyleLbl="parChTrans1D3" presStyleIdx="0" presStyleCnt="3"/>
      <dgm:spPr/>
    </dgm:pt>
    <dgm:pt modelId="{82F5166A-2980-4114-B033-45A838B36035}" type="pres">
      <dgm:prSet presAssocID="{78C85D6D-2AC1-4230-96D3-B8F7E4AEB2EE}" presName="hierRoot2" presStyleCnt="0">
        <dgm:presLayoutVars>
          <dgm:hierBranch val="init"/>
        </dgm:presLayoutVars>
      </dgm:prSet>
      <dgm:spPr/>
    </dgm:pt>
    <dgm:pt modelId="{E0A95CF2-9E66-4CAA-BE15-F84B4AFB4855}" type="pres">
      <dgm:prSet presAssocID="{78C85D6D-2AC1-4230-96D3-B8F7E4AEB2EE}" presName="rootComposite" presStyleCnt="0"/>
      <dgm:spPr/>
    </dgm:pt>
    <dgm:pt modelId="{8D9D5234-8E0C-4A6E-AEC2-F5679278FC45}" type="pres">
      <dgm:prSet presAssocID="{78C85D6D-2AC1-4230-96D3-B8F7E4AEB2EE}" presName="rootText" presStyleLbl="node3" presStyleIdx="0" presStyleCnt="3">
        <dgm:presLayoutVars>
          <dgm:chPref val="3"/>
        </dgm:presLayoutVars>
      </dgm:prSet>
      <dgm:spPr/>
    </dgm:pt>
    <dgm:pt modelId="{240796CE-84FF-4E1C-8089-A3889560AC36}" type="pres">
      <dgm:prSet presAssocID="{78C85D6D-2AC1-4230-96D3-B8F7E4AEB2EE}" presName="rootConnector" presStyleLbl="node3" presStyleIdx="0" presStyleCnt="3"/>
      <dgm:spPr/>
    </dgm:pt>
    <dgm:pt modelId="{F54DAC1F-796B-477E-88E1-39C080BF9A36}" type="pres">
      <dgm:prSet presAssocID="{78C85D6D-2AC1-4230-96D3-B8F7E4AEB2EE}" presName="hierChild4" presStyleCnt="0"/>
      <dgm:spPr/>
    </dgm:pt>
    <dgm:pt modelId="{B5A467ED-84DC-4F60-B4AF-F8C40BB44227}" type="pres">
      <dgm:prSet presAssocID="{78C85D6D-2AC1-4230-96D3-B8F7E4AEB2EE}" presName="hierChild5" presStyleCnt="0"/>
      <dgm:spPr/>
    </dgm:pt>
    <dgm:pt modelId="{46E7579F-6DD0-400E-ADBE-E626749C776F}" type="pres">
      <dgm:prSet presAssocID="{C724F964-4CD8-4FBA-A669-53F0C6A4DBC6}" presName="Name37" presStyleLbl="parChTrans1D3" presStyleIdx="1" presStyleCnt="3"/>
      <dgm:spPr/>
    </dgm:pt>
    <dgm:pt modelId="{CC62BA39-093E-4C91-88A8-26FBDAE110B7}" type="pres">
      <dgm:prSet presAssocID="{3C45ED5A-A153-409A-8DF9-E1BF4E5B0C19}" presName="hierRoot2" presStyleCnt="0">
        <dgm:presLayoutVars>
          <dgm:hierBranch val="init"/>
        </dgm:presLayoutVars>
      </dgm:prSet>
      <dgm:spPr/>
    </dgm:pt>
    <dgm:pt modelId="{AB823C65-E98A-4ECB-8769-7AF00E335EE5}" type="pres">
      <dgm:prSet presAssocID="{3C45ED5A-A153-409A-8DF9-E1BF4E5B0C19}" presName="rootComposite" presStyleCnt="0"/>
      <dgm:spPr/>
    </dgm:pt>
    <dgm:pt modelId="{2E4C9DF0-5B10-4844-A70F-01E45CC6FABD}" type="pres">
      <dgm:prSet presAssocID="{3C45ED5A-A153-409A-8DF9-E1BF4E5B0C19}" presName="rootText" presStyleLbl="node3" presStyleIdx="1" presStyleCnt="3">
        <dgm:presLayoutVars>
          <dgm:chPref val="3"/>
        </dgm:presLayoutVars>
      </dgm:prSet>
      <dgm:spPr/>
    </dgm:pt>
    <dgm:pt modelId="{DF6C6975-83E5-4391-A4EC-0AD7C0A1FD45}" type="pres">
      <dgm:prSet presAssocID="{3C45ED5A-A153-409A-8DF9-E1BF4E5B0C19}" presName="rootConnector" presStyleLbl="node3" presStyleIdx="1" presStyleCnt="3"/>
      <dgm:spPr/>
    </dgm:pt>
    <dgm:pt modelId="{55768FFE-F474-44D2-B7EC-35FE4BE3F75C}" type="pres">
      <dgm:prSet presAssocID="{3C45ED5A-A153-409A-8DF9-E1BF4E5B0C19}" presName="hierChild4" presStyleCnt="0"/>
      <dgm:spPr/>
    </dgm:pt>
    <dgm:pt modelId="{82CC3FF0-E427-4791-87DC-BB7ED080552C}" type="pres">
      <dgm:prSet presAssocID="{3C45ED5A-A153-409A-8DF9-E1BF4E5B0C19}" presName="hierChild5" presStyleCnt="0"/>
      <dgm:spPr/>
    </dgm:pt>
    <dgm:pt modelId="{EB901FBC-406D-49A9-9299-174F089F6931}" type="pres">
      <dgm:prSet presAssocID="{6508BBE3-C649-472D-9091-EF0F0650B304}" presName="Name37" presStyleLbl="parChTrans1D3" presStyleIdx="2" presStyleCnt="3"/>
      <dgm:spPr/>
    </dgm:pt>
    <dgm:pt modelId="{115234B8-599F-431A-B238-B3103623F5A8}" type="pres">
      <dgm:prSet presAssocID="{E55E1D4D-8130-4323-8972-C0D87AFE4F78}" presName="hierRoot2" presStyleCnt="0">
        <dgm:presLayoutVars>
          <dgm:hierBranch val="init"/>
        </dgm:presLayoutVars>
      </dgm:prSet>
      <dgm:spPr/>
    </dgm:pt>
    <dgm:pt modelId="{FC5E53A2-06F9-43A8-A1CF-B955130F1022}" type="pres">
      <dgm:prSet presAssocID="{E55E1D4D-8130-4323-8972-C0D87AFE4F78}" presName="rootComposite" presStyleCnt="0"/>
      <dgm:spPr/>
    </dgm:pt>
    <dgm:pt modelId="{3D326CBC-754A-4891-8CBB-52CAE366C635}" type="pres">
      <dgm:prSet presAssocID="{E55E1D4D-8130-4323-8972-C0D87AFE4F78}" presName="rootText" presStyleLbl="node3" presStyleIdx="2" presStyleCnt="3">
        <dgm:presLayoutVars>
          <dgm:chPref val="3"/>
        </dgm:presLayoutVars>
      </dgm:prSet>
      <dgm:spPr/>
    </dgm:pt>
    <dgm:pt modelId="{1D50F4E1-4745-4061-B0E9-61CA71EF6C60}" type="pres">
      <dgm:prSet presAssocID="{E55E1D4D-8130-4323-8972-C0D87AFE4F78}" presName="rootConnector" presStyleLbl="node3" presStyleIdx="2" presStyleCnt="3"/>
      <dgm:spPr/>
    </dgm:pt>
    <dgm:pt modelId="{5566E246-E3C0-449A-BD4E-0271E6FC4315}" type="pres">
      <dgm:prSet presAssocID="{E55E1D4D-8130-4323-8972-C0D87AFE4F78}" presName="hierChild4" presStyleCnt="0"/>
      <dgm:spPr/>
    </dgm:pt>
    <dgm:pt modelId="{41AF8C94-E0D9-44CB-BDC4-1A39001D1084}" type="pres">
      <dgm:prSet presAssocID="{E55E1D4D-8130-4323-8972-C0D87AFE4F78}" presName="hierChild5" presStyleCnt="0"/>
      <dgm:spPr/>
    </dgm:pt>
    <dgm:pt modelId="{56216A17-16CC-42A6-A59B-740465FC16BA}" type="pres">
      <dgm:prSet presAssocID="{C8016469-18E8-4E2D-8F41-35462E3FC63E}" presName="hierChild5" presStyleCnt="0"/>
      <dgm:spPr/>
    </dgm:pt>
    <dgm:pt modelId="{C1F317DA-546F-4085-B913-3101495D36C2}" type="pres">
      <dgm:prSet presAssocID="{E41CBF92-333A-4D44-8505-B24B927F8006}" presName="hierChild3" presStyleCnt="0"/>
      <dgm:spPr/>
    </dgm:pt>
  </dgm:ptLst>
  <dgm:cxnLst>
    <dgm:cxn modelId="{0BFDC900-AE37-4D8C-801B-79594EBFC7A4}" srcId="{E41CBF92-333A-4D44-8505-B24B927F8006}" destId="{C8016469-18E8-4E2D-8F41-35462E3FC63E}" srcOrd="3" destOrd="0" parTransId="{BB875F6D-D686-46F7-9407-98BE725B6115}" sibTransId="{C3A14A51-5EF9-4AA6-854B-55CFA29B3A72}"/>
    <dgm:cxn modelId="{7086D805-5307-4A34-8D15-EBBAAFDA9095}" type="presOf" srcId="{3C45ED5A-A153-409A-8DF9-E1BF4E5B0C19}" destId="{DF6C6975-83E5-4391-A4EC-0AD7C0A1FD45}" srcOrd="1" destOrd="0" presId="urn:microsoft.com/office/officeart/2005/8/layout/orgChart1"/>
    <dgm:cxn modelId="{F4512221-DA0B-4F77-A05B-8B9CD5187396}" type="presOf" srcId="{BB875F6D-D686-46F7-9407-98BE725B6115}" destId="{C0C7BDF1-1283-4D53-9E7C-AC29A9FCEEC7}" srcOrd="0" destOrd="0" presId="urn:microsoft.com/office/officeart/2005/8/layout/orgChart1"/>
    <dgm:cxn modelId="{7A3D7127-1665-477B-8D94-E68E64756BD3}" type="presOf" srcId="{C8016469-18E8-4E2D-8F41-35462E3FC63E}" destId="{ADCCA7EF-0503-4F6F-8B1C-C7BD55FCEADC}" srcOrd="1" destOrd="0" presId="urn:microsoft.com/office/officeart/2005/8/layout/orgChart1"/>
    <dgm:cxn modelId="{1C75DA2A-81ED-450B-843B-45BABE2D0A24}" type="presOf" srcId="{9FCA339D-A173-4534-AFD0-31069B40776F}" destId="{F73E0AAE-F99D-42A4-89DE-CACC9714C8C4}" srcOrd="0" destOrd="0" presId="urn:microsoft.com/office/officeart/2005/8/layout/orgChart1"/>
    <dgm:cxn modelId="{84865C2E-898B-4E8C-BA5A-B84635BD7FA7}" srcId="{C8016469-18E8-4E2D-8F41-35462E3FC63E}" destId="{E55E1D4D-8130-4323-8972-C0D87AFE4F78}" srcOrd="2" destOrd="0" parTransId="{6508BBE3-C649-472D-9091-EF0F0650B304}" sibTransId="{C30A21A3-43D4-487A-9DC6-26A183EEE531}"/>
    <dgm:cxn modelId="{E1E32131-6D38-4399-BDC4-B58462580BE4}" type="presOf" srcId="{33D64302-18E9-4A1A-BE52-892B6FDC69B0}" destId="{C20E90A7-126F-44F8-898E-D37221F7BC07}" srcOrd="1" destOrd="0" presId="urn:microsoft.com/office/officeart/2005/8/layout/orgChart1"/>
    <dgm:cxn modelId="{3CAA0932-F731-419B-8282-861FBB61BAB7}" type="presOf" srcId="{89F2F2E0-FFE6-4796-8E0B-B23AB2AAC747}" destId="{0F7BC1D3-C848-4ED8-BF31-BDF95EF3FCF5}" srcOrd="0" destOrd="0" presId="urn:microsoft.com/office/officeart/2005/8/layout/orgChart1"/>
    <dgm:cxn modelId="{8F8B633D-4A67-4B87-9CD7-E37324C06870}" srcId="{C8016469-18E8-4E2D-8F41-35462E3FC63E}" destId="{78C85D6D-2AC1-4230-96D3-B8F7E4AEB2EE}" srcOrd="0" destOrd="0" parTransId="{9FCA339D-A173-4534-AFD0-31069B40776F}" sibTransId="{CADA303A-60E9-4D27-8DB5-A8E09303D8AB}"/>
    <dgm:cxn modelId="{07F5DE61-E517-4DF9-8CB4-A68EE1C8B05E}" type="presOf" srcId="{E55E1D4D-8130-4323-8972-C0D87AFE4F78}" destId="{1D50F4E1-4745-4061-B0E9-61CA71EF6C60}" srcOrd="1" destOrd="0" presId="urn:microsoft.com/office/officeart/2005/8/layout/orgChart1"/>
    <dgm:cxn modelId="{3268A269-A01D-4C4E-AFA7-2243E0A3E77F}" type="presOf" srcId="{E41CBF92-333A-4D44-8505-B24B927F8006}" destId="{E9AD8690-5DAD-474D-84EC-3FECA88802A9}" srcOrd="0" destOrd="0" presId="urn:microsoft.com/office/officeart/2005/8/layout/orgChart1"/>
    <dgm:cxn modelId="{1C28726A-A5DD-4A15-8FBF-418643FA70F6}" srcId="{E41CBF92-333A-4D44-8505-B24B927F8006}" destId="{33D64302-18E9-4A1A-BE52-892B6FDC69B0}" srcOrd="1" destOrd="0" parTransId="{89F2F2E0-FFE6-4796-8E0B-B23AB2AAC747}" sibTransId="{577EEAA4-0F94-4152-B4AD-EA865CE46130}"/>
    <dgm:cxn modelId="{C457E74A-DC7A-4E76-B328-0F39405CB337}" type="presOf" srcId="{E55E1D4D-8130-4323-8972-C0D87AFE4F78}" destId="{3D326CBC-754A-4891-8CBB-52CAE366C635}" srcOrd="0" destOrd="0" presId="urn:microsoft.com/office/officeart/2005/8/layout/orgChart1"/>
    <dgm:cxn modelId="{086ED96C-3FFE-4BF7-911F-BE45A2557DF9}" type="presOf" srcId="{1E5B65BE-1DAA-4A5B-8CD9-BB5BA7B4F1A8}" destId="{63ACC7F6-F842-458F-852A-593BE9396250}" srcOrd="1" destOrd="0" presId="urn:microsoft.com/office/officeart/2005/8/layout/orgChart1"/>
    <dgm:cxn modelId="{581BD156-391E-482D-ABCF-8258403DF031}" type="presOf" srcId="{C171412F-2B19-444E-B1DD-8BBD1EA552A6}" destId="{0441DAFA-3E1B-49C2-9328-716F1FBB5025}" srcOrd="0" destOrd="0" presId="urn:microsoft.com/office/officeart/2005/8/layout/orgChart1"/>
    <dgm:cxn modelId="{EE836C7A-F2B3-44F7-99F6-696715D7EB1B}" type="presOf" srcId="{1E5B65BE-1DAA-4A5B-8CD9-BB5BA7B4F1A8}" destId="{CF7D6F96-10C0-4899-B31B-605C6D515E09}" srcOrd="0" destOrd="0" presId="urn:microsoft.com/office/officeart/2005/8/layout/orgChart1"/>
    <dgm:cxn modelId="{AA8EAB81-A251-49FF-8976-4265A5ABBCBE}" srcId="{C8016469-18E8-4E2D-8F41-35462E3FC63E}" destId="{3C45ED5A-A153-409A-8DF9-E1BF4E5B0C19}" srcOrd="1" destOrd="0" parTransId="{C724F964-4CD8-4FBA-A669-53F0C6A4DBC6}" sibTransId="{E6159B3A-79DF-4F6A-BA79-36D86605AB2E}"/>
    <dgm:cxn modelId="{9AB7D18A-7578-4559-B971-51B80845BC7C}" type="presOf" srcId="{C8016469-18E8-4E2D-8F41-35462E3FC63E}" destId="{17F839CA-601E-4CD0-ACD0-EB374AD36C4B}" srcOrd="0" destOrd="0" presId="urn:microsoft.com/office/officeart/2005/8/layout/orgChart1"/>
    <dgm:cxn modelId="{D94CF18E-6922-4048-97C7-5422BA671F7A}" type="presOf" srcId="{33D64302-18E9-4A1A-BE52-892B6FDC69B0}" destId="{871A6ED8-8A9A-480E-8365-20FD2D07CB7C}" srcOrd="0" destOrd="0" presId="urn:microsoft.com/office/officeart/2005/8/layout/orgChart1"/>
    <dgm:cxn modelId="{490FF298-AAB2-424E-87E2-069174A1524E}" type="presOf" srcId="{78C85D6D-2AC1-4230-96D3-B8F7E4AEB2EE}" destId="{8D9D5234-8E0C-4A6E-AEC2-F5679278FC45}" srcOrd="0" destOrd="0" presId="urn:microsoft.com/office/officeart/2005/8/layout/orgChart1"/>
    <dgm:cxn modelId="{0A40D29A-D6E1-4B04-A80B-1C3013499001}" type="presOf" srcId="{C3065C6E-EBF3-410C-A327-0DB4FFB7FDA0}" destId="{222E34FD-A162-4D07-97BF-62093F47E968}" srcOrd="1" destOrd="0" presId="urn:microsoft.com/office/officeart/2005/8/layout/orgChart1"/>
    <dgm:cxn modelId="{E7CCD99A-AFC4-471C-BCED-6A03D7CF55DD}" type="presOf" srcId="{6837BB10-987C-4F6A-981E-A79610785CAB}" destId="{A4D1500D-E414-414D-80E6-41DC2AAB2F92}" srcOrd="0" destOrd="0" presId="urn:microsoft.com/office/officeart/2005/8/layout/orgChart1"/>
    <dgm:cxn modelId="{540BAB9B-B16B-4C0C-AF0B-AD8B7402F992}" type="presOf" srcId="{C3065C6E-EBF3-410C-A327-0DB4FFB7FDA0}" destId="{CB1FE7C7-E636-467B-8529-FE2557051543}" srcOrd="0" destOrd="0" presId="urn:microsoft.com/office/officeart/2005/8/layout/orgChart1"/>
    <dgm:cxn modelId="{7AE478A5-3BB0-49C6-9C9D-BAD4B80C7F43}" srcId="{E41CBF92-333A-4D44-8505-B24B927F8006}" destId="{1E5B65BE-1DAA-4A5B-8CD9-BB5BA7B4F1A8}" srcOrd="0" destOrd="0" parTransId="{C171412F-2B19-444E-B1DD-8BBD1EA552A6}" sibTransId="{3B419F3B-A8D1-4412-BDFC-AA2B7938C643}"/>
    <dgm:cxn modelId="{980E27BA-59C3-4236-96D5-43B1EBE5EB6B}" type="presOf" srcId="{6508BBE3-C649-472D-9091-EF0F0650B304}" destId="{EB901FBC-406D-49A9-9299-174F089F6931}" srcOrd="0" destOrd="0" presId="urn:microsoft.com/office/officeart/2005/8/layout/orgChart1"/>
    <dgm:cxn modelId="{DF8D19D2-3237-4F11-A32F-BA6811CCFC94}" type="presOf" srcId="{DBBB2174-A4E8-4150-907E-2F39F0CFC60F}" destId="{0BE42FF7-0C1F-41B1-8568-6C0D154F1289}" srcOrd="0" destOrd="0" presId="urn:microsoft.com/office/officeart/2005/8/layout/orgChart1"/>
    <dgm:cxn modelId="{C15AE0D4-3768-4A9D-86C9-33FE1EC771B3}" srcId="{6837BB10-987C-4F6A-981E-A79610785CAB}" destId="{E41CBF92-333A-4D44-8505-B24B927F8006}" srcOrd="0" destOrd="0" parTransId="{F4DBBA38-2827-4778-9471-1ABCAB1A883B}" sibTransId="{5282F87E-714D-4FB6-8516-5142D8F5333A}"/>
    <dgm:cxn modelId="{CFE745E7-C3DE-4FB5-A59D-53FE529D4A95}" type="presOf" srcId="{E41CBF92-333A-4D44-8505-B24B927F8006}" destId="{DB0878A2-7F01-467E-8E10-E7D9210DD2D7}" srcOrd="1" destOrd="0" presId="urn:microsoft.com/office/officeart/2005/8/layout/orgChart1"/>
    <dgm:cxn modelId="{D16FF0E8-E736-4742-80F1-E479A14E94E4}" type="presOf" srcId="{78C85D6D-2AC1-4230-96D3-B8F7E4AEB2EE}" destId="{240796CE-84FF-4E1C-8089-A3889560AC36}" srcOrd="1" destOrd="0" presId="urn:microsoft.com/office/officeart/2005/8/layout/orgChart1"/>
    <dgm:cxn modelId="{AAC96CE9-B277-4008-969F-2C98403C55B3}" srcId="{E41CBF92-333A-4D44-8505-B24B927F8006}" destId="{C3065C6E-EBF3-410C-A327-0DB4FFB7FDA0}" srcOrd="2" destOrd="0" parTransId="{DBBB2174-A4E8-4150-907E-2F39F0CFC60F}" sibTransId="{52EF3B3B-E0CF-43F7-AFAE-BF1115070164}"/>
    <dgm:cxn modelId="{08C955E9-447E-4275-A8E4-4E4B14C7CE1C}" type="presOf" srcId="{3C45ED5A-A153-409A-8DF9-E1BF4E5B0C19}" destId="{2E4C9DF0-5B10-4844-A70F-01E45CC6FABD}" srcOrd="0" destOrd="0" presId="urn:microsoft.com/office/officeart/2005/8/layout/orgChart1"/>
    <dgm:cxn modelId="{A419BEEF-2806-4460-BBB0-EEEC8060BD03}" type="presOf" srcId="{C724F964-4CD8-4FBA-A669-53F0C6A4DBC6}" destId="{46E7579F-6DD0-400E-ADBE-E626749C776F}" srcOrd="0" destOrd="0" presId="urn:microsoft.com/office/officeart/2005/8/layout/orgChart1"/>
    <dgm:cxn modelId="{89A2E0D1-E7CF-4AE6-B010-069E5324CE15}" type="presParOf" srcId="{A4D1500D-E414-414D-80E6-41DC2AAB2F92}" destId="{58D71AAE-BD75-47A7-B389-2375321BA2D1}" srcOrd="0" destOrd="0" presId="urn:microsoft.com/office/officeart/2005/8/layout/orgChart1"/>
    <dgm:cxn modelId="{D3F6AFB6-D5D4-4985-A84C-262029A1862B}" type="presParOf" srcId="{58D71AAE-BD75-47A7-B389-2375321BA2D1}" destId="{2B3BE654-C2FC-45F2-8788-1EB22233CF7D}" srcOrd="0" destOrd="0" presId="urn:microsoft.com/office/officeart/2005/8/layout/orgChart1"/>
    <dgm:cxn modelId="{1885EFA5-E043-428C-99A8-3630D706172D}" type="presParOf" srcId="{2B3BE654-C2FC-45F2-8788-1EB22233CF7D}" destId="{E9AD8690-5DAD-474D-84EC-3FECA88802A9}" srcOrd="0" destOrd="0" presId="urn:microsoft.com/office/officeart/2005/8/layout/orgChart1"/>
    <dgm:cxn modelId="{3D9516F0-D18A-4D36-BFC6-6455F9E9CA99}" type="presParOf" srcId="{2B3BE654-C2FC-45F2-8788-1EB22233CF7D}" destId="{DB0878A2-7F01-467E-8E10-E7D9210DD2D7}" srcOrd="1" destOrd="0" presId="urn:microsoft.com/office/officeart/2005/8/layout/orgChart1"/>
    <dgm:cxn modelId="{6F244C87-11C3-4E7B-AC1D-BC53B089A426}" type="presParOf" srcId="{58D71AAE-BD75-47A7-B389-2375321BA2D1}" destId="{2E7F1226-8215-4892-A35D-03C6D532FD2A}" srcOrd="1" destOrd="0" presId="urn:microsoft.com/office/officeart/2005/8/layout/orgChart1"/>
    <dgm:cxn modelId="{AE80AD5B-E594-4C8F-B462-367CA35A1F28}" type="presParOf" srcId="{2E7F1226-8215-4892-A35D-03C6D532FD2A}" destId="{0441DAFA-3E1B-49C2-9328-716F1FBB5025}" srcOrd="0" destOrd="0" presId="urn:microsoft.com/office/officeart/2005/8/layout/orgChart1"/>
    <dgm:cxn modelId="{1115EC85-6B0D-49AD-8AF2-7078471477E9}" type="presParOf" srcId="{2E7F1226-8215-4892-A35D-03C6D532FD2A}" destId="{E16D1E64-22A4-435A-8695-7C07F59DBEDF}" srcOrd="1" destOrd="0" presId="urn:microsoft.com/office/officeart/2005/8/layout/orgChart1"/>
    <dgm:cxn modelId="{8EC75438-F971-4D80-97A5-AEC23586ADCB}" type="presParOf" srcId="{E16D1E64-22A4-435A-8695-7C07F59DBEDF}" destId="{D6E6FECC-EEFF-45E2-A98C-9AAC495B5F56}" srcOrd="0" destOrd="0" presId="urn:microsoft.com/office/officeart/2005/8/layout/orgChart1"/>
    <dgm:cxn modelId="{09FB1F48-E789-4FD9-8254-648BBB07F1BE}" type="presParOf" srcId="{D6E6FECC-EEFF-45E2-A98C-9AAC495B5F56}" destId="{CF7D6F96-10C0-4899-B31B-605C6D515E09}" srcOrd="0" destOrd="0" presId="urn:microsoft.com/office/officeart/2005/8/layout/orgChart1"/>
    <dgm:cxn modelId="{D0ABDD7F-F77B-4ADF-9246-94F783B628FC}" type="presParOf" srcId="{D6E6FECC-EEFF-45E2-A98C-9AAC495B5F56}" destId="{63ACC7F6-F842-458F-852A-593BE9396250}" srcOrd="1" destOrd="0" presId="urn:microsoft.com/office/officeart/2005/8/layout/orgChart1"/>
    <dgm:cxn modelId="{9F84A082-CCAE-45E9-96D2-6D12F9686135}" type="presParOf" srcId="{E16D1E64-22A4-435A-8695-7C07F59DBEDF}" destId="{B2E3459F-5C46-48D5-8DF3-BEFEF72E0B00}" srcOrd="1" destOrd="0" presId="urn:microsoft.com/office/officeart/2005/8/layout/orgChart1"/>
    <dgm:cxn modelId="{0D2FDAA8-C948-4985-9114-44673E734245}" type="presParOf" srcId="{E16D1E64-22A4-435A-8695-7C07F59DBEDF}" destId="{C85758E6-AE0F-4F75-90FD-BD28546012A9}" srcOrd="2" destOrd="0" presId="urn:microsoft.com/office/officeart/2005/8/layout/orgChart1"/>
    <dgm:cxn modelId="{793B097F-27D7-4E83-97A3-56EF1ABBECC4}" type="presParOf" srcId="{2E7F1226-8215-4892-A35D-03C6D532FD2A}" destId="{0F7BC1D3-C848-4ED8-BF31-BDF95EF3FCF5}" srcOrd="2" destOrd="0" presId="urn:microsoft.com/office/officeart/2005/8/layout/orgChart1"/>
    <dgm:cxn modelId="{171C9156-BAD9-4F32-A2B8-AB5F0B7229BC}" type="presParOf" srcId="{2E7F1226-8215-4892-A35D-03C6D532FD2A}" destId="{1B76FE1E-368A-42B4-817A-9C02F7AD74DB}" srcOrd="3" destOrd="0" presId="urn:microsoft.com/office/officeart/2005/8/layout/orgChart1"/>
    <dgm:cxn modelId="{386DD91D-0E00-407C-ADC4-2DADF1967FC9}" type="presParOf" srcId="{1B76FE1E-368A-42B4-817A-9C02F7AD74DB}" destId="{4AC51CAE-1685-4150-A694-945BC5459CBB}" srcOrd="0" destOrd="0" presId="urn:microsoft.com/office/officeart/2005/8/layout/orgChart1"/>
    <dgm:cxn modelId="{A892E2C8-50F9-4375-9A8A-8A9A7F9421D8}" type="presParOf" srcId="{4AC51CAE-1685-4150-A694-945BC5459CBB}" destId="{871A6ED8-8A9A-480E-8365-20FD2D07CB7C}" srcOrd="0" destOrd="0" presId="urn:microsoft.com/office/officeart/2005/8/layout/orgChart1"/>
    <dgm:cxn modelId="{D3FB02B8-CB5C-4806-BC01-6CF47F0316FB}" type="presParOf" srcId="{4AC51CAE-1685-4150-A694-945BC5459CBB}" destId="{C20E90A7-126F-44F8-898E-D37221F7BC07}" srcOrd="1" destOrd="0" presId="urn:microsoft.com/office/officeart/2005/8/layout/orgChart1"/>
    <dgm:cxn modelId="{D85F10AD-8A84-4C64-BE97-A1120BD12042}" type="presParOf" srcId="{1B76FE1E-368A-42B4-817A-9C02F7AD74DB}" destId="{7989F2A4-32BB-4A9B-84E0-8E5F80D16BA9}" srcOrd="1" destOrd="0" presId="urn:microsoft.com/office/officeart/2005/8/layout/orgChart1"/>
    <dgm:cxn modelId="{B378B7FE-9F40-41C5-9131-2DFA40E885AE}" type="presParOf" srcId="{1B76FE1E-368A-42B4-817A-9C02F7AD74DB}" destId="{6032EDF5-3564-42CB-BF7F-B21BBBDB03EF}" srcOrd="2" destOrd="0" presId="urn:microsoft.com/office/officeart/2005/8/layout/orgChart1"/>
    <dgm:cxn modelId="{C5B87B15-8144-4C2A-970E-85C1BCC79851}" type="presParOf" srcId="{2E7F1226-8215-4892-A35D-03C6D532FD2A}" destId="{0BE42FF7-0C1F-41B1-8568-6C0D154F1289}" srcOrd="4" destOrd="0" presId="urn:microsoft.com/office/officeart/2005/8/layout/orgChart1"/>
    <dgm:cxn modelId="{7467CE5A-2794-4730-BCBA-73984C1E9298}" type="presParOf" srcId="{2E7F1226-8215-4892-A35D-03C6D532FD2A}" destId="{FF795480-3F0C-43DF-874F-4DE1A60681FA}" srcOrd="5" destOrd="0" presId="urn:microsoft.com/office/officeart/2005/8/layout/orgChart1"/>
    <dgm:cxn modelId="{3C6E287E-7872-4DEA-BBF0-19D8860A9FD5}" type="presParOf" srcId="{FF795480-3F0C-43DF-874F-4DE1A60681FA}" destId="{8995986A-19A0-46C3-9B27-3ADB6CC823BB}" srcOrd="0" destOrd="0" presId="urn:microsoft.com/office/officeart/2005/8/layout/orgChart1"/>
    <dgm:cxn modelId="{3967E0B2-FCF7-4A37-998F-148DFE8DBD72}" type="presParOf" srcId="{8995986A-19A0-46C3-9B27-3ADB6CC823BB}" destId="{CB1FE7C7-E636-467B-8529-FE2557051543}" srcOrd="0" destOrd="0" presId="urn:microsoft.com/office/officeart/2005/8/layout/orgChart1"/>
    <dgm:cxn modelId="{37BFD686-3043-450A-8930-EA32E2A634AC}" type="presParOf" srcId="{8995986A-19A0-46C3-9B27-3ADB6CC823BB}" destId="{222E34FD-A162-4D07-97BF-62093F47E968}" srcOrd="1" destOrd="0" presId="urn:microsoft.com/office/officeart/2005/8/layout/orgChart1"/>
    <dgm:cxn modelId="{3D8096DC-F9C2-49ED-AB60-15E3A016338C}" type="presParOf" srcId="{FF795480-3F0C-43DF-874F-4DE1A60681FA}" destId="{B82E1E74-8948-4C65-B030-96BC7B5E36D7}" srcOrd="1" destOrd="0" presId="urn:microsoft.com/office/officeart/2005/8/layout/orgChart1"/>
    <dgm:cxn modelId="{A03C553C-50B2-4ED5-88D5-C31583912128}" type="presParOf" srcId="{FF795480-3F0C-43DF-874F-4DE1A60681FA}" destId="{B333FE3C-8C0D-4DE1-A2B5-1B00A7ABE366}" srcOrd="2" destOrd="0" presId="urn:microsoft.com/office/officeart/2005/8/layout/orgChart1"/>
    <dgm:cxn modelId="{DFFCD06A-3094-4BF3-8D14-F9C17E7AA422}" type="presParOf" srcId="{2E7F1226-8215-4892-A35D-03C6D532FD2A}" destId="{C0C7BDF1-1283-4D53-9E7C-AC29A9FCEEC7}" srcOrd="6" destOrd="0" presId="urn:microsoft.com/office/officeart/2005/8/layout/orgChart1"/>
    <dgm:cxn modelId="{389EEC7C-DE4E-4475-93D7-FE9F0BA71B0C}" type="presParOf" srcId="{2E7F1226-8215-4892-A35D-03C6D532FD2A}" destId="{41C302DC-6C17-4DB5-B629-7B92A83D41C0}" srcOrd="7" destOrd="0" presId="urn:microsoft.com/office/officeart/2005/8/layout/orgChart1"/>
    <dgm:cxn modelId="{AA243268-6ACD-4FB6-B050-9FBFB8FD8DBD}" type="presParOf" srcId="{41C302DC-6C17-4DB5-B629-7B92A83D41C0}" destId="{63B2F2FE-191C-46A5-A67B-EF1864DD276F}" srcOrd="0" destOrd="0" presId="urn:microsoft.com/office/officeart/2005/8/layout/orgChart1"/>
    <dgm:cxn modelId="{5E01284C-12C6-436B-9970-DD88C7E05192}" type="presParOf" srcId="{63B2F2FE-191C-46A5-A67B-EF1864DD276F}" destId="{17F839CA-601E-4CD0-ACD0-EB374AD36C4B}" srcOrd="0" destOrd="0" presId="urn:microsoft.com/office/officeart/2005/8/layout/orgChart1"/>
    <dgm:cxn modelId="{98BCCA75-981D-4F98-83C0-2954845005CC}" type="presParOf" srcId="{63B2F2FE-191C-46A5-A67B-EF1864DD276F}" destId="{ADCCA7EF-0503-4F6F-8B1C-C7BD55FCEADC}" srcOrd="1" destOrd="0" presId="urn:microsoft.com/office/officeart/2005/8/layout/orgChart1"/>
    <dgm:cxn modelId="{E38BE6A3-8ED8-4C3D-8854-4C9BB231E73B}" type="presParOf" srcId="{41C302DC-6C17-4DB5-B629-7B92A83D41C0}" destId="{1DFA3550-DE96-4094-AB8E-E02EA385D84A}" srcOrd="1" destOrd="0" presId="urn:microsoft.com/office/officeart/2005/8/layout/orgChart1"/>
    <dgm:cxn modelId="{2310481B-AD7D-4CA7-9AE1-8F0CD84D75C2}" type="presParOf" srcId="{1DFA3550-DE96-4094-AB8E-E02EA385D84A}" destId="{F73E0AAE-F99D-42A4-89DE-CACC9714C8C4}" srcOrd="0" destOrd="0" presId="urn:microsoft.com/office/officeart/2005/8/layout/orgChart1"/>
    <dgm:cxn modelId="{82DB1A6F-5A73-4EC1-ABCC-F691D3BD24C5}" type="presParOf" srcId="{1DFA3550-DE96-4094-AB8E-E02EA385D84A}" destId="{82F5166A-2980-4114-B033-45A838B36035}" srcOrd="1" destOrd="0" presId="urn:microsoft.com/office/officeart/2005/8/layout/orgChart1"/>
    <dgm:cxn modelId="{C02FD34C-B358-4066-B569-69E014ABA431}" type="presParOf" srcId="{82F5166A-2980-4114-B033-45A838B36035}" destId="{E0A95CF2-9E66-4CAA-BE15-F84B4AFB4855}" srcOrd="0" destOrd="0" presId="urn:microsoft.com/office/officeart/2005/8/layout/orgChart1"/>
    <dgm:cxn modelId="{CD7EB8AF-8BCC-429A-BC3B-7FF59AF1989E}" type="presParOf" srcId="{E0A95CF2-9E66-4CAA-BE15-F84B4AFB4855}" destId="{8D9D5234-8E0C-4A6E-AEC2-F5679278FC45}" srcOrd="0" destOrd="0" presId="urn:microsoft.com/office/officeart/2005/8/layout/orgChart1"/>
    <dgm:cxn modelId="{321F5A8F-B07B-429F-9B5B-D24C6535C5AF}" type="presParOf" srcId="{E0A95CF2-9E66-4CAA-BE15-F84B4AFB4855}" destId="{240796CE-84FF-4E1C-8089-A3889560AC36}" srcOrd="1" destOrd="0" presId="urn:microsoft.com/office/officeart/2005/8/layout/orgChart1"/>
    <dgm:cxn modelId="{D983F770-B60A-4D55-8F54-08C171486D33}" type="presParOf" srcId="{82F5166A-2980-4114-B033-45A838B36035}" destId="{F54DAC1F-796B-477E-88E1-39C080BF9A36}" srcOrd="1" destOrd="0" presId="urn:microsoft.com/office/officeart/2005/8/layout/orgChart1"/>
    <dgm:cxn modelId="{E5BFA486-98DC-4835-B051-C260F7E40860}" type="presParOf" srcId="{82F5166A-2980-4114-B033-45A838B36035}" destId="{B5A467ED-84DC-4F60-B4AF-F8C40BB44227}" srcOrd="2" destOrd="0" presId="urn:microsoft.com/office/officeart/2005/8/layout/orgChart1"/>
    <dgm:cxn modelId="{EEB03909-1BC2-4556-93F6-553A2CFDA6D5}" type="presParOf" srcId="{1DFA3550-DE96-4094-AB8E-E02EA385D84A}" destId="{46E7579F-6DD0-400E-ADBE-E626749C776F}" srcOrd="2" destOrd="0" presId="urn:microsoft.com/office/officeart/2005/8/layout/orgChart1"/>
    <dgm:cxn modelId="{6AFB04E5-251C-4D83-9AA6-1E1FD7D117FB}" type="presParOf" srcId="{1DFA3550-DE96-4094-AB8E-E02EA385D84A}" destId="{CC62BA39-093E-4C91-88A8-26FBDAE110B7}" srcOrd="3" destOrd="0" presId="urn:microsoft.com/office/officeart/2005/8/layout/orgChart1"/>
    <dgm:cxn modelId="{01D0E5E6-BDA4-486B-8A9B-A485E7240B91}" type="presParOf" srcId="{CC62BA39-093E-4C91-88A8-26FBDAE110B7}" destId="{AB823C65-E98A-4ECB-8769-7AF00E335EE5}" srcOrd="0" destOrd="0" presId="urn:microsoft.com/office/officeart/2005/8/layout/orgChart1"/>
    <dgm:cxn modelId="{383A8ED7-1CB9-4DD4-96D8-55D7D8084E44}" type="presParOf" srcId="{AB823C65-E98A-4ECB-8769-7AF00E335EE5}" destId="{2E4C9DF0-5B10-4844-A70F-01E45CC6FABD}" srcOrd="0" destOrd="0" presId="urn:microsoft.com/office/officeart/2005/8/layout/orgChart1"/>
    <dgm:cxn modelId="{396AF58E-5EED-4C97-9C3F-9D3BB45CB52D}" type="presParOf" srcId="{AB823C65-E98A-4ECB-8769-7AF00E335EE5}" destId="{DF6C6975-83E5-4391-A4EC-0AD7C0A1FD45}" srcOrd="1" destOrd="0" presId="urn:microsoft.com/office/officeart/2005/8/layout/orgChart1"/>
    <dgm:cxn modelId="{9F9FEE99-A57E-45CD-BBAB-F3532C18F60F}" type="presParOf" srcId="{CC62BA39-093E-4C91-88A8-26FBDAE110B7}" destId="{55768FFE-F474-44D2-B7EC-35FE4BE3F75C}" srcOrd="1" destOrd="0" presId="urn:microsoft.com/office/officeart/2005/8/layout/orgChart1"/>
    <dgm:cxn modelId="{47123983-0873-498D-8747-12BBC4C8EC57}" type="presParOf" srcId="{CC62BA39-093E-4C91-88A8-26FBDAE110B7}" destId="{82CC3FF0-E427-4791-87DC-BB7ED080552C}" srcOrd="2" destOrd="0" presId="urn:microsoft.com/office/officeart/2005/8/layout/orgChart1"/>
    <dgm:cxn modelId="{EB995FEE-6F7D-4B64-B6E5-F77D74011F5F}" type="presParOf" srcId="{1DFA3550-DE96-4094-AB8E-E02EA385D84A}" destId="{EB901FBC-406D-49A9-9299-174F089F6931}" srcOrd="4" destOrd="0" presId="urn:microsoft.com/office/officeart/2005/8/layout/orgChart1"/>
    <dgm:cxn modelId="{6FD6EFFA-0880-4CB6-BEB0-DEB505C03B5C}" type="presParOf" srcId="{1DFA3550-DE96-4094-AB8E-E02EA385D84A}" destId="{115234B8-599F-431A-B238-B3103623F5A8}" srcOrd="5" destOrd="0" presId="urn:microsoft.com/office/officeart/2005/8/layout/orgChart1"/>
    <dgm:cxn modelId="{7A557402-4BB3-4BC7-A58F-1F92EAF61A68}" type="presParOf" srcId="{115234B8-599F-431A-B238-B3103623F5A8}" destId="{FC5E53A2-06F9-43A8-A1CF-B955130F1022}" srcOrd="0" destOrd="0" presId="urn:microsoft.com/office/officeart/2005/8/layout/orgChart1"/>
    <dgm:cxn modelId="{7C67121B-B9EC-4839-A2A5-13CA22641B9B}" type="presParOf" srcId="{FC5E53A2-06F9-43A8-A1CF-B955130F1022}" destId="{3D326CBC-754A-4891-8CBB-52CAE366C635}" srcOrd="0" destOrd="0" presId="urn:microsoft.com/office/officeart/2005/8/layout/orgChart1"/>
    <dgm:cxn modelId="{52AB9157-A161-4EC5-AB50-94DB1E7CD06B}" type="presParOf" srcId="{FC5E53A2-06F9-43A8-A1CF-B955130F1022}" destId="{1D50F4E1-4745-4061-B0E9-61CA71EF6C60}" srcOrd="1" destOrd="0" presId="urn:microsoft.com/office/officeart/2005/8/layout/orgChart1"/>
    <dgm:cxn modelId="{A82375A9-A0E9-4E15-93EF-C6022B71DA2D}" type="presParOf" srcId="{115234B8-599F-431A-B238-B3103623F5A8}" destId="{5566E246-E3C0-449A-BD4E-0271E6FC4315}" srcOrd="1" destOrd="0" presId="urn:microsoft.com/office/officeart/2005/8/layout/orgChart1"/>
    <dgm:cxn modelId="{0C3DE95C-1CBD-4AF5-92CA-730EFBE0C878}" type="presParOf" srcId="{115234B8-599F-431A-B238-B3103623F5A8}" destId="{41AF8C94-E0D9-44CB-BDC4-1A39001D1084}" srcOrd="2" destOrd="0" presId="urn:microsoft.com/office/officeart/2005/8/layout/orgChart1"/>
    <dgm:cxn modelId="{34716CD1-18DD-4019-8C0E-7CBDE94A7A30}" type="presParOf" srcId="{41C302DC-6C17-4DB5-B629-7B92A83D41C0}" destId="{56216A17-16CC-42A6-A59B-740465FC16BA}" srcOrd="2" destOrd="0" presId="urn:microsoft.com/office/officeart/2005/8/layout/orgChart1"/>
    <dgm:cxn modelId="{F7ED3652-E7D0-4791-8EC2-7ADFFD6CD12D}" type="presParOf" srcId="{58D71AAE-BD75-47A7-B389-2375321BA2D1}" destId="{C1F317DA-546F-4085-B913-3101495D36C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37BB10-987C-4F6A-981E-A79610785CA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K"/>
        </a:p>
      </dgm:t>
    </dgm:pt>
    <dgm:pt modelId="{E41CBF92-333A-4D44-8505-B24B927F8006}">
      <dgm:prSet phldrT="[Text]" phldr="0"/>
      <dgm:spPr/>
      <dgm:t>
        <a:bodyPr/>
        <a:lstStyle/>
        <a:p>
          <a:r>
            <a:rPr lang="en-US" dirty="0"/>
            <a:t>3D printing magnetics</a:t>
          </a:r>
          <a:endParaRPr lang="en-DK" dirty="0"/>
        </a:p>
      </dgm:t>
    </dgm:pt>
    <dgm:pt modelId="{F4DBBA38-2827-4778-9471-1ABCAB1A883B}" type="parTrans" cxnId="{C15AE0D4-3768-4A9D-86C9-33FE1EC771B3}">
      <dgm:prSet/>
      <dgm:spPr/>
      <dgm:t>
        <a:bodyPr/>
        <a:lstStyle/>
        <a:p>
          <a:endParaRPr lang="en-DK"/>
        </a:p>
      </dgm:t>
    </dgm:pt>
    <dgm:pt modelId="{5282F87E-714D-4FB6-8516-5142D8F5333A}" type="sibTrans" cxnId="{C15AE0D4-3768-4A9D-86C9-33FE1EC771B3}">
      <dgm:prSet/>
      <dgm:spPr/>
      <dgm:t>
        <a:bodyPr/>
        <a:lstStyle/>
        <a:p>
          <a:endParaRPr lang="en-DK"/>
        </a:p>
      </dgm:t>
    </dgm:pt>
    <dgm:pt modelId="{1E5B65BE-1DAA-4A5B-8CD9-BB5BA7B4F1A8}">
      <dgm:prSet phldrT="[Text]" phldr="0"/>
      <dgm:spPr/>
      <dgm:t>
        <a:bodyPr/>
        <a:lstStyle/>
        <a:p>
          <a:r>
            <a:rPr lang="en-US" dirty="0"/>
            <a:t>Vat polymerization</a:t>
          </a:r>
          <a:endParaRPr lang="en-DK" dirty="0"/>
        </a:p>
      </dgm:t>
    </dgm:pt>
    <dgm:pt modelId="{C171412F-2B19-444E-B1DD-8BBD1EA552A6}" type="parTrans" cxnId="{7AE478A5-3BB0-49C6-9C9D-BAD4B80C7F43}">
      <dgm:prSet/>
      <dgm:spPr/>
      <dgm:t>
        <a:bodyPr/>
        <a:lstStyle/>
        <a:p>
          <a:endParaRPr lang="en-DK"/>
        </a:p>
      </dgm:t>
    </dgm:pt>
    <dgm:pt modelId="{3B419F3B-A8D1-4412-BDFC-AA2B7938C643}" type="sibTrans" cxnId="{7AE478A5-3BB0-49C6-9C9D-BAD4B80C7F43}">
      <dgm:prSet/>
      <dgm:spPr/>
      <dgm:t>
        <a:bodyPr/>
        <a:lstStyle/>
        <a:p>
          <a:endParaRPr lang="en-DK"/>
        </a:p>
      </dgm:t>
    </dgm:pt>
    <dgm:pt modelId="{33D64302-18E9-4A1A-BE52-892B6FDC69B0}">
      <dgm:prSet phldrT="[Text]" phldr="0"/>
      <dgm:spPr/>
      <dgm:t>
        <a:bodyPr/>
        <a:lstStyle/>
        <a:p>
          <a:r>
            <a:rPr lang="en-US" dirty="0"/>
            <a:t>Powder bed fusion</a:t>
          </a:r>
          <a:endParaRPr lang="en-DK" dirty="0"/>
        </a:p>
      </dgm:t>
    </dgm:pt>
    <dgm:pt modelId="{89F2F2E0-FFE6-4796-8E0B-B23AB2AAC747}" type="parTrans" cxnId="{1C28726A-A5DD-4A15-8FBF-418643FA70F6}">
      <dgm:prSet/>
      <dgm:spPr/>
      <dgm:t>
        <a:bodyPr/>
        <a:lstStyle/>
        <a:p>
          <a:endParaRPr lang="en-DK"/>
        </a:p>
      </dgm:t>
    </dgm:pt>
    <dgm:pt modelId="{577EEAA4-0F94-4152-B4AD-EA865CE46130}" type="sibTrans" cxnId="{1C28726A-A5DD-4A15-8FBF-418643FA70F6}">
      <dgm:prSet/>
      <dgm:spPr/>
      <dgm:t>
        <a:bodyPr/>
        <a:lstStyle/>
        <a:p>
          <a:endParaRPr lang="en-DK"/>
        </a:p>
      </dgm:t>
    </dgm:pt>
    <dgm:pt modelId="{C3065C6E-EBF3-410C-A327-0DB4FFB7FDA0}">
      <dgm:prSet phldrT="[Text]" phldr="0"/>
      <dgm:spPr/>
      <dgm:t>
        <a:bodyPr/>
        <a:lstStyle/>
        <a:p>
          <a:r>
            <a:rPr lang="en-US" dirty="0"/>
            <a:t>Binder jetting</a:t>
          </a:r>
          <a:endParaRPr lang="en-DK" dirty="0"/>
        </a:p>
      </dgm:t>
    </dgm:pt>
    <dgm:pt modelId="{DBBB2174-A4E8-4150-907E-2F39F0CFC60F}" type="parTrans" cxnId="{AAC96CE9-B277-4008-969F-2C98403C55B3}">
      <dgm:prSet/>
      <dgm:spPr/>
      <dgm:t>
        <a:bodyPr/>
        <a:lstStyle/>
        <a:p>
          <a:endParaRPr lang="en-DK"/>
        </a:p>
      </dgm:t>
    </dgm:pt>
    <dgm:pt modelId="{52EF3B3B-E0CF-43F7-AFAE-BF1115070164}" type="sibTrans" cxnId="{AAC96CE9-B277-4008-969F-2C98403C55B3}">
      <dgm:prSet/>
      <dgm:spPr/>
      <dgm:t>
        <a:bodyPr/>
        <a:lstStyle/>
        <a:p>
          <a:endParaRPr lang="en-DK"/>
        </a:p>
      </dgm:t>
    </dgm:pt>
    <dgm:pt modelId="{C8016469-18E8-4E2D-8F41-35462E3FC63E}">
      <dgm:prSet phldrT="[Text]" phldr="0"/>
      <dgm:spPr/>
      <dgm:t>
        <a:bodyPr/>
        <a:lstStyle/>
        <a:p>
          <a:r>
            <a:rPr lang="en-US"/>
            <a:t>Material extrusion</a:t>
          </a:r>
          <a:endParaRPr lang="en-DK" dirty="0"/>
        </a:p>
      </dgm:t>
    </dgm:pt>
    <dgm:pt modelId="{BB875F6D-D686-46F7-9407-98BE725B6115}" type="parTrans" cxnId="{0BFDC900-AE37-4D8C-801B-79594EBFC7A4}">
      <dgm:prSet/>
      <dgm:spPr/>
      <dgm:t>
        <a:bodyPr/>
        <a:lstStyle/>
        <a:p>
          <a:endParaRPr lang="en-DK"/>
        </a:p>
      </dgm:t>
    </dgm:pt>
    <dgm:pt modelId="{C3A14A51-5EF9-4AA6-854B-55CFA29B3A72}" type="sibTrans" cxnId="{0BFDC900-AE37-4D8C-801B-79594EBFC7A4}">
      <dgm:prSet/>
      <dgm:spPr/>
      <dgm:t>
        <a:bodyPr/>
        <a:lstStyle/>
        <a:p>
          <a:endParaRPr lang="en-DK"/>
        </a:p>
      </dgm:t>
    </dgm:pt>
    <dgm:pt modelId="{78C85D6D-2AC1-4230-96D3-B8F7E4AEB2EE}">
      <dgm:prSet phldrT="[Text]" phldr="0"/>
      <dgm:spPr/>
      <dgm:t>
        <a:bodyPr/>
        <a:lstStyle/>
        <a:p>
          <a:r>
            <a:rPr lang="en-US" dirty="0"/>
            <a:t>Fused deposition modeling</a:t>
          </a:r>
          <a:endParaRPr lang="en-DK" dirty="0"/>
        </a:p>
      </dgm:t>
    </dgm:pt>
    <dgm:pt modelId="{9FCA339D-A173-4534-AFD0-31069B40776F}" type="parTrans" cxnId="{8F8B633D-4A67-4B87-9CD7-E37324C06870}">
      <dgm:prSet/>
      <dgm:spPr/>
      <dgm:t>
        <a:bodyPr/>
        <a:lstStyle/>
        <a:p>
          <a:endParaRPr lang="en-DK"/>
        </a:p>
      </dgm:t>
    </dgm:pt>
    <dgm:pt modelId="{CADA303A-60E9-4D27-8DB5-A8E09303D8AB}" type="sibTrans" cxnId="{8F8B633D-4A67-4B87-9CD7-E37324C06870}">
      <dgm:prSet/>
      <dgm:spPr/>
      <dgm:t>
        <a:bodyPr/>
        <a:lstStyle/>
        <a:p>
          <a:endParaRPr lang="en-DK"/>
        </a:p>
      </dgm:t>
    </dgm:pt>
    <dgm:pt modelId="{3C45ED5A-A153-409A-8DF9-E1BF4E5B0C19}">
      <dgm:prSet phldrT="[Text]" phldr="0"/>
      <dgm:spPr/>
      <dgm:t>
        <a:bodyPr/>
        <a:lstStyle/>
        <a:p>
          <a:r>
            <a:rPr lang="en-US"/>
            <a:t>Direct ink writing</a:t>
          </a:r>
          <a:endParaRPr lang="en-DK" dirty="0"/>
        </a:p>
      </dgm:t>
    </dgm:pt>
    <dgm:pt modelId="{C724F964-4CD8-4FBA-A669-53F0C6A4DBC6}" type="parTrans" cxnId="{AA8EAB81-A251-49FF-8976-4265A5ABBCBE}">
      <dgm:prSet/>
      <dgm:spPr/>
      <dgm:t>
        <a:bodyPr/>
        <a:lstStyle/>
        <a:p>
          <a:endParaRPr lang="en-DK"/>
        </a:p>
      </dgm:t>
    </dgm:pt>
    <dgm:pt modelId="{E6159B3A-79DF-4F6A-BA79-36D86605AB2E}" type="sibTrans" cxnId="{AA8EAB81-A251-49FF-8976-4265A5ABBCBE}">
      <dgm:prSet/>
      <dgm:spPr/>
      <dgm:t>
        <a:bodyPr/>
        <a:lstStyle/>
        <a:p>
          <a:endParaRPr lang="en-DK"/>
        </a:p>
      </dgm:t>
    </dgm:pt>
    <dgm:pt modelId="{E55E1D4D-8130-4323-8972-C0D87AFE4F78}">
      <dgm:prSet phldrT="[Text]" phldr="0"/>
      <dgm:spPr/>
      <dgm:t>
        <a:bodyPr/>
        <a:lstStyle/>
        <a:p>
          <a:r>
            <a:rPr lang="en-US" dirty="0"/>
            <a:t>Fused granulate fabrication</a:t>
          </a:r>
          <a:endParaRPr lang="en-DK" dirty="0"/>
        </a:p>
      </dgm:t>
    </dgm:pt>
    <dgm:pt modelId="{6508BBE3-C649-472D-9091-EF0F0650B304}" type="parTrans" cxnId="{84865C2E-898B-4E8C-BA5A-B84635BD7FA7}">
      <dgm:prSet/>
      <dgm:spPr/>
      <dgm:t>
        <a:bodyPr/>
        <a:lstStyle/>
        <a:p>
          <a:endParaRPr lang="en-DK"/>
        </a:p>
      </dgm:t>
    </dgm:pt>
    <dgm:pt modelId="{C30A21A3-43D4-487A-9DC6-26A183EEE531}" type="sibTrans" cxnId="{84865C2E-898B-4E8C-BA5A-B84635BD7FA7}">
      <dgm:prSet/>
      <dgm:spPr/>
      <dgm:t>
        <a:bodyPr/>
        <a:lstStyle/>
        <a:p>
          <a:endParaRPr lang="en-DK"/>
        </a:p>
      </dgm:t>
    </dgm:pt>
    <dgm:pt modelId="{A4D1500D-E414-414D-80E6-41DC2AAB2F92}" type="pres">
      <dgm:prSet presAssocID="{6837BB10-987C-4F6A-981E-A79610785CA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8D71AAE-BD75-47A7-B389-2375321BA2D1}" type="pres">
      <dgm:prSet presAssocID="{E41CBF92-333A-4D44-8505-B24B927F8006}" presName="hierRoot1" presStyleCnt="0">
        <dgm:presLayoutVars>
          <dgm:hierBranch val="init"/>
        </dgm:presLayoutVars>
      </dgm:prSet>
      <dgm:spPr/>
    </dgm:pt>
    <dgm:pt modelId="{2B3BE654-C2FC-45F2-8788-1EB22233CF7D}" type="pres">
      <dgm:prSet presAssocID="{E41CBF92-333A-4D44-8505-B24B927F8006}" presName="rootComposite1" presStyleCnt="0"/>
      <dgm:spPr/>
    </dgm:pt>
    <dgm:pt modelId="{E9AD8690-5DAD-474D-84EC-3FECA88802A9}" type="pres">
      <dgm:prSet presAssocID="{E41CBF92-333A-4D44-8505-B24B927F8006}" presName="rootText1" presStyleLbl="node0" presStyleIdx="0" presStyleCnt="1">
        <dgm:presLayoutVars>
          <dgm:chPref val="3"/>
        </dgm:presLayoutVars>
      </dgm:prSet>
      <dgm:spPr/>
    </dgm:pt>
    <dgm:pt modelId="{DB0878A2-7F01-467E-8E10-E7D9210DD2D7}" type="pres">
      <dgm:prSet presAssocID="{E41CBF92-333A-4D44-8505-B24B927F8006}" presName="rootConnector1" presStyleLbl="node1" presStyleIdx="0" presStyleCnt="0"/>
      <dgm:spPr/>
    </dgm:pt>
    <dgm:pt modelId="{2E7F1226-8215-4892-A35D-03C6D532FD2A}" type="pres">
      <dgm:prSet presAssocID="{E41CBF92-333A-4D44-8505-B24B927F8006}" presName="hierChild2" presStyleCnt="0"/>
      <dgm:spPr/>
    </dgm:pt>
    <dgm:pt modelId="{0441DAFA-3E1B-49C2-9328-716F1FBB5025}" type="pres">
      <dgm:prSet presAssocID="{C171412F-2B19-444E-B1DD-8BBD1EA552A6}" presName="Name37" presStyleLbl="parChTrans1D2" presStyleIdx="0" presStyleCnt="4"/>
      <dgm:spPr/>
    </dgm:pt>
    <dgm:pt modelId="{E16D1E64-22A4-435A-8695-7C07F59DBEDF}" type="pres">
      <dgm:prSet presAssocID="{1E5B65BE-1DAA-4A5B-8CD9-BB5BA7B4F1A8}" presName="hierRoot2" presStyleCnt="0">
        <dgm:presLayoutVars>
          <dgm:hierBranch val="init"/>
        </dgm:presLayoutVars>
      </dgm:prSet>
      <dgm:spPr/>
    </dgm:pt>
    <dgm:pt modelId="{D6E6FECC-EEFF-45E2-A98C-9AAC495B5F56}" type="pres">
      <dgm:prSet presAssocID="{1E5B65BE-1DAA-4A5B-8CD9-BB5BA7B4F1A8}" presName="rootComposite" presStyleCnt="0"/>
      <dgm:spPr/>
    </dgm:pt>
    <dgm:pt modelId="{CF7D6F96-10C0-4899-B31B-605C6D515E09}" type="pres">
      <dgm:prSet presAssocID="{1E5B65BE-1DAA-4A5B-8CD9-BB5BA7B4F1A8}" presName="rootText" presStyleLbl="node2" presStyleIdx="0" presStyleCnt="4">
        <dgm:presLayoutVars>
          <dgm:chPref val="3"/>
        </dgm:presLayoutVars>
      </dgm:prSet>
      <dgm:spPr/>
    </dgm:pt>
    <dgm:pt modelId="{63ACC7F6-F842-458F-852A-593BE9396250}" type="pres">
      <dgm:prSet presAssocID="{1E5B65BE-1DAA-4A5B-8CD9-BB5BA7B4F1A8}" presName="rootConnector" presStyleLbl="node2" presStyleIdx="0" presStyleCnt="4"/>
      <dgm:spPr/>
    </dgm:pt>
    <dgm:pt modelId="{B2E3459F-5C46-48D5-8DF3-BEFEF72E0B00}" type="pres">
      <dgm:prSet presAssocID="{1E5B65BE-1DAA-4A5B-8CD9-BB5BA7B4F1A8}" presName="hierChild4" presStyleCnt="0"/>
      <dgm:spPr/>
    </dgm:pt>
    <dgm:pt modelId="{C85758E6-AE0F-4F75-90FD-BD28546012A9}" type="pres">
      <dgm:prSet presAssocID="{1E5B65BE-1DAA-4A5B-8CD9-BB5BA7B4F1A8}" presName="hierChild5" presStyleCnt="0"/>
      <dgm:spPr/>
    </dgm:pt>
    <dgm:pt modelId="{0F7BC1D3-C848-4ED8-BF31-BDF95EF3FCF5}" type="pres">
      <dgm:prSet presAssocID="{89F2F2E0-FFE6-4796-8E0B-B23AB2AAC747}" presName="Name37" presStyleLbl="parChTrans1D2" presStyleIdx="1" presStyleCnt="4"/>
      <dgm:spPr/>
    </dgm:pt>
    <dgm:pt modelId="{1B76FE1E-368A-42B4-817A-9C02F7AD74DB}" type="pres">
      <dgm:prSet presAssocID="{33D64302-18E9-4A1A-BE52-892B6FDC69B0}" presName="hierRoot2" presStyleCnt="0">
        <dgm:presLayoutVars>
          <dgm:hierBranch val="init"/>
        </dgm:presLayoutVars>
      </dgm:prSet>
      <dgm:spPr/>
    </dgm:pt>
    <dgm:pt modelId="{4AC51CAE-1685-4150-A694-945BC5459CBB}" type="pres">
      <dgm:prSet presAssocID="{33D64302-18E9-4A1A-BE52-892B6FDC69B0}" presName="rootComposite" presStyleCnt="0"/>
      <dgm:spPr/>
    </dgm:pt>
    <dgm:pt modelId="{871A6ED8-8A9A-480E-8365-20FD2D07CB7C}" type="pres">
      <dgm:prSet presAssocID="{33D64302-18E9-4A1A-BE52-892B6FDC69B0}" presName="rootText" presStyleLbl="node2" presStyleIdx="1" presStyleCnt="4">
        <dgm:presLayoutVars>
          <dgm:chPref val="3"/>
        </dgm:presLayoutVars>
      </dgm:prSet>
      <dgm:spPr/>
    </dgm:pt>
    <dgm:pt modelId="{C20E90A7-126F-44F8-898E-D37221F7BC07}" type="pres">
      <dgm:prSet presAssocID="{33D64302-18E9-4A1A-BE52-892B6FDC69B0}" presName="rootConnector" presStyleLbl="node2" presStyleIdx="1" presStyleCnt="4"/>
      <dgm:spPr/>
    </dgm:pt>
    <dgm:pt modelId="{7989F2A4-32BB-4A9B-84E0-8E5F80D16BA9}" type="pres">
      <dgm:prSet presAssocID="{33D64302-18E9-4A1A-BE52-892B6FDC69B0}" presName="hierChild4" presStyleCnt="0"/>
      <dgm:spPr/>
    </dgm:pt>
    <dgm:pt modelId="{6032EDF5-3564-42CB-BF7F-B21BBBDB03EF}" type="pres">
      <dgm:prSet presAssocID="{33D64302-18E9-4A1A-BE52-892B6FDC69B0}" presName="hierChild5" presStyleCnt="0"/>
      <dgm:spPr/>
    </dgm:pt>
    <dgm:pt modelId="{0BE42FF7-0C1F-41B1-8568-6C0D154F1289}" type="pres">
      <dgm:prSet presAssocID="{DBBB2174-A4E8-4150-907E-2F39F0CFC60F}" presName="Name37" presStyleLbl="parChTrans1D2" presStyleIdx="2" presStyleCnt="4"/>
      <dgm:spPr/>
    </dgm:pt>
    <dgm:pt modelId="{FF795480-3F0C-43DF-874F-4DE1A60681FA}" type="pres">
      <dgm:prSet presAssocID="{C3065C6E-EBF3-410C-A327-0DB4FFB7FDA0}" presName="hierRoot2" presStyleCnt="0">
        <dgm:presLayoutVars>
          <dgm:hierBranch val="init"/>
        </dgm:presLayoutVars>
      </dgm:prSet>
      <dgm:spPr/>
    </dgm:pt>
    <dgm:pt modelId="{8995986A-19A0-46C3-9B27-3ADB6CC823BB}" type="pres">
      <dgm:prSet presAssocID="{C3065C6E-EBF3-410C-A327-0DB4FFB7FDA0}" presName="rootComposite" presStyleCnt="0"/>
      <dgm:spPr/>
    </dgm:pt>
    <dgm:pt modelId="{CB1FE7C7-E636-467B-8529-FE2557051543}" type="pres">
      <dgm:prSet presAssocID="{C3065C6E-EBF3-410C-A327-0DB4FFB7FDA0}" presName="rootText" presStyleLbl="node2" presStyleIdx="2" presStyleCnt="4">
        <dgm:presLayoutVars>
          <dgm:chPref val="3"/>
        </dgm:presLayoutVars>
      </dgm:prSet>
      <dgm:spPr/>
    </dgm:pt>
    <dgm:pt modelId="{222E34FD-A162-4D07-97BF-62093F47E968}" type="pres">
      <dgm:prSet presAssocID="{C3065C6E-EBF3-410C-A327-0DB4FFB7FDA0}" presName="rootConnector" presStyleLbl="node2" presStyleIdx="2" presStyleCnt="4"/>
      <dgm:spPr/>
    </dgm:pt>
    <dgm:pt modelId="{B82E1E74-8948-4C65-B030-96BC7B5E36D7}" type="pres">
      <dgm:prSet presAssocID="{C3065C6E-EBF3-410C-A327-0DB4FFB7FDA0}" presName="hierChild4" presStyleCnt="0"/>
      <dgm:spPr/>
    </dgm:pt>
    <dgm:pt modelId="{B333FE3C-8C0D-4DE1-A2B5-1B00A7ABE366}" type="pres">
      <dgm:prSet presAssocID="{C3065C6E-EBF3-410C-A327-0DB4FFB7FDA0}" presName="hierChild5" presStyleCnt="0"/>
      <dgm:spPr/>
    </dgm:pt>
    <dgm:pt modelId="{C0C7BDF1-1283-4D53-9E7C-AC29A9FCEEC7}" type="pres">
      <dgm:prSet presAssocID="{BB875F6D-D686-46F7-9407-98BE725B6115}" presName="Name37" presStyleLbl="parChTrans1D2" presStyleIdx="3" presStyleCnt="4"/>
      <dgm:spPr/>
    </dgm:pt>
    <dgm:pt modelId="{41C302DC-6C17-4DB5-B629-7B92A83D41C0}" type="pres">
      <dgm:prSet presAssocID="{C8016469-18E8-4E2D-8F41-35462E3FC63E}" presName="hierRoot2" presStyleCnt="0">
        <dgm:presLayoutVars>
          <dgm:hierBranch val="init"/>
        </dgm:presLayoutVars>
      </dgm:prSet>
      <dgm:spPr/>
    </dgm:pt>
    <dgm:pt modelId="{63B2F2FE-191C-46A5-A67B-EF1864DD276F}" type="pres">
      <dgm:prSet presAssocID="{C8016469-18E8-4E2D-8F41-35462E3FC63E}" presName="rootComposite" presStyleCnt="0"/>
      <dgm:spPr/>
    </dgm:pt>
    <dgm:pt modelId="{17F839CA-601E-4CD0-ACD0-EB374AD36C4B}" type="pres">
      <dgm:prSet presAssocID="{C8016469-18E8-4E2D-8F41-35462E3FC63E}" presName="rootText" presStyleLbl="node2" presStyleIdx="3" presStyleCnt="4">
        <dgm:presLayoutVars>
          <dgm:chPref val="3"/>
        </dgm:presLayoutVars>
      </dgm:prSet>
      <dgm:spPr/>
    </dgm:pt>
    <dgm:pt modelId="{ADCCA7EF-0503-4F6F-8B1C-C7BD55FCEADC}" type="pres">
      <dgm:prSet presAssocID="{C8016469-18E8-4E2D-8F41-35462E3FC63E}" presName="rootConnector" presStyleLbl="node2" presStyleIdx="3" presStyleCnt="4"/>
      <dgm:spPr/>
    </dgm:pt>
    <dgm:pt modelId="{1DFA3550-DE96-4094-AB8E-E02EA385D84A}" type="pres">
      <dgm:prSet presAssocID="{C8016469-18E8-4E2D-8F41-35462E3FC63E}" presName="hierChild4" presStyleCnt="0"/>
      <dgm:spPr/>
    </dgm:pt>
    <dgm:pt modelId="{F73E0AAE-F99D-42A4-89DE-CACC9714C8C4}" type="pres">
      <dgm:prSet presAssocID="{9FCA339D-A173-4534-AFD0-31069B40776F}" presName="Name37" presStyleLbl="parChTrans1D3" presStyleIdx="0" presStyleCnt="3"/>
      <dgm:spPr/>
    </dgm:pt>
    <dgm:pt modelId="{82F5166A-2980-4114-B033-45A838B36035}" type="pres">
      <dgm:prSet presAssocID="{78C85D6D-2AC1-4230-96D3-B8F7E4AEB2EE}" presName="hierRoot2" presStyleCnt="0">
        <dgm:presLayoutVars>
          <dgm:hierBranch val="init"/>
        </dgm:presLayoutVars>
      </dgm:prSet>
      <dgm:spPr/>
    </dgm:pt>
    <dgm:pt modelId="{E0A95CF2-9E66-4CAA-BE15-F84B4AFB4855}" type="pres">
      <dgm:prSet presAssocID="{78C85D6D-2AC1-4230-96D3-B8F7E4AEB2EE}" presName="rootComposite" presStyleCnt="0"/>
      <dgm:spPr/>
    </dgm:pt>
    <dgm:pt modelId="{8D9D5234-8E0C-4A6E-AEC2-F5679278FC45}" type="pres">
      <dgm:prSet presAssocID="{78C85D6D-2AC1-4230-96D3-B8F7E4AEB2EE}" presName="rootText" presStyleLbl="node3" presStyleIdx="0" presStyleCnt="3">
        <dgm:presLayoutVars>
          <dgm:chPref val="3"/>
        </dgm:presLayoutVars>
      </dgm:prSet>
      <dgm:spPr/>
    </dgm:pt>
    <dgm:pt modelId="{240796CE-84FF-4E1C-8089-A3889560AC36}" type="pres">
      <dgm:prSet presAssocID="{78C85D6D-2AC1-4230-96D3-B8F7E4AEB2EE}" presName="rootConnector" presStyleLbl="node3" presStyleIdx="0" presStyleCnt="3"/>
      <dgm:spPr/>
    </dgm:pt>
    <dgm:pt modelId="{F54DAC1F-796B-477E-88E1-39C080BF9A36}" type="pres">
      <dgm:prSet presAssocID="{78C85D6D-2AC1-4230-96D3-B8F7E4AEB2EE}" presName="hierChild4" presStyleCnt="0"/>
      <dgm:spPr/>
    </dgm:pt>
    <dgm:pt modelId="{B5A467ED-84DC-4F60-B4AF-F8C40BB44227}" type="pres">
      <dgm:prSet presAssocID="{78C85D6D-2AC1-4230-96D3-B8F7E4AEB2EE}" presName="hierChild5" presStyleCnt="0"/>
      <dgm:spPr/>
    </dgm:pt>
    <dgm:pt modelId="{46E7579F-6DD0-400E-ADBE-E626749C776F}" type="pres">
      <dgm:prSet presAssocID="{C724F964-4CD8-4FBA-A669-53F0C6A4DBC6}" presName="Name37" presStyleLbl="parChTrans1D3" presStyleIdx="1" presStyleCnt="3"/>
      <dgm:spPr/>
    </dgm:pt>
    <dgm:pt modelId="{CC62BA39-093E-4C91-88A8-26FBDAE110B7}" type="pres">
      <dgm:prSet presAssocID="{3C45ED5A-A153-409A-8DF9-E1BF4E5B0C19}" presName="hierRoot2" presStyleCnt="0">
        <dgm:presLayoutVars>
          <dgm:hierBranch val="init"/>
        </dgm:presLayoutVars>
      </dgm:prSet>
      <dgm:spPr/>
    </dgm:pt>
    <dgm:pt modelId="{AB823C65-E98A-4ECB-8769-7AF00E335EE5}" type="pres">
      <dgm:prSet presAssocID="{3C45ED5A-A153-409A-8DF9-E1BF4E5B0C19}" presName="rootComposite" presStyleCnt="0"/>
      <dgm:spPr/>
    </dgm:pt>
    <dgm:pt modelId="{2E4C9DF0-5B10-4844-A70F-01E45CC6FABD}" type="pres">
      <dgm:prSet presAssocID="{3C45ED5A-A153-409A-8DF9-E1BF4E5B0C19}" presName="rootText" presStyleLbl="node3" presStyleIdx="1" presStyleCnt="3">
        <dgm:presLayoutVars>
          <dgm:chPref val="3"/>
        </dgm:presLayoutVars>
      </dgm:prSet>
      <dgm:spPr/>
    </dgm:pt>
    <dgm:pt modelId="{DF6C6975-83E5-4391-A4EC-0AD7C0A1FD45}" type="pres">
      <dgm:prSet presAssocID="{3C45ED5A-A153-409A-8DF9-E1BF4E5B0C19}" presName="rootConnector" presStyleLbl="node3" presStyleIdx="1" presStyleCnt="3"/>
      <dgm:spPr/>
    </dgm:pt>
    <dgm:pt modelId="{55768FFE-F474-44D2-B7EC-35FE4BE3F75C}" type="pres">
      <dgm:prSet presAssocID="{3C45ED5A-A153-409A-8DF9-E1BF4E5B0C19}" presName="hierChild4" presStyleCnt="0"/>
      <dgm:spPr/>
    </dgm:pt>
    <dgm:pt modelId="{82CC3FF0-E427-4791-87DC-BB7ED080552C}" type="pres">
      <dgm:prSet presAssocID="{3C45ED5A-A153-409A-8DF9-E1BF4E5B0C19}" presName="hierChild5" presStyleCnt="0"/>
      <dgm:spPr/>
    </dgm:pt>
    <dgm:pt modelId="{EB901FBC-406D-49A9-9299-174F089F6931}" type="pres">
      <dgm:prSet presAssocID="{6508BBE3-C649-472D-9091-EF0F0650B304}" presName="Name37" presStyleLbl="parChTrans1D3" presStyleIdx="2" presStyleCnt="3"/>
      <dgm:spPr/>
    </dgm:pt>
    <dgm:pt modelId="{115234B8-599F-431A-B238-B3103623F5A8}" type="pres">
      <dgm:prSet presAssocID="{E55E1D4D-8130-4323-8972-C0D87AFE4F78}" presName="hierRoot2" presStyleCnt="0">
        <dgm:presLayoutVars>
          <dgm:hierBranch val="init"/>
        </dgm:presLayoutVars>
      </dgm:prSet>
      <dgm:spPr/>
    </dgm:pt>
    <dgm:pt modelId="{FC5E53A2-06F9-43A8-A1CF-B955130F1022}" type="pres">
      <dgm:prSet presAssocID="{E55E1D4D-8130-4323-8972-C0D87AFE4F78}" presName="rootComposite" presStyleCnt="0"/>
      <dgm:spPr/>
    </dgm:pt>
    <dgm:pt modelId="{3D326CBC-754A-4891-8CBB-52CAE366C635}" type="pres">
      <dgm:prSet presAssocID="{E55E1D4D-8130-4323-8972-C0D87AFE4F78}" presName="rootText" presStyleLbl="node3" presStyleIdx="2" presStyleCnt="3">
        <dgm:presLayoutVars>
          <dgm:chPref val="3"/>
        </dgm:presLayoutVars>
      </dgm:prSet>
      <dgm:spPr/>
    </dgm:pt>
    <dgm:pt modelId="{1D50F4E1-4745-4061-B0E9-61CA71EF6C60}" type="pres">
      <dgm:prSet presAssocID="{E55E1D4D-8130-4323-8972-C0D87AFE4F78}" presName="rootConnector" presStyleLbl="node3" presStyleIdx="2" presStyleCnt="3"/>
      <dgm:spPr/>
    </dgm:pt>
    <dgm:pt modelId="{5566E246-E3C0-449A-BD4E-0271E6FC4315}" type="pres">
      <dgm:prSet presAssocID="{E55E1D4D-8130-4323-8972-C0D87AFE4F78}" presName="hierChild4" presStyleCnt="0"/>
      <dgm:spPr/>
    </dgm:pt>
    <dgm:pt modelId="{41AF8C94-E0D9-44CB-BDC4-1A39001D1084}" type="pres">
      <dgm:prSet presAssocID="{E55E1D4D-8130-4323-8972-C0D87AFE4F78}" presName="hierChild5" presStyleCnt="0"/>
      <dgm:spPr/>
    </dgm:pt>
    <dgm:pt modelId="{56216A17-16CC-42A6-A59B-740465FC16BA}" type="pres">
      <dgm:prSet presAssocID="{C8016469-18E8-4E2D-8F41-35462E3FC63E}" presName="hierChild5" presStyleCnt="0"/>
      <dgm:spPr/>
    </dgm:pt>
    <dgm:pt modelId="{C1F317DA-546F-4085-B913-3101495D36C2}" type="pres">
      <dgm:prSet presAssocID="{E41CBF92-333A-4D44-8505-B24B927F8006}" presName="hierChild3" presStyleCnt="0"/>
      <dgm:spPr/>
    </dgm:pt>
  </dgm:ptLst>
  <dgm:cxnLst>
    <dgm:cxn modelId="{0BFDC900-AE37-4D8C-801B-79594EBFC7A4}" srcId="{E41CBF92-333A-4D44-8505-B24B927F8006}" destId="{C8016469-18E8-4E2D-8F41-35462E3FC63E}" srcOrd="3" destOrd="0" parTransId="{BB875F6D-D686-46F7-9407-98BE725B6115}" sibTransId="{C3A14A51-5EF9-4AA6-854B-55CFA29B3A72}"/>
    <dgm:cxn modelId="{7086D805-5307-4A34-8D15-EBBAAFDA9095}" type="presOf" srcId="{3C45ED5A-A153-409A-8DF9-E1BF4E5B0C19}" destId="{DF6C6975-83E5-4391-A4EC-0AD7C0A1FD45}" srcOrd="1" destOrd="0" presId="urn:microsoft.com/office/officeart/2005/8/layout/orgChart1"/>
    <dgm:cxn modelId="{F4512221-DA0B-4F77-A05B-8B9CD5187396}" type="presOf" srcId="{BB875F6D-D686-46F7-9407-98BE725B6115}" destId="{C0C7BDF1-1283-4D53-9E7C-AC29A9FCEEC7}" srcOrd="0" destOrd="0" presId="urn:microsoft.com/office/officeart/2005/8/layout/orgChart1"/>
    <dgm:cxn modelId="{7A3D7127-1665-477B-8D94-E68E64756BD3}" type="presOf" srcId="{C8016469-18E8-4E2D-8F41-35462E3FC63E}" destId="{ADCCA7EF-0503-4F6F-8B1C-C7BD55FCEADC}" srcOrd="1" destOrd="0" presId="urn:microsoft.com/office/officeart/2005/8/layout/orgChart1"/>
    <dgm:cxn modelId="{1C75DA2A-81ED-450B-843B-45BABE2D0A24}" type="presOf" srcId="{9FCA339D-A173-4534-AFD0-31069B40776F}" destId="{F73E0AAE-F99D-42A4-89DE-CACC9714C8C4}" srcOrd="0" destOrd="0" presId="urn:microsoft.com/office/officeart/2005/8/layout/orgChart1"/>
    <dgm:cxn modelId="{84865C2E-898B-4E8C-BA5A-B84635BD7FA7}" srcId="{C8016469-18E8-4E2D-8F41-35462E3FC63E}" destId="{E55E1D4D-8130-4323-8972-C0D87AFE4F78}" srcOrd="2" destOrd="0" parTransId="{6508BBE3-C649-472D-9091-EF0F0650B304}" sibTransId="{C30A21A3-43D4-487A-9DC6-26A183EEE531}"/>
    <dgm:cxn modelId="{E1E32131-6D38-4399-BDC4-B58462580BE4}" type="presOf" srcId="{33D64302-18E9-4A1A-BE52-892B6FDC69B0}" destId="{C20E90A7-126F-44F8-898E-D37221F7BC07}" srcOrd="1" destOrd="0" presId="urn:microsoft.com/office/officeart/2005/8/layout/orgChart1"/>
    <dgm:cxn modelId="{3CAA0932-F731-419B-8282-861FBB61BAB7}" type="presOf" srcId="{89F2F2E0-FFE6-4796-8E0B-B23AB2AAC747}" destId="{0F7BC1D3-C848-4ED8-BF31-BDF95EF3FCF5}" srcOrd="0" destOrd="0" presId="urn:microsoft.com/office/officeart/2005/8/layout/orgChart1"/>
    <dgm:cxn modelId="{8F8B633D-4A67-4B87-9CD7-E37324C06870}" srcId="{C8016469-18E8-4E2D-8F41-35462E3FC63E}" destId="{78C85D6D-2AC1-4230-96D3-B8F7E4AEB2EE}" srcOrd="0" destOrd="0" parTransId="{9FCA339D-A173-4534-AFD0-31069B40776F}" sibTransId="{CADA303A-60E9-4D27-8DB5-A8E09303D8AB}"/>
    <dgm:cxn modelId="{07F5DE61-E517-4DF9-8CB4-A68EE1C8B05E}" type="presOf" srcId="{E55E1D4D-8130-4323-8972-C0D87AFE4F78}" destId="{1D50F4E1-4745-4061-B0E9-61CA71EF6C60}" srcOrd="1" destOrd="0" presId="urn:microsoft.com/office/officeart/2005/8/layout/orgChart1"/>
    <dgm:cxn modelId="{3268A269-A01D-4C4E-AFA7-2243E0A3E77F}" type="presOf" srcId="{E41CBF92-333A-4D44-8505-B24B927F8006}" destId="{E9AD8690-5DAD-474D-84EC-3FECA88802A9}" srcOrd="0" destOrd="0" presId="urn:microsoft.com/office/officeart/2005/8/layout/orgChart1"/>
    <dgm:cxn modelId="{1C28726A-A5DD-4A15-8FBF-418643FA70F6}" srcId="{E41CBF92-333A-4D44-8505-B24B927F8006}" destId="{33D64302-18E9-4A1A-BE52-892B6FDC69B0}" srcOrd="1" destOrd="0" parTransId="{89F2F2E0-FFE6-4796-8E0B-B23AB2AAC747}" sibTransId="{577EEAA4-0F94-4152-B4AD-EA865CE46130}"/>
    <dgm:cxn modelId="{C457E74A-DC7A-4E76-B328-0F39405CB337}" type="presOf" srcId="{E55E1D4D-8130-4323-8972-C0D87AFE4F78}" destId="{3D326CBC-754A-4891-8CBB-52CAE366C635}" srcOrd="0" destOrd="0" presId="urn:microsoft.com/office/officeart/2005/8/layout/orgChart1"/>
    <dgm:cxn modelId="{086ED96C-3FFE-4BF7-911F-BE45A2557DF9}" type="presOf" srcId="{1E5B65BE-1DAA-4A5B-8CD9-BB5BA7B4F1A8}" destId="{63ACC7F6-F842-458F-852A-593BE9396250}" srcOrd="1" destOrd="0" presId="urn:microsoft.com/office/officeart/2005/8/layout/orgChart1"/>
    <dgm:cxn modelId="{581BD156-391E-482D-ABCF-8258403DF031}" type="presOf" srcId="{C171412F-2B19-444E-B1DD-8BBD1EA552A6}" destId="{0441DAFA-3E1B-49C2-9328-716F1FBB5025}" srcOrd="0" destOrd="0" presId="urn:microsoft.com/office/officeart/2005/8/layout/orgChart1"/>
    <dgm:cxn modelId="{EE836C7A-F2B3-44F7-99F6-696715D7EB1B}" type="presOf" srcId="{1E5B65BE-1DAA-4A5B-8CD9-BB5BA7B4F1A8}" destId="{CF7D6F96-10C0-4899-B31B-605C6D515E09}" srcOrd="0" destOrd="0" presId="urn:microsoft.com/office/officeart/2005/8/layout/orgChart1"/>
    <dgm:cxn modelId="{AA8EAB81-A251-49FF-8976-4265A5ABBCBE}" srcId="{C8016469-18E8-4E2D-8F41-35462E3FC63E}" destId="{3C45ED5A-A153-409A-8DF9-E1BF4E5B0C19}" srcOrd="1" destOrd="0" parTransId="{C724F964-4CD8-4FBA-A669-53F0C6A4DBC6}" sibTransId="{E6159B3A-79DF-4F6A-BA79-36D86605AB2E}"/>
    <dgm:cxn modelId="{9AB7D18A-7578-4559-B971-51B80845BC7C}" type="presOf" srcId="{C8016469-18E8-4E2D-8F41-35462E3FC63E}" destId="{17F839CA-601E-4CD0-ACD0-EB374AD36C4B}" srcOrd="0" destOrd="0" presId="urn:microsoft.com/office/officeart/2005/8/layout/orgChart1"/>
    <dgm:cxn modelId="{D94CF18E-6922-4048-97C7-5422BA671F7A}" type="presOf" srcId="{33D64302-18E9-4A1A-BE52-892B6FDC69B0}" destId="{871A6ED8-8A9A-480E-8365-20FD2D07CB7C}" srcOrd="0" destOrd="0" presId="urn:microsoft.com/office/officeart/2005/8/layout/orgChart1"/>
    <dgm:cxn modelId="{490FF298-AAB2-424E-87E2-069174A1524E}" type="presOf" srcId="{78C85D6D-2AC1-4230-96D3-B8F7E4AEB2EE}" destId="{8D9D5234-8E0C-4A6E-AEC2-F5679278FC45}" srcOrd="0" destOrd="0" presId="urn:microsoft.com/office/officeart/2005/8/layout/orgChart1"/>
    <dgm:cxn modelId="{0A40D29A-D6E1-4B04-A80B-1C3013499001}" type="presOf" srcId="{C3065C6E-EBF3-410C-A327-0DB4FFB7FDA0}" destId="{222E34FD-A162-4D07-97BF-62093F47E968}" srcOrd="1" destOrd="0" presId="urn:microsoft.com/office/officeart/2005/8/layout/orgChart1"/>
    <dgm:cxn modelId="{E7CCD99A-AFC4-471C-BCED-6A03D7CF55DD}" type="presOf" srcId="{6837BB10-987C-4F6A-981E-A79610785CAB}" destId="{A4D1500D-E414-414D-80E6-41DC2AAB2F92}" srcOrd="0" destOrd="0" presId="urn:microsoft.com/office/officeart/2005/8/layout/orgChart1"/>
    <dgm:cxn modelId="{540BAB9B-B16B-4C0C-AF0B-AD8B7402F992}" type="presOf" srcId="{C3065C6E-EBF3-410C-A327-0DB4FFB7FDA0}" destId="{CB1FE7C7-E636-467B-8529-FE2557051543}" srcOrd="0" destOrd="0" presId="urn:microsoft.com/office/officeart/2005/8/layout/orgChart1"/>
    <dgm:cxn modelId="{7AE478A5-3BB0-49C6-9C9D-BAD4B80C7F43}" srcId="{E41CBF92-333A-4D44-8505-B24B927F8006}" destId="{1E5B65BE-1DAA-4A5B-8CD9-BB5BA7B4F1A8}" srcOrd="0" destOrd="0" parTransId="{C171412F-2B19-444E-B1DD-8BBD1EA552A6}" sibTransId="{3B419F3B-A8D1-4412-BDFC-AA2B7938C643}"/>
    <dgm:cxn modelId="{980E27BA-59C3-4236-96D5-43B1EBE5EB6B}" type="presOf" srcId="{6508BBE3-C649-472D-9091-EF0F0650B304}" destId="{EB901FBC-406D-49A9-9299-174F089F6931}" srcOrd="0" destOrd="0" presId="urn:microsoft.com/office/officeart/2005/8/layout/orgChart1"/>
    <dgm:cxn modelId="{DF8D19D2-3237-4F11-A32F-BA6811CCFC94}" type="presOf" srcId="{DBBB2174-A4E8-4150-907E-2F39F0CFC60F}" destId="{0BE42FF7-0C1F-41B1-8568-6C0D154F1289}" srcOrd="0" destOrd="0" presId="urn:microsoft.com/office/officeart/2005/8/layout/orgChart1"/>
    <dgm:cxn modelId="{C15AE0D4-3768-4A9D-86C9-33FE1EC771B3}" srcId="{6837BB10-987C-4F6A-981E-A79610785CAB}" destId="{E41CBF92-333A-4D44-8505-B24B927F8006}" srcOrd="0" destOrd="0" parTransId="{F4DBBA38-2827-4778-9471-1ABCAB1A883B}" sibTransId="{5282F87E-714D-4FB6-8516-5142D8F5333A}"/>
    <dgm:cxn modelId="{CFE745E7-C3DE-4FB5-A59D-53FE529D4A95}" type="presOf" srcId="{E41CBF92-333A-4D44-8505-B24B927F8006}" destId="{DB0878A2-7F01-467E-8E10-E7D9210DD2D7}" srcOrd="1" destOrd="0" presId="urn:microsoft.com/office/officeart/2005/8/layout/orgChart1"/>
    <dgm:cxn modelId="{D16FF0E8-E736-4742-80F1-E479A14E94E4}" type="presOf" srcId="{78C85D6D-2AC1-4230-96D3-B8F7E4AEB2EE}" destId="{240796CE-84FF-4E1C-8089-A3889560AC36}" srcOrd="1" destOrd="0" presId="urn:microsoft.com/office/officeart/2005/8/layout/orgChart1"/>
    <dgm:cxn modelId="{AAC96CE9-B277-4008-969F-2C98403C55B3}" srcId="{E41CBF92-333A-4D44-8505-B24B927F8006}" destId="{C3065C6E-EBF3-410C-A327-0DB4FFB7FDA0}" srcOrd="2" destOrd="0" parTransId="{DBBB2174-A4E8-4150-907E-2F39F0CFC60F}" sibTransId="{52EF3B3B-E0CF-43F7-AFAE-BF1115070164}"/>
    <dgm:cxn modelId="{08C955E9-447E-4275-A8E4-4E4B14C7CE1C}" type="presOf" srcId="{3C45ED5A-A153-409A-8DF9-E1BF4E5B0C19}" destId="{2E4C9DF0-5B10-4844-A70F-01E45CC6FABD}" srcOrd="0" destOrd="0" presId="urn:microsoft.com/office/officeart/2005/8/layout/orgChart1"/>
    <dgm:cxn modelId="{A419BEEF-2806-4460-BBB0-EEEC8060BD03}" type="presOf" srcId="{C724F964-4CD8-4FBA-A669-53F0C6A4DBC6}" destId="{46E7579F-6DD0-400E-ADBE-E626749C776F}" srcOrd="0" destOrd="0" presId="urn:microsoft.com/office/officeart/2005/8/layout/orgChart1"/>
    <dgm:cxn modelId="{89A2E0D1-E7CF-4AE6-B010-069E5324CE15}" type="presParOf" srcId="{A4D1500D-E414-414D-80E6-41DC2AAB2F92}" destId="{58D71AAE-BD75-47A7-B389-2375321BA2D1}" srcOrd="0" destOrd="0" presId="urn:microsoft.com/office/officeart/2005/8/layout/orgChart1"/>
    <dgm:cxn modelId="{D3F6AFB6-D5D4-4985-A84C-262029A1862B}" type="presParOf" srcId="{58D71AAE-BD75-47A7-B389-2375321BA2D1}" destId="{2B3BE654-C2FC-45F2-8788-1EB22233CF7D}" srcOrd="0" destOrd="0" presId="urn:microsoft.com/office/officeart/2005/8/layout/orgChart1"/>
    <dgm:cxn modelId="{1885EFA5-E043-428C-99A8-3630D706172D}" type="presParOf" srcId="{2B3BE654-C2FC-45F2-8788-1EB22233CF7D}" destId="{E9AD8690-5DAD-474D-84EC-3FECA88802A9}" srcOrd="0" destOrd="0" presId="urn:microsoft.com/office/officeart/2005/8/layout/orgChart1"/>
    <dgm:cxn modelId="{3D9516F0-D18A-4D36-BFC6-6455F9E9CA99}" type="presParOf" srcId="{2B3BE654-C2FC-45F2-8788-1EB22233CF7D}" destId="{DB0878A2-7F01-467E-8E10-E7D9210DD2D7}" srcOrd="1" destOrd="0" presId="urn:microsoft.com/office/officeart/2005/8/layout/orgChart1"/>
    <dgm:cxn modelId="{6F244C87-11C3-4E7B-AC1D-BC53B089A426}" type="presParOf" srcId="{58D71AAE-BD75-47A7-B389-2375321BA2D1}" destId="{2E7F1226-8215-4892-A35D-03C6D532FD2A}" srcOrd="1" destOrd="0" presId="urn:microsoft.com/office/officeart/2005/8/layout/orgChart1"/>
    <dgm:cxn modelId="{AE80AD5B-E594-4C8F-B462-367CA35A1F28}" type="presParOf" srcId="{2E7F1226-8215-4892-A35D-03C6D532FD2A}" destId="{0441DAFA-3E1B-49C2-9328-716F1FBB5025}" srcOrd="0" destOrd="0" presId="urn:microsoft.com/office/officeart/2005/8/layout/orgChart1"/>
    <dgm:cxn modelId="{1115EC85-6B0D-49AD-8AF2-7078471477E9}" type="presParOf" srcId="{2E7F1226-8215-4892-A35D-03C6D532FD2A}" destId="{E16D1E64-22A4-435A-8695-7C07F59DBEDF}" srcOrd="1" destOrd="0" presId="urn:microsoft.com/office/officeart/2005/8/layout/orgChart1"/>
    <dgm:cxn modelId="{8EC75438-F971-4D80-97A5-AEC23586ADCB}" type="presParOf" srcId="{E16D1E64-22A4-435A-8695-7C07F59DBEDF}" destId="{D6E6FECC-EEFF-45E2-A98C-9AAC495B5F56}" srcOrd="0" destOrd="0" presId="urn:microsoft.com/office/officeart/2005/8/layout/orgChart1"/>
    <dgm:cxn modelId="{09FB1F48-E789-4FD9-8254-648BBB07F1BE}" type="presParOf" srcId="{D6E6FECC-EEFF-45E2-A98C-9AAC495B5F56}" destId="{CF7D6F96-10C0-4899-B31B-605C6D515E09}" srcOrd="0" destOrd="0" presId="urn:microsoft.com/office/officeart/2005/8/layout/orgChart1"/>
    <dgm:cxn modelId="{D0ABDD7F-F77B-4ADF-9246-94F783B628FC}" type="presParOf" srcId="{D6E6FECC-EEFF-45E2-A98C-9AAC495B5F56}" destId="{63ACC7F6-F842-458F-852A-593BE9396250}" srcOrd="1" destOrd="0" presId="urn:microsoft.com/office/officeart/2005/8/layout/orgChart1"/>
    <dgm:cxn modelId="{9F84A082-CCAE-45E9-96D2-6D12F9686135}" type="presParOf" srcId="{E16D1E64-22A4-435A-8695-7C07F59DBEDF}" destId="{B2E3459F-5C46-48D5-8DF3-BEFEF72E0B00}" srcOrd="1" destOrd="0" presId="urn:microsoft.com/office/officeart/2005/8/layout/orgChart1"/>
    <dgm:cxn modelId="{0D2FDAA8-C948-4985-9114-44673E734245}" type="presParOf" srcId="{E16D1E64-22A4-435A-8695-7C07F59DBEDF}" destId="{C85758E6-AE0F-4F75-90FD-BD28546012A9}" srcOrd="2" destOrd="0" presId="urn:microsoft.com/office/officeart/2005/8/layout/orgChart1"/>
    <dgm:cxn modelId="{793B097F-27D7-4E83-97A3-56EF1ABBECC4}" type="presParOf" srcId="{2E7F1226-8215-4892-A35D-03C6D532FD2A}" destId="{0F7BC1D3-C848-4ED8-BF31-BDF95EF3FCF5}" srcOrd="2" destOrd="0" presId="urn:microsoft.com/office/officeart/2005/8/layout/orgChart1"/>
    <dgm:cxn modelId="{171C9156-BAD9-4F32-A2B8-AB5F0B7229BC}" type="presParOf" srcId="{2E7F1226-8215-4892-A35D-03C6D532FD2A}" destId="{1B76FE1E-368A-42B4-817A-9C02F7AD74DB}" srcOrd="3" destOrd="0" presId="urn:microsoft.com/office/officeart/2005/8/layout/orgChart1"/>
    <dgm:cxn modelId="{386DD91D-0E00-407C-ADC4-2DADF1967FC9}" type="presParOf" srcId="{1B76FE1E-368A-42B4-817A-9C02F7AD74DB}" destId="{4AC51CAE-1685-4150-A694-945BC5459CBB}" srcOrd="0" destOrd="0" presId="urn:microsoft.com/office/officeart/2005/8/layout/orgChart1"/>
    <dgm:cxn modelId="{A892E2C8-50F9-4375-9A8A-8A9A7F9421D8}" type="presParOf" srcId="{4AC51CAE-1685-4150-A694-945BC5459CBB}" destId="{871A6ED8-8A9A-480E-8365-20FD2D07CB7C}" srcOrd="0" destOrd="0" presId="urn:microsoft.com/office/officeart/2005/8/layout/orgChart1"/>
    <dgm:cxn modelId="{D3FB02B8-CB5C-4806-BC01-6CF47F0316FB}" type="presParOf" srcId="{4AC51CAE-1685-4150-A694-945BC5459CBB}" destId="{C20E90A7-126F-44F8-898E-D37221F7BC07}" srcOrd="1" destOrd="0" presId="urn:microsoft.com/office/officeart/2005/8/layout/orgChart1"/>
    <dgm:cxn modelId="{D85F10AD-8A84-4C64-BE97-A1120BD12042}" type="presParOf" srcId="{1B76FE1E-368A-42B4-817A-9C02F7AD74DB}" destId="{7989F2A4-32BB-4A9B-84E0-8E5F80D16BA9}" srcOrd="1" destOrd="0" presId="urn:microsoft.com/office/officeart/2005/8/layout/orgChart1"/>
    <dgm:cxn modelId="{B378B7FE-9F40-41C5-9131-2DFA40E885AE}" type="presParOf" srcId="{1B76FE1E-368A-42B4-817A-9C02F7AD74DB}" destId="{6032EDF5-3564-42CB-BF7F-B21BBBDB03EF}" srcOrd="2" destOrd="0" presId="urn:microsoft.com/office/officeart/2005/8/layout/orgChart1"/>
    <dgm:cxn modelId="{C5B87B15-8144-4C2A-970E-85C1BCC79851}" type="presParOf" srcId="{2E7F1226-8215-4892-A35D-03C6D532FD2A}" destId="{0BE42FF7-0C1F-41B1-8568-6C0D154F1289}" srcOrd="4" destOrd="0" presId="urn:microsoft.com/office/officeart/2005/8/layout/orgChart1"/>
    <dgm:cxn modelId="{7467CE5A-2794-4730-BCBA-73984C1E9298}" type="presParOf" srcId="{2E7F1226-8215-4892-A35D-03C6D532FD2A}" destId="{FF795480-3F0C-43DF-874F-4DE1A60681FA}" srcOrd="5" destOrd="0" presId="urn:microsoft.com/office/officeart/2005/8/layout/orgChart1"/>
    <dgm:cxn modelId="{3C6E287E-7872-4DEA-BBF0-19D8860A9FD5}" type="presParOf" srcId="{FF795480-3F0C-43DF-874F-4DE1A60681FA}" destId="{8995986A-19A0-46C3-9B27-3ADB6CC823BB}" srcOrd="0" destOrd="0" presId="urn:microsoft.com/office/officeart/2005/8/layout/orgChart1"/>
    <dgm:cxn modelId="{3967E0B2-FCF7-4A37-998F-148DFE8DBD72}" type="presParOf" srcId="{8995986A-19A0-46C3-9B27-3ADB6CC823BB}" destId="{CB1FE7C7-E636-467B-8529-FE2557051543}" srcOrd="0" destOrd="0" presId="urn:microsoft.com/office/officeart/2005/8/layout/orgChart1"/>
    <dgm:cxn modelId="{37BFD686-3043-450A-8930-EA32E2A634AC}" type="presParOf" srcId="{8995986A-19A0-46C3-9B27-3ADB6CC823BB}" destId="{222E34FD-A162-4D07-97BF-62093F47E968}" srcOrd="1" destOrd="0" presId="urn:microsoft.com/office/officeart/2005/8/layout/orgChart1"/>
    <dgm:cxn modelId="{3D8096DC-F9C2-49ED-AB60-15E3A016338C}" type="presParOf" srcId="{FF795480-3F0C-43DF-874F-4DE1A60681FA}" destId="{B82E1E74-8948-4C65-B030-96BC7B5E36D7}" srcOrd="1" destOrd="0" presId="urn:microsoft.com/office/officeart/2005/8/layout/orgChart1"/>
    <dgm:cxn modelId="{A03C553C-50B2-4ED5-88D5-C31583912128}" type="presParOf" srcId="{FF795480-3F0C-43DF-874F-4DE1A60681FA}" destId="{B333FE3C-8C0D-4DE1-A2B5-1B00A7ABE366}" srcOrd="2" destOrd="0" presId="urn:microsoft.com/office/officeart/2005/8/layout/orgChart1"/>
    <dgm:cxn modelId="{DFFCD06A-3094-4BF3-8D14-F9C17E7AA422}" type="presParOf" srcId="{2E7F1226-8215-4892-A35D-03C6D532FD2A}" destId="{C0C7BDF1-1283-4D53-9E7C-AC29A9FCEEC7}" srcOrd="6" destOrd="0" presId="urn:microsoft.com/office/officeart/2005/8/layout/orgChart1"/>
    <dgm:cxn modelId="{389EEC7C-DE4E-4475-93D7-FE9F0BA71B0C}" type="presParOf" srcId="{2E7F1226-8215-4892-A35D-03C6D532FD2A}" destId="{41C302DC-6C17-4DB5-B629-7B92A83D41C0}" srcOrd="7" destOrd="0" presId="urn:microsoft.com/office/officeart/2005/8/layout/orgChart1"/>
    <dgm:cxn modelId="{AA243268-6ACD-4FB6-B050-9FBFB8FD8DBD}" type="presParOf" srcId="{41C302DC-6C17-4DB5-B629-7B92A83D41C0}" destId="{63B2F2FE-191C-46A5-A67B-EF1864DD276F}" srcOrd="0" destOrd="0" presId="urn:microsoft.com/office/officeart/2005/8/layout/orgChart1"/>
    <dgm:cxn modelId="{5E01284C-12C6-436B-9970-DD88C7E05192}" type="presParOf" srcId="{63B2F2FE-191C-46A5-A67B-EF1864DD276F}" destId="{17F839CA-601E-4CD0-ACD0-EB374AD36C4B}" srcOrd="0" destOrd="0" presId="urn:microsoft.com/office/officeart/2005/8/layout/orgChart1"/>
    <dgm:cxn modelId="{98BCCA75-981D-4F98-83C0-2954845005CC}" type="presParOf" srcId="{63B2F2FE-191C-46A5-A67B-EF1864DD276F}" destId="{ADCCA7EF-0503-4F6F-8B1C-C7BD55FCEADC}" srcOrd="1" destOrd="0" presId="urn:microsoft.com/office/officeart/2005/8/layout/orgChart1"/>
    <dgm:cxn modelId="{E38BE6A3-8ED8-4C3D-8854-4C9BB231E73B}" type="presParOf" srcId="{41C302DC-6C17-4DB5-B629-7B92A83D41C0}" destId="{1DFA3550-DE96-4094-AB8E-E02EA385D84A}" srcOrd="1" destOrd="0" presId="urn:microsoft.com/office/officeart/2005/8/layout/orgChart1"/>
    <dgm:cxn modelId="{2310481B-AD7D-4CA7-9AE1-8F0CD84D75C2}" type="presParOf" srcId="{1DFA3550-DE96-4094-AB8E-E02EA385D84A}" destId="{F73E0AAE-F99D-42A4-89DE-CACC9714C8C4}" srcOrd="0" destOrd="0" presId="urn:microsoft.com/office/officeart/2005/8/layout/orgChart1"/>
    <dgm:cxn modelId="{82DB1A6F-5A73-4EC1-ABCC-F691D3BD24C5}" type="presParOf" srcId="{1DFA3550-DE96-4094-AB8E-E02EA385D84A}" destId="{82F5166A-2980-4114-B033-45A838B36035}" srcOrd="1" destOrd="0" presId="urn:microsoft.com/office/officeart/2005/8/layout/orgChart1"/>
    <dgm:cxn modelId="{C02FD34C-B358-4066-B569-69E014ABA431}" type="presParOf" srcId="{82F5166A-2980-4114-B033-45A838B36035}" destId="{E0A95CF2-9E66-4CAA-BE15-F84B4AFB4855}" srcOrd="0" destOrd="0" presId="urn:microsoft.com/office/officeart/2005/8/layout/orgChart1"/>
    <dgm:cxn modelId="{CD7EB8AF-8BCC-429A-BC3B-7FF59AF1989E}" type="presParOf" srcId="{E0A95CF2-9E66-4CAA-BE15-F84B4AFB4855}" destId="{8D9D5234-8E0C-4A6E-AEC2-F5679278FC45}" srcOrd="0" destOrd="0" presId="urn:microsoft.com/office/officeart/2005/8/layout/orgChart1"/>
    <dgm:cxn modelId="{321F5A8F-B07B-429F-9B5B-D24C6535C5AF}" type="presParOf" srcId="{E0A95CF2-9E66-4CAA-BE15-F84B4AFB4855}" destId="{240796CE-84FF-4E1C-8089-A3889560AC36}" srcOrd="1" destOrd="0" presId="urn:microsoft.com/office/officeart/2005/8/layout/orgChart1"/>
    <dgm:cxn modelId="{D983F770-B60A-4D55-8F54-08C171486D33}" type="presParOf" srcId="{82F5166A-2980-4114-B033-45A838B36035}" destId="{F54DAC1F-796B-477E-88E1-39C080BF9A36}" srcOrd="1" destOrd="0" presId="urn:microsoft.com/office/officeart/2005/8/layout/orgChart1"/>
    <dgm:cxn modelId="{E5BFA486-98DC-4835-B051-C260F7E40860}" type="presParOf" srcId="{82F5166A-2980-4114-B033-45A838B36035}" destId="{B5A467ED-84DC-4F60-B4AF-F8C40BB44227}" srcOrd="2" destOrd="0" presId="urn:microsoft.com/office/officeart/2005/8/layout/orgChart1"/>
    <dgm:cxn modelId="{EEB03909-1BC2-4556-93F6-553A2CFDA6D5}" type="presParOf" srcId="{1DFA3550-DE96-4094-AB8E-E02EA385D84A}" destId="{46E7579F-6DD0-400E-ADBE-E626749C776F}" srcOrd="2" destOrd="0" presId="urn:microsoft.com/office/officeart/2005/8/layout/orgChart1"/>
    <dgm:cxn modelId="{6AFB04E5-251C-4D83-9AA6-1E1FD7D117FB}" type="presParOf" srcId="{1DFA3550-DE96-4094-AB8E-E02EA385D84A}" destId="{CC62BA39-093E-4C91-88A8-26FBDAE110B7}" srcOrd="3" destOrd="0" presId="urn:microsoft.com/office/officeart/2005/8/layout/orgChart1"/>
    <dgm:cxn modelId="{01D0E5E6-BDA4-486B-8A9B-A485E7240B91}" type="presParOf" srcId="{CC62BA39-093E-4C91-88A8-26FBDAE110B7}" destId="{AB823C65-E98A-4ECB-8769-7AF00E335EE5}" srcOrd="0" destOrd="0" presId="urn:microsoft.com/office/officeart/2005/8/layout/orgChart1"/>
    <dgm:cxn modelId="{383A8ED7-1CB9-4DD4-96D8-55D7D8084E44}" type="presParOf" srcId="{AB823C65-E98A-4ECB-8769-7AF00E335EE5}" destId="{2E4C9DF0-5B10-4844-A70F-01E45CC6FABD}" srcOrd="0" destOrd="0" presId="urn:microsoft.com/office/officeart/2005/8/layout/orgChart1"/>
    <dgm:cxn modelId="{396AF58E-5EED-4C97-9C3F-9D3BB45CB52D}" type="presParOf" srcId="{AB823C65-E98A-4ECB-8769-7AF00E335EE5}" destId="{DF6C6975-83E5-4391-A4EC-0AD7C0A1FD45}" srcOrd="1" destOrd="0" presId="urn:microsoft.com/office/officeart/2005/8/layout/orgChart1"/>
    <dgm:cxn modelId="{9F9FEE99-A57E-45CD-BBAB-F3532C18F60F}" type="presParOf" srcId="{CC62BA39-093E-4C91-88A8-26FBDAE110B7}" destId="{55768FFE-F474-44D2-B7EC-35FE4BE3F75C}" srcOrd="1" destOrd="0" presId="urn:microsoft.com/office/officeart/2005/8/layout/orgChart1"/>
    <dgm:cxn modelId="{47123983-0873-498D-8747-12BBC4C8EC57}" type="presParOf" srcId="{CC62BA39-093E-4C91-88A8-26FBDAE110B7}" destId="{82CC3FF0-E427-4791-87DC-BB7ED080552C}" srcOrd="2" destOrd="0" presId="urn:microsoft.com/office/officeart/2005/8/layout/orgChart1"/>
    <dgm:cxn modelId="{EB995FEE-6F7D-4B64-B6E5-F77D74011F5F}" type="presParOf" srcId="{1DFA3550-DE96-4094-AB8E-E02EA385D84A}" destId="{EB901FBC-406D-49A9-9299-174F089F6931}" srcOrd="4" destOrd="0" presId="urn:microsoft.com/office/officeart/2005/8/layout/orgChart1"/>
    <dgm:cxn modelId="{6FD6EFFA-0880-4CB6-BEB0-DEB505C03B5C}" type="presParOf" srcId="{1DFA3550-DE96-4094-AB8E-E02EA385D84A}" destId="{115234B8-599F-431A-B238-B3103623F5A8}" srcOrd="5" destOrd="0" presId="urn:microsoft.com/office/officeart/2005/8/layout/orgChart1"/>
    <dgm:cxn modelId="{7A557402-4BB3-4BC7-A58F-1F92EAF61A68}" type="presParOf" srcId="{115234B8-599F-431A-B238-B3103623F5A8}" destId="{FC5E53A2-06F9-43A8-A1CF-B955130F1022}" srcOrd="0" destOrd="0" presId="urn:microsoft.com/office/officeart/2005/8/layout/orgChart1"/>
    <dgm:cxn modelId="{7C67121B-B9EC-4839-A2A5-13CA22641B9B}" type="presParOf" srcId="{FC5E53A2-06F9-43A8-A1CF-B955130F1022}" destId="{3D326CBC-754A-4891-8CBB-52CAE366C635}" srcOrd="0" destOrd="0" presId="urn:microsoft.com/office/officeart/2005/8/layout/orgChart1"/>
    <dgm:cxn modelId="{52AB9157-A161-4EC5-AB50-94DB1E7CD06B}" type="presParOf" srcId="{FC5E53A2-06F9-43A8-A1CF-B955130F1022}" destId="{1D50F4E1-4745-4061-B0E9-61CA71EF6C60}" srcOrd="1" destOrd="0" presId="urn:microsoft.com/office/officeart/2005/8/layout/orgChart1"/>
    <dgm:cxn modelId="{A82375A9-A0E9-4E15-93EF-C6022B71DA2D}" type="presParOf" srcId="{115234B8-599F-431A-B238-B3103623F5A8}" destId="{5566E246-E3C0-449A-BD4E-0271E6FC4315}" srcOrd="1" destOrd="0" presId="urn:microsoft.com/office/officeart/2005/8/layout/orgChart1"/>
    <dgm:cxn modelId="{0C3DE95C-1CBD-4AF5-92CA-730EFBE0C878}" type="presParOf" srcId="{115234B8-599F-431A-B238-B3103623F5A8}" destId="{41AF8C94-E0D9-44CB-BDC4-1A39001D1084}" srcOrd="2" destOrd="0" presId="urn:microsoft.com/office/officeart/2005/8/layout/orgChart1"/>
    <dgm:cxn modelId="{34716CD1-18DD-4019-8C0E-7CBDE94A7A30}" type="presParOf" srcId="{41C302DC-6C17-4DB5-B629-7B92A83D41C0}" destId="{56216A17-16CC-42A6-A59B-740465FC16BA}" srcOrd="2" destOrd="0" presId="urn:microsoft.com/office/officeart/2005/8/layout/orgChart1"/>
    <dgm:cxn modelId="{F7ED3652-E7D0-4791-8EC2-7ADFFD6CD12D}" type="presParOf" srcId="{58D71AAE-BD75-47A7-B389-2375321BA2D1}" destId="{C1F317DA-546F-4085-B913-3101495D36C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837BB10-987C-4F6A-981E-A79610785CA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K"/>
        </a:p>
      </dgm:t>
    </dgm:pt>
    <dgm:pt modelId="{E41CBF92-333A-4D44-8505-B24B927F8006}">
      <dgm:prSet phldrT="[Text]" phldr="0"/>
      <dgm:spPr/>
      <dgm:t>
        <a:bodyPr/>
        <a:lstStyle/>
        <a:p>
          <a:r>
            <a:rPr lang="en-US" dirty="0"/>
            <a:t>3D printing magnetics</a:t>
          </a:r>
          <a:endParaRPr lang="en-DK" dirty="0"/>
        </a:p>
      </dgm:t>
    </dgm:pt>
    <dgm:pt modelId="{F4DBBA38-2827-4778-9471-1ABCAB1A883B}" type="parTrans" cxnId="{C15AE0D4-3768-4A9D-86C9-33FE1EC771B3}">
      <dgm:prSet/>
      <dgm:spPr/>
      <dgm:t>
        <a:bodyPr/>
        <a:lstStyle/>
        <a:p>
          <a:endParaRPr lang="en-DK"/>
        </a:p>
      </dgm:t>
    </dgm:pt>
    <dgm:pt modelId="{5282F87E-714D-4FB6-8516-5142D8F5333A}" type="sibTrans" cxnId="{C15AE0D4-3768-4A9D-86C9-33FE1EC771B3}">
      <dgm:prSet/>
      <dgm:spPr/>
      <dgm:t>
        <a:bodyPr/>
        <a:lstStyle/>
        <a:p>
          <a:endParaRPr lang="en-DK"/>
        </a:p>
      </dgm:t>
    </dgm:pt>
    <dgm:pt modelId="{1E5B65BE-1DAA-4A5B-8CD9-BB5BA7B4F1A8}">
      <dgm:prSet phldrT="[Text]" phldr="0"/>
      <dgm:spPr/>
      <dgm:t>
        <a:bodyPr/>
        <a:lstStyle/>
        <a:p>
          <a:r>
            <a:rPr lang="en-US" dirty="0"/>
            <a:t>Vat polymerization</a:t>
          </a:r>
          <a:endParaRPr lang="en-DK" dirty="0"/>
        </a:p>
      </dgm:t>
    </dgm:pt>
    <dgm:pt modelId="{C171412F-2B19-444E-B1DD-8BBD1EA552A6}" type="parTrans" cxnId="{7AE478A5-3BB0-49C6-9C9D-BAD4B80C7F43}">
      <dgm:prSet/>
      <dgm:spPr/>
      <dgm:t>
        <a:bodyPr/>
        <a:lstStyle/>
        <a:p>
          <a:endParaRPr lang="en-DK"/>
        </a:p>
      </dgm:t>
    </dgm:pt>
    <dgm:pt modelId="{3B419F3B-A8D1-4412-BDFC-AA2B7938C643}" type="sibTrans" cxnId="{7AE478A5-3BB0-49C6-9C9D-BAD4B80C7F43}">
      <dgm:prSet/>
      <dgm:spPr/>
      <dgm:t>
        <a:bodyPr/>
        <a:lstStyle/>
        <a:p>
          <a:endParaRPr lang="en-DK"/>
        </a:p>
      </dgm:t>
    </dgm:pt>
    <dgm:pt modelId="{33D64302-18E9-4A1A-BE52-892B6FDC69B0}">
      <dgm:prSet phldrT="[Text]" phldr="0"/>
      <dgm:spPr/>
      <dgm:t>
        <a:bodyPr/>
        <a:lstStyle/>
        <a:p>
          <a:r>
            <a:rPr lang="en-US" dirty="0"/>
            <a:t>Powder bed fusion</a:t>
          </a:r>
          <a:endParaRPr lang="en-DK" dirty="0"/>
        </a:p>
      </dgm:t>
    </dgm:pt>
    <dgm:pt modelId="{89F2F2E0-FFE6-4796-8E0B-B23AB2AAC747}" type="parTrans" cxnId="{1C28726A-A5DD-4A15-8FBF-418643FA70F6}">
      <dgm:prSet/>
      <dgm:spPr/>
      <dgm:t>
        <a:bodyPr/>
        <a:lstStyle/>
        <a:p>
          <a:endParaRPr lang="en-DK"/>
        </a:p>
      </dgm:t>
    </dgm:pt>
    <dgm:pt modelId="{577EEAA4-0F94-4152-B4AD-EA865CE46130}" type="sibTrans" cxnId="{1C28726A-A5DD-4A15-8FBF-418643FA70F6}">
      <dgm:prSet/>
      <dgm:spPr/>
      <dgm:t>
        <a:bodyPr/>
        <a:lstStyle/>
        <a:p>
          <a:endParaRPr lang="en-DK"/>
        </a:p>
      </dgm:t>
    </dgm:pt>
    <dgm:pt modelId="{C3065C6E-EBF3-410C-A327-0DB4FFB7FDA0}">
      <dgm:prSet phldrT="[Text]" phldr="0"/>
      <dgm:spPr/>
      <dgm:t>
        <a:bodyPr/>
        <a:lstStyle/>
        <a:p>
          <a:r>
            <a:rPr lang="en-US" dirty="0"/>
            <a:t>Binder jetting</a:t>
          </a:r>
          <a:endParaRPr lang="en-DK" dirty="0"/>
        </a:p>
      </dgm:t>
    </dgm:pt>
    <dgm:pt modelId="{DBBB2174-A4E8-4150-907E-2F39F0CFC60F}" type="parTrans" cxnId="{AAC96CE9-B277-4008-969F-2C98403C55B3}">
      <dgm:prSet/>
      <dgm:spPr/>
      <dgm:t>
        <a:bodyPr/>
        <a:lstStyle/>
        <a:p>
          <a:endParaRPr lang="en-DK"/>
        </a:p>
      </dgm:t>
    </dgm:pt>
    <dgm:pt modelId="{52EF3B3B-E0CF-43F7-AFAE-BF1115070164}" type="sibTrans" cxnId="{AAC96CE9-B277-4008-969F-2C98403C55B3}">
      <dgm:prSet/>
      <dgm:spPr/>
      <dgm:t>
        <a:bodyPr/>
        <a:lstStyle/>
        <a:p>
          <a:endParaRPr lang="en-DK"/>
        </a:p>
      </dgm:t>
    </dgm:pt>
    <dgm:pt modelId="{C8016469-18E8-4E2D-8F41-35462E3FC63E}">
      <dgm:prSet phldrT="[Text]" phldr="0"/>
      <dgm:spPr/>
      <dgm:t>
        <a:bodyPr/>
        <a:lstStyle/>
        <a:p>
          <a:r>
            <a:rPr lang="en-US"/>
            <a:t>Material extrusion</a:t>
          </a:r>
          <a:endParaRPr lang="en-DK" dirty="0"/>
        </a:p>
      </dgm:t>
    </dgm:pt>
    <dgm:pt modelId="{BB875F6D-D686-46F7-9407-98BE725B6115}" type="parTrans" cxnId="{0BFDC900-AE37-4D8C-801B-79594EBFC7A4}">
      <dgm:prSet/>
      <dgm:spPr/>
      <dgm:t>
        <a:bodyPr/>
        <a:lstStyle/>
        <a:p>
          <a:endParaRPr lang="en-DK"/>
        </a:p>
      </dgm:t>
    </dgm:pt>
    <dgm:pt modelId="{C3A14A51-5EF9-4AA6-854B-55CFA29B3A72}" type="sibTrans" cxnId="{0BFDC900-AE37-4D8C-801B-79594EBFC7A4}">
      <dgm:prSet/>
      <dgm:spPr/>
      <dgm:t>
        <a:bodyPr/>
        <a:lstStyle/>
        <a:p>
          <a:endParaRPr lang="en-DK"/>
        </a:p>
      </dgm:t>
    </dgm:pt>
    <dgm:pt modelId="{78C85D6D-2AC1-4230-96D3-B8F7E4AEB2EE}">
      <dgm:prSet phldrT="[Text]" phldr="0"/>
      <dgm:spPr/>
      <dgm:t>
        <a:bodyPr/>
        <a:lstStyle/>
        <a:p>
          <a:r>
            <a:rPr lang="en-US" dirty="0"/>
            <a:t>Fused deposition modeling</a:t>
          </a:r>
          <a:endParaRPr lang="en-DK" dirty="0"/>
        </a:p>
      </dgm:t>
    </dgm:pt>
    <dgm:pt modelId="{9FCA339D-A173-4534-AFD0-31069B40776F}" type="parTrans" cxnId="{8F8B633D-4A67-4B87-9CD7-E37324C06870}">
      <dgm:prSet/>
      <dgm:spPr/>
      <dgm:t>
        <a:bodyPr/>
        <a:lstStyle/>
        <a:p>
          <a:endParaRPr lang="en-DK"/>
        </a:p>
      </dgm:t>
    </dgm:pt>
    <dgm:pt modelId="{CADA303A-60E9-4D27-8DB5-A8E09303D8AB}" type="sibTrans" cxnId="{8F8B633D-4A67-4B87-9CD7-E37324C06870}">
      <dgm:prSet/>
      <dgm:spPr/>
      <dgm:t>
        <a:bodyPr/>
        <a:lstStyle/>
        <a:p>
          <a:endParaRPr lang="en-DK"/>
        </a:p>
      </dgm:t>
    </dgm:pt>
    <dgm:pt modelId="{3C45ED5A-A153-409A-8DF9-E1BF4E5B0C19}">
      <dgm:prSet phldrT="[Text]" phldr="0"/>
      <dgm:spPr/>
      <dgm:t>
        <a:bodyPr/>
        <a:lstStyle/>
        <a:p>
          <a:r>
            <a:rPr lang="en-US"/>
            <a:t>Direct ink writing</a:t>
          </a:r>
          <a:endParaRPr lang="en-DK" dirty="0"/>
        </a:p>
      </dgm:t>
    </dgm:pt>
    <dgm:pt modelId="{C724F964-4CD8-4FBA-A669-53F0C6A4DBC6}" type="parTrans" cxnId="{AA8EAB81-A251-49FF-8976-4265A5ABBCBE}">
      <dgm:prSet/>
      <dgm:spPr/>
      <dgm:t>
        <a:bodyPr/>
        <a:lstStyle/>
        <a:p>
          <a:endParaRPr lang="en-DK"/>
        </a:p>
      </dgm:t>
    </dgm:pt>
    <dgm:pt modelId="{E6159B3A-79DF-4F6A-BA79-36D86605AB2E}" type="sibTrans" cxnId="{AA8EAB81-A251-49FF-8976-4265A5ABBCBE}">
      <dgm:prSet/>
      <dgm:spPr/>
      <dgm:t>
        <a:bodyPr/>
        <a:lstStyle/>
        <a:p>
          <a:endParaRPr lang="en-DK"/>
        </a:p>
      </dgm:t>
    </dgm:pt>
    <dgm:pt modelId="{E55E1D4D-8130-4323-8972-C0D87AFE4F78}">
      <dgm:prSet phldrT="[Text]" phldr="0"/>
      <dgm:spPr/>
      <dgm:t>
        <a:bodyPr/>
        <a:lstStyle/>
        <a:p>
          <a:r>
            <a:rPr lang="en-US" dirty="0"/>
            <a:t>Fused granulate fabrication</a:t>
          </a:r>
          <a:endParaRPr lang="en-DK" dirty="0"/>
        </a:p>
      </dgm:t>
    </dgm:pt>
    <dgm:pt modelId="{6508BBE3-C649-472D-9091-EF0F0650B304}" type="parTrans" cxnId="{84865C2E-898B-4E8C-BA5A-B84635BD7FA7}">
      <dgm:prSet/>
      <dgm:spPr/>
      <dgm:t>
        <a:bodyPr/>
        <a:lstStyle/>
        <a:p>
          <a:endParaRPr lang="en-DK"/>
        </a:p>
      </dgm:t>
    </dgm:pt>
    <dgm:pt modelId="{C30A21A3-43D4-487A-9DC6-26A183EEE531}" type="sibTrans" cxnId="{84865C2E-898B-4E8C-BA5A-B84635BD7FA7}">
      <dgm:prSet/>
      <dgm:spPr/>
      <dgm:t>
        <a:bodyPr/>
        <a:lstStyle/>
        <a:p>
          <a:endParaRPr lang="en-DK"/>
        </a:p>
      </dgm:t>
    </dgm:pt>
    <dgm:pt modelId="{A4D1500D-E414-414D-80E6-41DC2AAB2F92}" type="pres">
      <dgm:prSet presAssocID="{6837BB10-987C-4F6A-981E-A79610785CA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8D71AAE-BD75-47A7-B389-2375321BA2D1}" type="pres">
      <dgm:prSet presAssocID="{E41CBF92-333A-4D44-8505-B24B927F8006}" presName="hierRoot1" presStyleCnt="0">
        <dgm:presLayoutVars>
          <dgm:hierBranch val="init"/>
        </dgm:presLayoutVars>
      </dgm:prSet>
      <dgm:spPr/>
    </dgm:pt>
    <dgm:pt modelId="{2B3BE654-C2FC-45F2-8788-1EB22233CF7D}" type="pres">
      <dgm:prSet presAssocID="{E41CBF92-333A-4D44-8505-B24B927F8006}" presName="rootComposite1" presStyleCnt="0"/>
      <dgm:spPr/>
    </dgm:pt>
    <dgm:pt modelId="{E9AD8690-5DAD-474D-84EC-3FECA88802A9}" type="pres">
      <dgm:prSet presAssocID="{E41CBF92-333A-4D44-8505-B24B927F8006}" presName="rootText1" presStyleLbl="node0" presStyleIdx="0" presStyleCnt="1">
        <dgm:presLayoutVars>
          <dgm:chPref val="3"/>
        </dgm:presLayoutVars>
      </dgm:prSet>
      <dgm:spPr/>
    </dgm:pt>
    <dgm:pt modelId="{DB0878A2-7F01-467E-8E10-E7D9210DD2D7}" type="pres">
      <dgm:prSet presAssocID="{E41CBF92-333A-4D44-8505-B24B927F8006}" presName="rootConnector1" presStyleLbl="node1" presStyleIdx="0" presStyleCnt="0"/>
      <dgm:spPr/>
    </dgm:pt>
    <dgm:pt modelId="{2E7F1226-8215-4892-A35D-03C6D532FD2A}" type="pres">
      <dgm:prSet presAssocID="{E41CBF92-333A-4D44-8505-B24B927F8006}" presName="hierChild2" presStyleCnt="0"/>
      <dgm:spPr/>
    </dgm:pt>
    <dgm:pt modelId="{0441DAFA-3E1B-49C2-9328-716F1FBB5025}" type="pres">
      <dgm:prSet presAssocID="{C171412F-2B19-444E-B1DD-8BBD1EA552A6}" presName="Name37" presStyleLbl="parChTrans1D2" presStyleIdx="0" presStyleCnt="4"/>
      <dgm:spPr/>
    </dgm:pt>
    <dgm:pt modelId="{E16D1E64-22A4-435A-8695-7C07F59DBEDF}" type="pres">
      <dgm:prSet presAssocID="{1E5B65BE-1DAA-4A5B-8CD9-BB5BA7B4F1A8}" presName="hierRoot2" presStyleCnt="0">
        <dgm:presLayoutVars>
          <dgm:hierBranch val="init"/>
        </dgm:presLayoutVars>
      </dgm:prSet>
      <dgm:spPr/>
    </dgm:pt>
    <dgm:pt modelId="{D6E6FECC-EEFF-45E2-A98C-9AAC495B5F56}" type="pres">
      <dgm:prSet presAssocID="{1E5B65BE-1DAA-4A5B-8CD9-BB5BA7B4F1A8}" presName="rootComposite" presStyleCnt="0"/>
      <dgm:spPr/>
    </dgm:pt>
    <dgm:pt modelId="{CF7D6F96-10C0-4899-B31B-605C6D515E09}" type="pres">
      <dgm:prSet presAssocID="{1E5B65BE-1DAA-4A5B-8CD9-BB5BA7B4F1A8}" presName="rootText" presStyleLbl="node2" presStyleIdx="0" presStyleCnt="4">
        <dgm:presLayoutVars>
          <dgm:chPref val="3"/>
        </dgm:presLayoutVars>
      </dgm:prSet>
      <dgm:spPr/>
    </dgm:pt>
    <dgm:pt modelId="{63ACC7F6-F842-458F-852A-593BE9396250}" type="pres">
      <dgm:prSet presAssocID="{1E5B65BE-1DAA-4A5B-8CD9-BB5BA7B4F1A8}" presName="rootConnector" presStyleLbl="node2" presStyleIdx="0" presStyleCnt="4"/>
      <dgm:spPr/>
    </dgm:pt>
    <dgm:pt modelId="{B2E3459F-5C46-48D5-8DF3-BEFEF72E0B00}" type="pres">
      <dgm:prSet presAssocID="{1E5B65BE-1DAA-4A5B-8CD9-BB5BA7B4F1A8}" presName="hierChild4" presStyleCnt="0"/>
      <dgm:spPr/>
    </dgm:pt>
    <dgm:pt modelId="{C85758E6-AE0F-4F75-90FD-BD28546012A9}" type="pres">
      <dgm:prSet presAssocID="{1E5B65BE-1DAA-4A5B-8CD9-BB5BA7B4F1A8}" presName="hierChild5" presStyleCnt="0"/>
      <dgm:spPr/>
    </dgm:pt>
    <dgm:pt modelId="{0F7BC1D3-C848-4ED8-BF31-BDF95EF3FCF5}" type="pres">
      <dgm:prSet presAssocID="{89F2F2E0-FFE6-4796-8E0B-B23AB2AAC747}" presName="Name37" presStyleLbl="parChTrans1D2" presStyleIdx="1" presStyleCnt="4"/>
      <dgm:spPr/>
    </dgm:pt>
    <dgm:pt modelId="{1B76FE1E-368A-42B4-817A-9C02F7AD74DB}" type="pres">
      <dgm:prSet presAssocID="{33D64302-18E9-4A1A-BE52-892B6FDC69B0}" presName="hierRoot2" presStyleCnt="0">
        <dgm:presLayoutVars>
          <dgm:hierBranch val="init"/>
        </dgm:presLayoutVars>
      </dgm:prSet>
      <dgm:spPr/>
    </dgm:pt>
    <dgm:pt modelId="{4AC51CAE-1685-4150-A694-945BC5459CBB}" type="pres">
      <dgm:prSet presAssocID="{33D64302-18E9-4A1A-BE52-892B6FDC69B0}" presName="rootComposite" presStyleCnt="0"/>
      <dgm:spPr/>
    </dgm:pt>
    <dgm:pt modelId="{871A6ED8-8A9A-480E-8365-20FD2D07CB7C}" type="pres">
      <dgm:prSet presAssocID="{33D64302-18E9-4A1A-BE52-892B6FDC69B0}" presName="rootText" presStyleLbl="node2" presStyleIdx="1" presStyleCnt="4">
        <dgm:presLayoutVars>
          <dgm:chPref val="3"/>
        </dgm:presLayoutVars>
      </dgm:prSet>
      <dgm:spPr/>
    </dgm:pt>
    <dgm:pt modelId="{C20E90A7-126F-44F8-898E-D37221F7BC07}" type="pres">
      <dgm:prSet presAssocID="{33D64302-18E9-4A1A-BE52-892B6FDC69B0}" presName="rootConnector" presStyleLbl="node2" presStyleIdx="1" presStyleCnt="4"/>
      <dgm:spPr/>
    </dgm:pt>
    <dgm:pt modelId="{7989F2A4-32BB-4A9B-84E0-8E5F80D16BA9}" type="pres">
      <dgm:prSet presAssocID="{33D64302-18E9-4A1A-BE52-892B6FDC69B0}" presName="hierChild4" presStyleCnt="0"/>
      <dgm:spPr/>
    </dgm:pt>
    <dgm:pt modelId="{6032EDF5-3564-42CB-BF7F-B21BBBDB03EF}" type="pres">
      <dgm:prSet presAssocID="{33D64302-18E9-4A1A-BE52-892B6FDC69B0}" presName="hierChild5" presStyleCnt="0"/>
      <dgm:spPr/>
    </dgm:pt>
    <dgm:pt modelId="{0BE42FF7-0C1F-41B1-8568-6C0D154F1289}" type="pres">
      <dgm:prSet presAssocID="{DBBB2174-A4E8-4150-907E-2F39F0CFC60F}" presName="Name37" presStyleLbl="parChTrans1D2" presStyleIdx="2" presStyleCnt="4"/>
      <dgm:spPr/>
    </dgm:pt>
    <dgm:pt modelId="{FF795480-3F0C-43DF-874F-4DE1A60681FA}" type="pres">
      <dgm:prSet presAssocID="{C3065C6E-EBF3-410C-A327-0DB4FFB7FDA0}" presName="hierRoot2" presStyleCnt="0">
        <dgm:presLayoutVars>
          <dgm:hierBranch val="init"/>
        </dgm:presLayoutVars>
      </dgm:prSet>
      <dgm:spPr/>
    </dgm:pt>
    <dgm:pt modelId="{8995986A-19A0-46C3-9B27-3ADB6CC823BB}" type="pres">
      <dgm:prSet presAssocID="{C3065C6E-EBF3-410C-A327-0DB4FFB7FDA0}" presName="rootComposite" presStyleCnt="0"/>
      <dgm:spPr/>
    </dgm:pt>
    <dgm:pt modelId="{CB1FE7C7-E636-467B-8529-FE2557051543}" type="pres">
      <dgm:prSet presAssocID="{C3065C6E-EBF3-410C-A327-0DB4FFB7FDA0}" presName="rootText" presStyleLbl="node2" presStyleIdx="2" presStyleCnt="4">
        <dgm:presLayoutVars>
          <dgm:chPref val="3"/>
        </dgm:presLayoutVars>
      </dgm:prSet>
      <dgm:spPr/>
    </dgm:pt>
    <dgm:pt modelId="{222E34FD-A162-4D07-97BF-62093F47E968}" type="pres">
      <dgm:prSet presAssocID="{C3065C6E-EBF3-410C-A327-0DB4FFB7FDA0}" presName="rootConnector" presStyleLbl="node2" presStyleIdx="2" presStyleCnt="4"/>
      <dgm:spPr/>
    </dgm:pt>
    <dgm:pt modelId="{B82E1E74-8948-4C65-B030-96BC7B5E36D7}" type="pres">
      <dgm:prSet presAssocID="{C3065C6E-EBF3-410C-A327-0DB4FFB7FDA0}" presName="hierChild4" presStyleCnt="0"/>
      <dgm:spPr/>
    </dgm:pt>
    <dgm:pt modelId="{B333FE3C-8C0D-4DE1-A2B5-1B00A7ABE366}" type="pres">
      <dgm:prSet presAssocID="{C3065C6E-EBF3-410C-A327-0DB4FFB7FDA0}" presName="hierChild5" presStyleCnt="0"/>
      <dgm:spPr/>
    </dgm:pt>
    <dgm:pt modelId="{C0C7BDF1-1283-4D53-9E7C-AC29A9FCEEC7}" type="pres">
      <dgm:prSet presAssocID="{BB875F6D-D686-46F7-9407-98BE725B6115}" presName="Name37" presStyleLbl="parChTrans1D2" presStyleIdx="3" presStyleCnt="4"/>
      <dgm:spPr/>
    </dgm:pt>
    <dgm:pt modelId="{41C302DC-6C17-4DB5-B629-7B92A83D41C0}" type="pres">
      <dgm:prSet presAssocID="{C8016469-18E8-4E2D-8F41-35462E3FC63E}" presName="hierRoot2" presStyleCnt="0">
        <dgm:presLayoutVars>
          <dgm:hierBranch val="init"/>
        </dgm:presLayoutVars>
      </dgm:prSet>
      <dgm:spPr/>
    </dgm:pt>
    <dgm:pt modelId="{63B2F2FE-191C-46A5-A67B-EF1864DD276F}" type="pres">
      <dgm:prSet presAssocID="{C8016469-18E8-4E2D-8F41-35462E3FC63E}" presName="rootComposite" presStyleCnt="0"/>
      <dgm:spPr/>
    </dgm:pt>
    <dgm:pt modelId="{17F839CA-601E-4CD0-ACD0-EB374AD36C4B}" type="pres">
      <dgm:prSet presAssocID="{C8016469-18E8-4E2D-8F41-35462E3FC63E}" presName="rootText" presStyleLbl="node2" presStyleIdx="3" presStyleCnt="4">
        <dgm:presLayoutVars>
          <dgm:chPref val="3"/>
        </dgm:presLayoutVars>
      </dgm:prSet>
      <dgm:spPr/>
    </dgm:pt>
    <dgm:pt modelId="{ADCCA7EF-0503-4F6F-8B1C-C7BD55FCEADC}" type="pres">
      <dgm:prSet presAssocID="{C8016469-18E8-4E2D-8F41-35462E3FC63E}" presName="rootConnector" presStyleLbl="node2" presStyleIdx="3" presStyleCnt="4"/>
      <dgm:spPr/>
    </dgm:pt>
    <dgm:pt modelId="{1DFA3550-DE96-4094-AB8E-E02EA385D84A}" type="pres">
      <dgm:prSet presAssocID="{C8016469-18E8-4E2D-8F41-35462E3FC63E}" presName="hierChild4" presStyleCnt="0"/>
      <dgm:spPr/>
    </dgm:pt>
    <dgm:pt modelId="{F73E0AAE-F99D-42A4-89DE-CACC9714C8C4}" type="pres">
      <dgm:prSet presAssocID="{9FCA339D-A173-4534-AFD0-31069B40776F}" presName="Name37" presStyleLbl="parChTrans1D3" presStyleIdx="0" presStyleCnt="3"/>
      <dgm:spPr/>
    </dgm:pt>
    <dgm:pt modelId="{82F5166A-2980-4114-B033-45A838B36035}" type="pres">
      <dgm:prSet presAssocID="{78C85D6D-2AC1-4230-96D3-B8F7E4AEB2EE}" presName="hierRoot2" presStyleCnt="0">
        <dgm:presLayoutVars>
          <dgm:hierBranch val="init"/>
        </dgm:presLayoutVars>
      </dgm:prSet>
      <dgm:spPr/>
    </dgm:pt>
    <dgm:pt modelId="{E0A95CF2-9E66-4CAA-BE15-F84B4AFB4855}" type="pres">
      <dgm:prSet presAssocID="{78C85D6D-2AC1-4230-96D3-B8F7E4AEB2EE}" presName="rootComposite" presStyleCnt="0"/>
      <dgm:spPr/>
    </dgm:pt>
    <dgm:pt modelId="{8D9D5234-8E0C-4A6E-AEC2-F5679278FC45}" type="pres">
      <dgm:prSet presAssocID="{78C85D6D-2AC1-4230-96D3-B8F7E4AEB2EE}" presName="rootText" presStyleLbl="node3" presStyleIdx="0" presStyleCnt="3">
        <dgm:presLayoutVars>
          <dgm:chPref val="3"/>
        </dgm:presLayoutVars>
      </dgm:prSet>
      <dgm:spPr/>
    </dgm:pt>
    <dgm:pt modelId="{240796CE-84FF-4E1C-8089-A3889560AC36}" type="pres">
      <dgm:prSet presAssocID="{78C85D6D-2AC1-4230-96D3-B8F7E4AEB2EE}" presName="rootConnector" presStyleLbl="node3" presStyleIdx="0" presStyleCnt="3"/>
      <dgm:spPr/>
    </dgm:pt>
    <dgm:pt modelId="{F54DAC1F-796B-477E-88E1-39C080BF9A36}" type="pres">
      <dgm:prSet presAssocID="{78C85D6D-2AC1-4230-96D3-B8F7E4AEB2EE}" presName="hierChild4" presStyleCnt="0"/>
      <dgm:spPr/>
    </dgm:pt>
    <dgm:pt modelId="{B5A467ED-84DC-4F60-B4AF-F8C40BB44227}" type="pres">
      <dgm:prSet presAssocID="{78C85D6D-2AC1-4230-96D3-B8F7E4AEB2EE}" presName="hierChild5" presStyleCnt="0"/>
      <dgm:spPr/>
    </dgm:pt>
    <dgm:pt modelId="{46E7579F-6DD0-400E-ADBE-E626749C776F}" type="pres">
      <dgm:prSet presAssocID="{C724F964-4CD8-4FBA-A669-53F0C6A4DBC6}" presName="Name37" presStyleLbl="parChTrans1D3" presStyleIdx="1" presStyleCnt="3"/>
      <dgm:spPr/>
    </dgm:pt>
    <dgm:pt modelId="{CC62BA39-093E-4C91-88A8-26FBDAE110B7}" type="pres">
      <dgm:prSet presAssocID="{3C45ED5A-A153-409A-8DF9-E1BF4E5B0C19}" presName="hierRoot2" presStyleCnt="0">
        <dgm:presLayoutVars>
          <dgm:hierBranch val="init"/>
        </dgm:presLayoutVars>
      </dgm:prSet>
      <dgm:spPr/>
    </dgm:pt>
    <dgm:pt modelId="{AB823C65-E98A-4ECB-8769-7AF00E335EE5}" type="pres">
      <dgm:prSet presAssocID="{3C45ED5A-A153-409A-8DF9-E1BF4E5B0C19}" presName="rootComposite" presStyleCnt="0"/>
      <dgm:spPr/>
    </dgm:pt>
    <dgm:pt modelId="{2E4C9DF0-5B10-4844-A70F-01E45CC6FABD}" type="pres">
      <dgm:prSet presAssocID="{3C45ED5A-A153-409A-8DF9-E1BF4E5B0C19}" presName="rootText" presStyleLbl="node3" presStyleIdx="1" presStyleCnt="3">
        <dgm:presLayoutVars>
          <dgm:chPref val="3"/>
        </dgm:presLayoutVars>
      </dgm:prSet>
      <dgm:spPr/>
    </dgm:pt>
    <dgm:pt modelId="{DF6C6975-83E5-4391-A4EC-0AD7C0A1FD45}" type="pres">
      <dgm:prSet presAssocID="{3C45ED5A-A153-409A-8DF9-E1BF4E5B0C19}" presName="rootConnector" presStyleLbl="node3" presStyleIdx="1" presStyleCnt="3"/>
      <dgm:spPr/>
    </dgm:pt>
    <dgm:pt modelId="{55768FFE-F474-44D2-B7EC-35FE4BE3F75C}" type="pres">
      <dgm:prSet presAssocID="{3C45ED5A-A153-409A-8DF9-E1BF4E5B0C19}" presName="hierChild4" presStyleCnt="0"/>
      <dgm:spPr/>
    </dgm:pt>
    <dgm:pt modelId="{82CC3FF0-E427-4791-87DC-BB7ED080552C}" type="pres">
      <dgm:prSet presAssocID="{3C45ED5A-A153-409A-8DF9-E1BF4E5B0C19}" presName="hierChild5" presStyleCnt="0"/>
      <dgm:spPr/>
    </dgm:pt>
    <dgm:pt modelId="{EB901FBC-406D-49A9-9299-174F089F6931}" type="pres">
      <dgm:prSet presAssocID="{6508BBE3-C649-472D-9091-EF0F0650B304}" presName="Name37" presStyleLbl="parChTrans1D3" presStyleIdx="2" presStyleCnt="3"/>
      <dgm:spPr/>
    </dgm:pt>
    <dgm:pt modelId="{115234B8-599F-431A-B238-B3103623F5A8}" type="pres">
      <dgm:prSet presAssocID="{E55E1D4D-8130-4323-8972-C0D87AFE4F78}" presName="hierRoot2" presStyleCnt="0">
        <dgm:presLayoutVars>
          <dgm:hierBranch val="init"/>
        </dgm:presLayoutVars>
      </dgm:prSet>
      <dgm:spPr/>
    </dgm:pt>
    <dgm:pt modelId="{FC5E53A2-06F9-43A8-A1CF-B955130F1022}" type="pres">
      <dgm:prSet presAssocID="{E55E1D4D-8130-4323-8972-C0D87AFE4F78}" presName="rootComposite" presStyleCnt="0"/>
      <dgm:spPr/>
    </dgm:pt>
    <dgm:pt modelId="{3D326CBC-754A-4891-8CBB-52CAE366C635}" type="pres">
      <dgm:prSet presAssocID="{E55E1D4D-8130-4323-8972-C0D87AFE4F78}" presName="rootText" presStyleLbl="node3" presStyleIdx="2" presStyleCnt="3">
        <dgm:presLayoutVars>
          <dgm:chPref val="3"/>
        </dgm:presLayoutVars>
      </dgm:prSet>
      <dgm:spPr/>
    </dgm:pt>
    <dgm:pt modelId="{1D50F4E1-4745-4061-B0E9-61CA71EF6C60}" type="pres">
      <dgm:prSet presAssocID="{E55E1D4D-8130-4323-8972-C0D87AFE4F78}" presName="rootConnector" presStyleLbl="node3" presStyleIdx="2" presStyleCnt="3"/>
      <dgm:spPr/>
    </dgm:pt>
    <dgm:pt modelId="{5566E246-E3C0-449A-BD4E-0271E6FC4315}" type="pres">
      <dgm:prSet presAssocID="{E55E1D4D-8130-4323-8972-C0D87AFE4F78}" presName="hierChild4" presStyleCnt="0"/>
      <dgm:spPr/>
    </dgm:pt>
    <dgm:pt modelId="{41AF8C94-E0D9-44CB-BDC4-1A39001D1084}" type="pres">
      <dgm:prSet presAssocID="{E55E1D4D-8130-4323-8972-C0D87AFE4F78}" presName="hierChild5" presStyleCnt="0"/>
      <dgm:spPr/>
    </dgm:pt>
    <dgm:pt modelId="{56216A17-16CC-42A6-A59B-740465FC16BA}" type="pres">
      <dgm:prSet presAssocID="{C8016469-18E8-4E2D-8F41-35462E3FC63E}" presName="hierChild5" presStyleCnt="0"/>
      <dgm:spPr/>
    </dgm:pt>
    <dgm:pt modelId="{C1F317DA-546F-4085-B913-3101495D36C2}" type="pres">
      <dgm:prSet presAssocID="{E41CBF92-333A-4D44-8505-B24B927F8006}" presName="hierChild3" presStyleCnt="0"/>
      <dgm:spPr/>
    </dgm:pt>
  </dgm:ptLst>
  <dgm:cxnLst>
    <dgm:cxn modelId="{0BFDC900-AE37-4D8C-801B-79594EBFC7A4}" srcId="{E41CBF92-333A-4D44-8505-B24B927F8006}" destId="{C8016469-18E8-4E2D-8F41-35462E3FC63E}" srcOrd="3" destOrd="0" parTransId="{BB875F6D-D686-46F7-9407-98BE725B6115}" sibTransId="{C3A14A51-5EF9-4AA6-854B-55CFA29B3A72}"/>
    <dgm:cxn modelId="{7086D805-5307-4A34-8D15-EBBAAFDA9095}" type="presOf" srcId="{3C45ED5A-A153-409A-8DF9-E1BF4E5B0C19}" destId="{DF6C6975-83E5-4391-A4EC-0AD7C0A1FD45}" srcOrd="1" destOrd="0" presId="urn:microsoft.com/office/officeart/2005/8/layout/orgChart1"/>
    <dgm:cxn modelId="{F4512221-DA0B-4F77-A05B-8B9CD5187396}" type="presOf" srcId="{BB875F6D-D686-46F7-9407-98BE725B6115}" destId="{C0C7BDF1-1283-4D53-9E7C-AC29A9FCEEC7}" srcOrd="0" destOrd="0" presId="urn:microsoft.com/office/officeart/2005/8/layout/orgChart1"/>
    <dgm:cxn modelId="{7A3D7127-1665-477B-8D94-E68E64756BD3}" type="presOf" srcId="{C8016469-18E8-4E2D-8F41-35462E3FC63E}" destId="{ADCCA7EF-0503-4F6F-8B1C-C7BD55FCEADC}" srcOrd="1" destOrd="0" presId="urn:microsoft.com/office/officeart/2005/8/layout/orgChart1"/>
    <dgm:cxn modelId="{1C75DA2A-81ED-450B-843B-45BABE2D0A24}" type="presOf" srcId="{9FCA339D-A173-4534-AFD0-31069B40776F}" destId="{F73E0AAE-F99D-42A4-89DE-CACC9714C8C4}" srcOrd="0" destOrd="0" presId="urn:microsoft.com/office/officeart/2005/8/layout/orgChart1"/>
    <dgm:cxn modelId="{84865C2E-898B-4E8C-BA5A-B84635BD7FA7}" srcId="{C8016469-18E8-4E2D-8F41-35462E3FC63E}" destId="{E55E1D4D-8130-4323-8972-C0D87AFE4F78}" srcOrd="2" destOrd="0" parTransId="{6508BBE3-C649-472D-9091-EF0F0650B304}" sibTransId="{C30A21A3-43D4-487A-9DC6-26A183EEE531}"/>
    <dgm:cxn modelId="{E1E32131-6D38-4399-BDC4-B58462580BE4}" type="presOf" srcId="{33D64302-18E9-4A1A-BE52-892B6FDC69B0}" destId="{C20E90A7-126F-44F8-898E-D37221F7BC07}" srcOrd="1" destOrd="0" presId="urn:microsoft.com/office/officeart/2005/8/layout/orgChart1"/>
    <dgm:cxn modelId="{3CAA0932-F731-419B-8282-861FBB61BAB7}" type="presOf" srcId="{89F2F2E0-FFE6-4796-8E0B-B23AB2AAC747}" destId="{0F7BC1D3-C848-4ED8-BF31-BDF95EF3FCF5}" srcOrd="0" destOrd="0" presId="urn:microsoft.com/office/officeart/2005/8/layout/orgChart1"/>
    <dgm:cxn modelId="{8F8B633D-4A67-4B87-9CD7-E37324C06870}" srcId="{C8016469-18E8-4E2D-8F41-35462E3FC63E}" destId="{78C85D6D-2AC1-4230-96D3-B8F7E4AEB2EE}" srcOrd="0" destOrd="0" parTransId="{9FCA339D-A173-4534-AFD0-31069B40776F}" sibTransId="{CADA303A-60E9-4D27-8DB5-A8E09303D8AB}"/>
    <dgm:cxn modelId="{07F5DE61-E517-4DF9-8CB4-A68EE1C8B05E}" type="presOf" srcId="{E55E1D4D-8130-4323-8972-C0D87AFE4F78}" destId="{1D50F4E1-4745-4061-B0E9-61CA71EF6C60}" srcOrd="1" destOrd="0" presId="urn:microsoft.com/office/officeart/2005/8/layout/orgChart1"/>
    <dgm:cxn modelId="{3268A269-A01D-4C4E-AFA7-2243E0A3E77F}" type="presOf" srcId="{E41CBF92-333A-4D44-8505-B24B927F8006}" destId="{E9AD8690-5DAD-474D-84EC-3FECA88802A9}" srcOrd="0" destOrd="0" presId="urn:microsoft.com/office/officeart/2005/8/layout/orgChart1"/>
    <dgm:cxn modelId="{1C28726A-A5DD-4A15-8FBF-418643FA70F6}" srcId="{E41CBF92-333A-4D44-8505-B24B927F8006}" destId="{33D64302-18E9-4A1A-BE52-892B6FDC69B0}" srcOrd="1" destOrd="0" parTransId="{89F2F2E0-FFE6-4796-8E0B-B23AB2AAC747}" sibTransId="{577EEAA4-0F94-4152-B4AD-EA865CE46130}"/>
    <dgm:cxn modelId="{C457E74A-DC7A-4E76-B328-0F39405CB337}" type="presOf" srcId="{E55E1D4D-8130-4323-8972-C0D87AFE4F78}" destId="{3D326CBC-754A-4891-8CBB-52CAE366C635}" srcOrd="0" destOrd="0" presId="urn:microsoft.com/office/officeart/2005/8/layout/orgChart1"/>
    <dgm:cxn modelId="{086ED96C-3FFE-4BF7-911F-BE45A2557DF9}" type="presOf" srcId="{1E5B65BE-1DAA-4A5B-8CD9-BB5BA7B4F1A8}" destId="{63ACC7F6-F842-458F-852A-593BE9396250}" srcOrd="1" destOrd="0" presId="urn:microsoft.com/office/officeart/2005/8/layout/orgChart1"/>
    <dgm:cxn modelId="{581BD156-391E-482D-ABCF-8258403DF031}" type="presOf" srcId="{C171412F-2B19-444E-B1DD-8BBD1EA552A6}" destId="{0441DAFA-3E1B-49C2-9328-716F1FBB5025}" srcOrd="0" destOrd="0" presId="urn:microsoft.com/office/officeart/2005/8/layout/orgChart1"/>
    <dgm:cxn modelId="{EE836C7A-F2B3-44F7-99F6-696715D7EB1B}" type="presOf" srcId="{1E5B65BE-1DAA-4A5B-8CD9-BB5BA7B4F1A8}" destId="{CF7D6F96-10C0-4899-B31B-605C6D515E09}" srcOrd="0" destOrd="0" presId="urn:microsoft.com/office/officeart/2005/8/layout/orgChart1"/>
    <dgm:cxn modelId="{AA8EAB81-A251-49FF-8976-4265A5ABBCBE}" srcId="{C8016469-18E8-4E2D-8F41-35462E3FC63E}" destId="{3C45ED5A-A153-409A-8DF9-E1BF4E5B0C19}" srcOrd="1" destOrd="0" parTransId="{C724F964-4CD8-4FBA-A669-53F0C6A4DBC6}" sibTransId="{E6159B3A-79DF-4F6A-BA79-36D86605AB2E}"/>
    <dgm:cxn modelId="{9AB7D18A-7578-4559-B971-51B80845BC7C}" type="presOf" srcId="{C8016469-18E8-4E2D-8F41-35462E3FC63E}" destId="{17F839CA-601E-4CD0-ACD0-EB374AD36C4B}" srcOrd="0" destOrd="0" presId="urn:microsoft.com/office/officeart/2005/8/layout/orgChart1"/>
    <dgm:cxn modelId="{D94CF18E-6922-4048-97C7-5422BA671F7A}" type="presOf" srcId="{33D64302-18E9-4A1A-BE52-892B6FDC69B0}" destId="{871A6ED8-8A9A-480E-8365-20FD2D07CB7C}" srcOrd="0" destOrd="0" presId="urn:microsoft.com/office/officeart/2005/8/layout/orgChart1"/>
    <dgm:cxn modelId="{490FF298-AAB2-424E-87E2-069174A1524E}" type="presOf" srcId="{78C85D6D-2AC1-4230-96D3-B8F7E4AEB2EE}" destId="{8D9D5234-8E0C-4A6E-AEC2-F5679278FC45}" srcOrd="0" destOrd="0" presId="urn:microsoft.com/office/officeart/2005/8/layout/orgChart1"/>
    <dgm:cxn modelId="{0A40D29A-D6E1-4B04-A80B-1C3013499001}" type="presOf" srcId="{C3065C6E-EBF3-410C-A327-0DB4FFB7FDA0}" destId="{222E34FD-A162-4D07-97BF-62093F47E968}" srcOrd="1" destOrd="0" presId="urn:microsoft.com/office/officeart/2005/8/layout/orgChart1"/>
    <dgm:cxn modelId="{E7CCD99A-AFC4-471C-BCED-6A03D7CF55DD}" type="presOf" srcId="{6837BB10-987C-4F6A-981E-A79610785CAB}" destId="{A4D1500D-E414-414D-80E6-41DC2AAB2F92}" srcOrd="0" destOrd="0" presId="urn:microsoft.com/office/officeart/2005/8/layout/orgChart1"/>
    <dgm:cxn modelId="{540BAB9B-B16B-4C0C-AF0B-AD8B7402F992}" type="presOf" srcId="{C3065C6E-EBF3-410C-A327-0DB4FFB7FDA0}" destId="{CB1FE7C7-E636-467B-8529-FE2557051543}" srcOrd="0" destOrd="0" presId="urn:microsoft.com/office/officeart/2005/8/layout/orgChart1"/>
    <dgm:cxn modelId="{7AE478A5-3BB0-49C6-9C9D-BAD4B80C7F43}" srcId="{E41CBF92-333A-4D44-8505-B24B927F8006}" destId="{1E5B65BE-1DAA-4A5B-8CD9-BB5BA7B4F1A8}" srcOrd="0" destOrd="0" parTransId="{C171412F-2B19-444E-B1DD-8BBD1EA552A6}" sibTransId="{3B419F3B-A8D1-4412-BDFC-AA2B7938C643}"/>
    <dgm:cxn modelId="{980E27BA-59C3-4236-96D5-43B1EBE5EB6B}" type="presOf" srcId="{6508BBE3-C649-472D-9091-EF0F0650B304}" destId="{EB901FBC-406D-49A9-9299-174F089F6931}" srcOrd="0" destOrd="0" presId="urn:microsoft.com/office/officeart/2005/8/layout/orgChart1"/>
    <dgm:cxn modelId="{DF8D19D2-3237-4F11-A32F-BA6811CCFC94}" type="presOf" srcId="{DBBB2174-A4E8-4150-907E-2F39F0CFC60F}" destId="{0BE42FF7-0C1F-41B1-8568-6C0D154F1289}" srcOrd="0" destOrd="0" presId="urn:microsoft.com/office/officeart/2005/8/layout/orgChart1"/>
    <dgm:cxn modelId="{C15AE0D4-3768-4A9D-86C9-33FE1EC771B3}" srcId="{6837BB10-987C-4F6A-981E-A79610785CAB}" destId="{E41CBF92-333A-4D44-8505-B24B927F8006}" srcOrd="0" destOrd="0" parTransId="{F4DBBA38-2827-4778-9471-1ABCAB1A883B}" sibTransId="{5282F87E-714D-4FB6-8516-5142D8F5333A}"/>
    <dgm:cxn modelId="{CFE745E7-C3DE-4FB5-A59D-53FE529D4A95}" type="presOf" srcId="{E41CBF92-333A-4D44-8505-B24B927F8006}" destId="{DB0878A2-7F01-467E-8E10-E7D9210DD2D7}" srcOrd="1" destOrd="0" presId="urn:microsoft.com/office/officeart/2005/8/layout/orgChart1"/>
    <dgm:cxn modelId="{D16FF0E8-E736-4742-80F1-E479A14E94E4}" type="presOf" srcId="{78C85D6D-2AC1-4230-96D3-B8F7E4AEB2EE}" destId="{240796CE-84FF-4E1C-8089-A3889560AC36}" srcOrd="1" destOrd="0" presId="urn:microsoft.com/office/officeart/2005/8/layout/orgChart1"/>
    <dgm:cxn modelId="{AAC96CE9-B277-4008-969F-2C98403C55B3}" srcId="{E41CBF92-333A-4D44-8505-B24B927F8006}" destId="{C3065C6E-EBF3-410C-A327-0DB4FFB7FDA0}" srcOrd="2" destOrd="0" parTransId="{DBBB2174-A4E8-4150-907E-2F39F0CFC60F}" sibTransId="{52EF3B3B-E0CF-43F7-AFAE-BF1115070164}"/>
    <dgm:cxn modelId="{08C955E9-447E-4275-A8E4-4E4B14C7CE1C}" type="presOf" srcId="{3C45ED5A-A153-409A-8DF9-E1BF4E5B0C19}" destId="{2E4C9DF0-5B10-4844-A70F-01E45CC6FABD}" srcOrd="0" destOrd="0" presId="urn:microsoft.com/office/officeart/2005/8/layout/orgChart1"/>
    <dgm:cxn modelId="{A419BEEF-2806-4460-BBB0-EEEC8060BD03}" type="presOf" srcId="{C724F964-4CD8-4FBA-A669-53F0C6A4DBC6}" destId="{46E7579F-6DD0-400E-ADBE-E626749C776F}" srcOrd="0" destOrd="0" presId="urn:microsoft.com/office/officeart/2005/8/layout/orgChart1"/>
    <dgm:cxn modelId="{89A2E0D1-E7CF-4AE6-B010-069E5324CE15}" type="presParOf" srcId="{A4D1500D-E414-414D-80E6-41DC2AAB2F92}" destId="{58D71AAE-BD75-47A7-B389-2375321BA2D1}" srcOrd="0" destOrd="0" presId="urn:microsoft.com/office/officeart/2005/8/layout/orgChart1"/>
    <dgm:cxn modelId="{D3F6AFB6-D5D4-4985-A84C-262029A1862B}" type="presParOf" srcId="{58D71AAE-BD75-47A7-B389-2375321BA2D1}" destId="{2B3BE654-C2FC-45F2-8788-1EB22233CF7D}" srcOrd="0" destOrd="0" presId="urn:microsoft.com/office/officeart/2005/8/layout/orgChart1"/>
    <dgm:cxn modelId="{1885EFA5-E043-428C-99A8-3630D706172D}" type="presParOf" srcId="{2B3BE654-C2FC-45F2-8788-1EB22233CF7D}" destId="{E9AD8690-5DAD-474D-84EC-3FECA88802A9}" srcOrd="0" destOrd="0" presId="urn:microsoft.com/office/officeart/2005/8/layout/orgChart1"/>
    <dgm:cxn modelId="{3D9516F0-D18A-4D36-BFC6-6455F9E9CA99}" type="presParOf" srcId="{2B3BE654-C2FC-45F2-8788-1EB22233CF7D}" destId="{DB0878A2-7F01-467E-8E10-E7D9210DD2D7}" srcOrd="1" destOrd="0" presId="urn:microsoft.com/office/officeart/2005/8/layout/orgChart1"/>
    <dgm:cxn modelId="{6F244C87-11C3-4E7B-AC1D-BC53B089A426}" type="presParOf" srcId="{58D71AAE-BD75-47A7-B389-2375321BA2D1}" destId="{2E7F1226-8215-4892-A35D-03C6D532FD2A}" srcOrd="1" destOrd="0" presId="urn:microsoft.com/office/officeart/2005/8/layout/orgChart1"/>
    <dgm:cxn modelId="{AE80AD5B-E594-4C8F-B462-367CA35A1F28}" type="presParOf" srcId="{2E7F1226-8215-4892-A35D-03C6D532FD2A}" destId="{0441DAFA-3E1B-49C2-9328-716F1FBB5025}" srcOrd="0" destOrd="0" presId="urn:microsoft.com/office/officeart/2005/8/layout/orgChart1"/>
    <dgm:cxn modelId="{1115EC85-6B0D-49AD-8AF2-7078471477E9}" type="presParOf" srcId="{2E7F1226-8215-4892-A35D-03C6D532FD2A}" destId="{E16D1E64-22A4-435A-8695-7C07F59DBEDF}" srcOrd="1" destOrd="0" presId="urn:microsoft.com/office/officeart/2005/8/layout/orgChart1"/>
    <dgm:cxn modelId="{8EC75438-F971-4D80-97A5-AEC23586ADCB}" type="presParOf" srcId="{E16D1E64-22A4-435A-8695-7C07F59DBEDF}" destId="{D6E6FECC-EEFF-45E2-A98C-9AAC495B5F56}" srcOrd="0" destOrd="0" presId="urn:microsoft.com/office/officeart/2005/8/layout/orgChart1"/>
    <dgm:cxn modelId="{09FB1F48-E789-4FD9-8254-648BBB07F1BE}" type="presParOf" srcId="{D6E6FECC-EEFF-45E2-A98C-9AAC495B5F56}" destId="{CF7D6F96-10C0-4899-B31B-605C6D515E09}" srcOrd="0" destOrd="0" presId="urn:microsoft.com/office/officeart/2005/8/layout/orgChart1"/>
    <dgm:cxn modelId="{D0ABDD7F-F77B-4ADF-9246-94F783B628FC}" type="presParOf" srcId="{D6E6FECC-EEFF-45E2-A98C-9AAC495B5F56}" destId="{63ACC7F6-F842-458F-852A-593BE9396250}" srcOrd="1" destOrd="0" presId="urn:microsoft.com/office/officeart/2005/8/layout/orgChart1"/>
    <dgm:cxn modelId="{9F84A082-CCAE-45E9-96D2-6D12F9686135}" type="presParOf" srcId="{E16D1E64-22A4-435A-8695-7C07F59DBEDF}" destId="{B2E3459F-5C46-48D5-8DF3-BEFEF72E0B00}" srcOrd="1" destOrd="0" presId="urn:microsoft.com/office/officeart/2005/8/layout/orgChart1"/>
    <dgm:cxn modelId="{0D2FDAA8-C948-4985-9114-44673E734245}" type="presParOf" srcId="{E16D1E64-22A4-435A-8695-7C07F59DBEDF}" destId="{C85758E6-AE0F-4F75-90FD-BD28546012A9}" srcOrd="2" destOrd="0" presId="urn:microsoft.com/office/officeart/2005/8/layout/orgChart1"/>
    <dgm:cxn modelId="{793B097F-27D7-4E83-97A3-56EF1ABBECC4}" type="presParOf" srcId="{2E7F1226-8215-4892-A35D-03C6D532FD2A}" destId="{0F7BC1D3-C848-4ED8-BF31-BDF95EF3FCF5}" srcOrd="2" destOrd="0" presId="urn:microsoft.com/office/officeart/2005/8/layout/orgChart1"/>
    <dgm:cxn modelId="{171C9156-BAD9-4F32-A2B8-AB5F0B7229BC}" type="presParOf" srcId="{2E7F1226-8215-4892-A35D-03C6D532FD2A}" destId="{1B76FE1E-368A-42B4-817A-9C02F7AD74DB}" srcOrd="3" destOrd="0" presId="urn:microsoft.com/office/officeart/2005/8/layout/orgChart1"/>
    <dgm:cxn modelId="{386DD91D-0E00-407C-ADC4-2DADF1967FC9}" type="presParOf" srcId="{1B76FE1E-368A-42B4-817A-9C02F7AD74DB}" destId="{4AC51CAE-1685-4150-A694-945BC5459CBB}" srcOrd="0" destOrd="0" presId="urn:microsoft.com/office/officeart/2005/8/layout/orgChart1"/>
    <dgm:cxn modelId="{A892E2C8-50F9-4375-9A8A-8A9A7F9421D8}" type="presParOf" srcId="{4AC51CAE-1685-4150-A694-945BC5459CBB}" destId="{871A6ED8-8A9A-480E-8365-20FD2D07CB7C}" srcOrd="0" destOrd="0" presId="urn:microsoft.com/office/officeart/2005/8/layout/orgChart1"/>
    <dgm:cxn modelId="{D3FB02B8-CB5C-4806-BC01-6CF47F0316FB}" type="presParOf" srcId="{4AC51CAE-1685-4150-A694-945BC5459CBB}" destId="{C20E90A7-126F-44F8-898E-D37221F7BC07}" srcOrd="1" destOrd="0" presId="urn:microsoft.com/office/officeart/2005/8/layout/orgChart1"/>
    <dgm:cxn modelId="{D85F10AD-8A84-4C64-BE97-A1120BD12042}" type="presParOf" srcId="{1B76FE1E-368A-42B4-817A-9C02F7AD74DB}" destId="{7989F2A4-32BB-4A9B-84E0-8E5F80D16BA9}" srcOrd="1" destOrd="0" presId="urn:microsoft.com/office/officeart/2005/8/layout/orgChart1"/>
    <dgm:cxn modelId="{B378B7FE-9F40-41C5-9131-2DFA40E885AE}" type="presParOf" srcId="{1B76FE1E-368A-42B4-817A-9C02F7AD74DB}" destId="{6032EDF5-3564-42CB-BF7F-B21BBBDB03EF}" srcOrd="2" destOrd="0" presId="urn:microsoft.com/office/officeart/2005/8/layout/orgChart1"/>
    <dgm:cxn modelId="{C5B87B15-8144-4C2A-970E-85C1BCC79851}" type="presParOf" srcId="{2E7F1226-8215-4892-A35D-03C6D532FD2A}" destId="{0BE42FF7-0C1F-41B1-8568-6C0D154F1289}" srcOrd="4" destOrd="0" presId="urn:microsoft.com/office/officeart/2005/8/layout/orgChart1"/>
    <dgm:cxn modelId="{7467CE5A-2794-4730-BCBA-73984C1E9298}" type="presParOf" srcId="{2E7F1226-8215-4892-A35D-03C6D532FD2A}" destId="{FF795480-3F0C-43DF-874F-4DE1A60681FA}" srcOrd="5" destOrd="0" presId="urn:microsoft.com/office/officeart/2005/8/layout/orgChart1"/>
    <dgm:cxn modelId="{3C6E287E-7872-4DEA-BBF0-19D8860A9FD5}" type="presParOf" srcId="{FF795480-3F0C-43DF-874F-4DE1A60681FA}" destId="{8995986A-19A0-46C3-9B27-3ADB6CC823BB}" srcOrd="0" destOrd="0" presId="urn:microsoft.com/office/officeart/2005/8/layout/orgChart1"/>
    <dgm:cxn modelId="{3967E0B2-FCF7-4A37-998F-148DFE8DBD72}" type="presParOf" srcId="{8995986A-19A0-46C3-9B27-3ADB6CC823BB}" destId="{CB1FE7C7-E636-467B-8529-FE2557051543}" srcOrd="0" destOrd="0" presId="urn:microsoft.com/office/officeart/2005/8/layout/orgChart1"/>
    <dgm:cxn modelId="{37BFD686-3043-450A-8930-EA32E2A634AC}" type="presParOf" srcId="{8995986A-19A0-46C3-9B27-3ADB6CC823BB}" destId="{222E34FD-A162-4D07-97BF-62093F47E968}" srcOrd="1" destOrd="0" presId="urn:microsoft.com/office/officeart/2005/8/layout/orgChart1"/>
    <dgm:cxn modelId="{3D8096DC-F9C2-49ED-AB60-15E3A016338C}" type="presParOf" srcId="{FF795480-3F0C-43DF-874F-4DE1A60681FA}" destId="{B82E1E74-8948-4C65-B030-96BC7B5E36D7}" srcOrd="1" destOrd="0" presId="urn:microsoft.com/office/officeart/2005/8/layout/orgChart1"/>
    <dgm:cxn modelId="{A03C553C-50B2-4ED5-88D5-C31583912128}" type="presParOf" srcId="{FF795480-3F0C-43DF-874F-4DE1A60681FA}" destId="{B333FE3C-8C0D-4DE1-A2B5-1B00A7ABE366}" srcOrd="2" destOrd="0" presId="urn:microsoft.com/office/officeart/2005/8/layout/orgChart1"/>
    <dgm:cxn modelId="{DFFCD06A-3094-4BF3-8D14-F9C17E7AA422}" type="presParOf" srcId="{2E7F1226-8215-4892-A35D-03C6D532FD2A}" destId="{C0C7BDF1-1283-4D53-9E7C-AC29A9FCEEC7}" srcOrd="6" destOrd="0" presId="urn:microsoft.com/office/officeart/2005/8/layout/orgChart1"/>
    <dgm:cxn modelId="{389EEC7C-DE4E-4475-93D7-FE9F0BA71B0C}" type="presParOf" srcId="{2E7F1226-8215-4892-A35D-03C6D532FD2A}" destId="{41C302DC-6C17-4DB5-B629-7B92A83D41C0}" srcOrd="7" destOrd="0" presId="urn:microsoft.com/office/officeart/2005/8/layout/orgChart1"/>
    <dgm:cxn modelId="{AA243268-6ACD-4FB6-B050-9FBFB8FD8DBD}" type="presParOf" srcId="{41C302DC-6C17-4DB5-B629-7B92A83D41C0}" destId="{63B2F2FE-191C-46A5-A67B-EF1864DD276F}" srcOrd="0" destOrd="0" presId="urn:microsoft.com/office/officeart/2005/8/layout/orgChart1"/>
    <dgm:cxn modelId="{5E01284C-12C6-436B-9970-DD88C7E05192}" type="presParOf" srcId="{63B2F2FE-191C-46A5-A67B-EF1864DD276F}" destId="{17F839CA-601E-4CD0-ACD0-EB374AD36C4B}" srcOrd="0" destOrd="0" presId="urn:microsoft.com/office/officeart/2005/8/layout/orgChart1"/>
    <dgm:cxn modelId="{98BCCA75-981D-4F98-83C0-2954845005CC}" type="presParOf" srcId="{63B2F2FE-191C-46A5-A67B-EF1864DD276F}" destId="{ADCCA7EF-0503-4F6F-8B1C-C7BD55FCEADC}" srcOrd="1" destOrd="0" presId="urn:microsoft.com/office/officeart/2005/8/layout/orgChart1"/>
    <dgm:cxn modelId="{E38BE6A3-8ED8-4C3D-8854-4C9BB231E73B}" type="presParOf" srcId="{41C302DC-6C17-4DB5-B629-7B92A83D41C0}" destId="{1DFA3550-DE96-4094-AB8E-E02EA385D84A}" srcOrd="1" destOrd="0" presId="urn:microsoft.com/office/officeart/2005/8/layout/orgChart1"/>
    <dgm:cxn modelId="{2310481B-AD7D-4CA7-9AE1-8F0CD84D75C2}" type="presParOf" srcId="{1DFA3550-DE96-4094-AB8E-E02EA385D84A}" destId="{F73E0AAE-F99D-42A4-89DE-CACC9714C8C4}" srcOrd="0" destOrd="0" presId="urn:microsoft.com/office/officeart/2005/8/layout/orgChart1"/>
    <dgm:cxn modelId="{82DB1A6F-5A73-4EC1-ABCC-F691D3BD24C5}" type="presParOf" srcId="{1DFA3550-DE96-4094-AB8E-E02EA385D84A}" destId="{82F5166A-2980-4114-B033-45A838B36035}" srcOrd="1" destOrd="0" presId="urn:microsoft.com/office/officeart/2005/8/layout/orgChart1"/>
    <dgm:cxn modelId="{C02FD34C-B358-4066-B569-69E014ABA431}" type="presParOf" srcId="{82F5166A-2980-4114-B033-45A838B36035}" destId="{E0A95CF2-9E66-4CAA-BE15-F84B4AFB4855}" srcOrd="0" destOrd="0" presId="urn:microsoft.com/office/officeart/2005/8/layout/orgChart1"/>
    <dgm:cxn modelId="{CD7EB8AF-8BCC-429A-BC3B-7FF59AF1989E}" type="presParOf" srcId="{E0A95CF2-9E66-4CAA-BE15-F84B4AFB4855}" destId="{8D9D5234-8E0C-4A6E-AEC2-F5679278FC45}" srcOrd="0" destOrd="0" presId="urn:microsoft.com/office/officeart/2005/8/layout/orgChart1"/>
    <dgm:cxn modelId="{321F5A8F-B07B-429F-9B5B-D24C6535C5AF}" type="presParOf" srcId="{E0A95CF2-9E66-4CAA-BE15-F84B4AFB4855}" destId="{240796CE-84FF-4E1C-8089-A3889560AC36}" srcOrd="1" destOrd="0" presId="urn:microsoft.com/office/officeart/2005/8/layout/orgChart1"/>
    <dgm:cxn modelId="{D983F770-B60A-4D55-8F54-08C171486D33}" type="presParOf" srcId="{82F5166A-2980-4114-B033-45A838B36035}" destId="{F54DAC1F-796B-477E-88E1-39C080BF9A36}" srcOrd="1" destOrd="0" presId="urn:microsoft.com/office/officeart/2005/8/layout/orgChart1"/>
    <dgm:cxn modelId="{E5BFA486-98DC-4835-B051-C260F7E40860}" type="presParOf" srcId="{82F5166A-2980-4114-B033-45A838B36035}" destId="{B5A467ED-84DC-4F60-B4AF-F8C40BB44227}" srcOrd="2" destOrd="0" presId="urn:microsoft.com/office/officeart/2005/8/layout/orgChart1"/>
    <dgm:cxn modelId="{EEB03909-1BC2-4556-93F6-553A2CFDA6D5}" type="presParOf" srcId="{1DFA3550-DE96-4094-AB8E-E02EA385D84A}" destId="{46E7579F-6DD0-400E-ADBE-E626749C776F}" srcOrd="2" destOrd="0" presId="urn:microsoft.com/office/officeart/2005/8/layout/orgChart1"/>
    <dgm:cxn modelId="{6AFB04E5-251C-4D83-9AA6-1E1FD7D117FB}" type="presParOf" srcId="{1DFA3550-DE96-4094-AB8E-E02EA385D84A}" destId="{CC62BA39-093E-4C91-88A8-26FBDAE110B7}" srcOrd="3" destOrd="0" presId="urn:microsoft.com/office/officeart/2005/8/layout/orgChart1"/>
    <dgm:cxn modelId="{01D0E5E6-BDA4-486B-8A9B-A485E7240B91}" type="presParOf" srcId="{CC62BA39-093E-4C91-88A8-26FBDAE110B7}" destId="{AB823C65-E98A-4ECB-8769-7AF00E335EE5}" srcOrd="0" destOrd="0" presId="urn:microsoft.com/office/officeart/2005/8/layout/orgChart1"/>
    <dgm:cxn modelId="{383A8ED7-1CB9-4DD4-96D8-55D7D8084E44}" type="presParOf" srcId="{AB823C65-E98A-4ECB-8769-7AF00E335EE5}" destId="{2E4C9DF0-5B10-4844-A70F-01E45CC6FABD}" srcOrd="0" destOrd="0" presId="urn:microsoft.com/office/officeart/2005/8/layout/orgChart1"/>
    <dgm:cxn modelId="{396AF58E-5EED-4C97-9C3F-9D3BB45CB52D}" type="presParOf" srcId="{AB823C65-E98A-4ECB-8769-7AF00E335EE5}" destId="{DF6C6975-83E5-4391-A4EC-0AD7C0A1FD45}" srcOrd="1" destOrd="0" presId="urn:microsoft.com/office/officeart/2005/8/layout/orgChart1"/>
    <dgm:cxn modelId="{9F9FEE99-A57E-45CD-BBAB-F3532C18F60F}" type="presParOf" srcId="{CC62BA39-093E-4C91-88A8-26FBDAE110B7}" destId="{55768FFE-F474-44D2-B7EC-35FE4BE3F75C}" srcOrd="1" destOrd="0" presId="urn:microsoft.com/office/officeart/2005/8/layout/orgChart1"/>
    <dgm:cxn modelId="{47123983-0873-498D-8747-12BBC4C8EC57}" type="presParOf" srcId="{CC62BA39-093E-4C91-88A8-26FBDAE110B7}" destId="{82CC3FF0-E427-4791-87DC-BB7ED080552C}" srcOrd="2" destOrd="0" presId="urn:microsoft.com/office/officeart/2005/8/layout/orgChart1"/>
    <dgm:cxn modelId="{EB995FEE-6F7D-4B64-B6E5-F77D74011F5F}" type="presParOf" srcId="{1DFA3550-DE96-4094-AB8E-E02EA385D84A}" destId="{EB901FBC-406D-49A9-9299-174F089F6931}" srcOrd="4" destOrd="0" presId="urn:microsoft.com/office/officeart/2005/8/layout/orgChart1"/>
    <dgm:cxn modelId="{6FD6EFFA-0880-4CB6-BEB0-DEB505C03B5C}" type="presParOf" srcId="{1DFA3550-DE96-4094-AB8E-E02EA385D84A}" destId="{115234B8-599F-431A-B238-B3103623F5A8}" srcOrd="5" destOrd="0" presId="urn:microsoft.com/office/officeart/2005/8/layout/orgChart1"/>
    <dgm:cxn modelId="{7A557402-4BB3-4BC7-A58F-1F92EAF61A68}" type="presParOf" srcId="{115234B8-599F-431A-B238-B3103623F5A8}" destId="{FC5E53A2-06F9-43A8-A1CF-B955130F1022}" srcOrd="0" destOrd="0" presId="urn:microsoft.com/office/officeart/2005/8/layout/orgChart1"/>
    <dgm:cxn modelId="{7C67121B-B9EC-4839-A2A5-13CA22641B9B}" type="presParOf" srcId="{FC5E53A2-06F9-43A8-A1CF-B955130F1022}" destId="{3D326CBC-754A-4891-8CBB-52CAE366C635}" srcOrd="0" destOrd="0" presId="urn:microsoft.com/office/officeart/2005/8/layout/orgChart1"/>
    <dgm:cxn modelId="{52AB9157-A161-4EC5-AB50-94DB1E7CD06B}" type="presParOf" srcId="{FC5E53A2-06F9-43A8-A1CF-B955130F1022}" destId="{1D50F4E1-4745-4061-B0E9-61CA71EF6C60}" srcOrd="1" destOrd="0" presId="urn:microsoft.com/office/officeart/2005/8/layout/orgChart1"/>
    <dgm:cxn modelId="{A82375A9-A0E9-4E15-93EF-C6022B71DA2D}" type="presParOf" srcId="{115234B8-599F-431A-B238-B3103623F5A8}" destId="{5566E246-E3C0-449A-BD4E-0271E6FC4315}" srcOrd="1" destOrd="0" presId="urn:microsoft.com/office/officeart/2005/8/layout/orgChart1"/>
    <dgm:cxn modelId="{0C3DE95C-1CBD-4AF5-92CA-730EFBE0C878}" type="presParOf" srcId="{115234B8-599F-431A-B238-B3103623F5A8}" destId="{41AF8C94-E0D9-44CB-BDC4-1A39001D1084}" srcOrd="2" destOrd="0" presId="urn:microsoft.com/office/officeart/2005/8/layout/orgChart1"/>
    <dgm:cxn modelId="{34716CD1-18DD-4019-8C0E-7CBDE94A7A30}" type="presParOf" srcId="{41C302DC-6C17-4DB5-B629-7B92A83D41C0}" destId="{56216A17-16CC-42A6-A59B-740465FC16BA}" srcOrd="2" destOrd="0" presId="urn:microsoft.com/office/officeart/2005/8/layout/orgChart1"/>
    <dgm:cxn modelId="{F7ED3652-E7D0-4791-8EC2-7ADFFD6CD12D}" type="presParOf" srcId="{58D71AAE-BD75-47A7-B389-2375321BA2D1}" destId="{C1F317DA-546F-4085-B913-3101495D36C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837BB10-987C-4F6A-981E-A79610785CA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K"/>
        </a:p>
      </dgm:t>
    </dgm:pt>
    <dgm:pt modelId="{E41CBF92-333A-4D44-8505-B24B927F8006}">
      <dgm:prSet phldrT="[Text]" phldr="0"/>
      <dgm:spPr/>
      <dgm:t>
        <a:bodyPr/>
        <a:lstStyle/>
        <a:p>
          <a:r>
            <a:rPr lang="en-US" dirty="0"/>
            <a:t>3D printing magnetics</a:t>
          </a:r>
          <a:endParaRPr lang="en-DK" dirty="0"/>
        </a:p>
      </dgm:t>
    </dgm:pt>
    <dgm:pt modelId="{F4DBBA38-2827-4778-9471-1ABCAB1A883B}" type="parTrans" cxnId="{C15AE0D4-3768-4A9D-86C9-33FE1EC771B3}">
      <dgm:prSet/>
      <dgm:spPr/>
      <dgm:t>
        <a:bodyPr/>
        <a:lstStyle/>
        <a:p>
          <a:endParaRPr lang="en-DK"/>
        </a:p>
      </dgm:t>
    </dgm:pt>
    <dgm:pt modelId="{5282F87E-714D-4FB6-8516-5142D8F5333A}" type="sibTrans" cxnId="{C15AE0D4-3768-4A9D-86C9-33FE1EC771B3}">
      <dgm:prSet/>
      <dgm:spPr/>
      <dgm:t>
        <a:bodyPr/>
        <a:lstStyle/>
        <a:p>
          <a:endParaRPr lang="en-DK"/>
        </a:p>
      </dgm:t>
    </dgm:pt>
    <dgm:pt modelId="{1E5B65BE-1DAA-4A5B-8CD9-BB5BA7B4F1A8}">
      <dgm:prSet phldrT="[Text]" phldr="0"/>
      <dgm:spPr/>
      <dgm:t>
        <a:bodyPr/>
        <a:lstStyle/>
        <a:p>
          <a:r>
            <a:rPr lang="en-US" dirty="0"/>
            <a:t>Vat polymerization</a:t>
          </a:r>
          <a:endParaRPr lang="en-DK" dirty="0"/>
        </a:p>
      </dgm:t>
    </dgm:pt>
    <dgm:pt modelId="{C171412F-2B19-444E-B1DD-8BBD1EA552A6}" type="parTrans" cxnId="{7AE478A5-3BB0-49C6-9C9D-BAD4B80C7F43}">
      <dgm:prSet/>
      <dgm:spPr/>
      <dgm:t>
        <a:bodyPr/>
        <a:lstStyle/>
        <a:p>
          <a:endParaRPr lang="en-DK"/>
        </a:p>
      </dgm:t>
    </dgm:pt>
    <dgm:pt modelId="{3B419F3B-A8D1-4412-BDFC-AA2B7938C643}" type="sibTrans" cxnId="{7AE478A5-3BB0-49C6-9C9D-BAD4B80C7F43}">
      <dgm:prSet/>
      <dgm:spPr/>
      <dgm:t>
        <a:bodyPr/>
        <a:lstStyle/>
        <a:p>
          <a:endParaRPr lang="en-DK"/>
        </a:p>
      </dgm:t>
    </dgm:pt>
    <dgm:pt modelId="{33D64302-18E9-4A1A-BE52-892B6FDC69B0}">
      <dgm:prSet phldrT="[Text]" phldr="0"/>
      <dgm:spPr/>
      <dgm:t>
        <a:bodyPr/>
        <a:lstStyle/>
        <a:p>
          <a:r>
            <a:rPr lang="en-US" dirty="0"/>
            <a:t>Powder bed fusion</a:t>
          </a:r>
          <a:endParaRPr lang="en-DK" dirty="0"/>
        </a:p>
      </dgm:t>
    </dgm:pt>
    <dgm:pt modelId="{89F2F2E0-FFE6-4796-8E0B-B23AB2AAC747}" type="parTrans" cxnId="{1C28726A-A5DD-4A15-8FBF-418643FA70F6}">
      <dgm:prSet/>
      <dgm:spPr/>
      <dgm:t>
        <a:bodyPr/>
        <a:lstStyle/>
        <a:p>
          <a:endParaRPr lang="en-DK"/>
        </a:p>
      </dgm:t>
    </dgm:pt>
    <dgm:pt modelId="{577EEAA4-0F94-4152-B4AD-EA865CE46130}" type="sibTrans" cxnId="{1C28726A-A5DD-4A15-8FBF-418643FA70F6}">
      <dgm:prSet/>
      <dgm:spPr/>
      <dgm:t>
        <a:bodyPr/>
        <a:lstStyle/>
        <a:p>
          <a:endParaRPr lang="en-DK"/>
        </a:p>
      </dgm:t>
    </dgm:pt>
    <dgm:pt modelId="{C3065C6E-EBF3-410C-A327-0DB4FFB7FDA0}">
      <dgm:prSet phldrT="[Text]" phldr="0"/>
      <dgm:spPr/>
      <dgm:t>
        <a:bodyPr/>
        <a:lstStyle/>
        <a:p>
          <a:r>
            <a:rPr lang="en-US" dirty="0"/>
            <a:t>Binder jetting</a:t>
          </a:r>
          <a:endParaRPr lang="en-DK" dirty="0"/>
        </a:p>
      </dgm:t>
    </dgm:pt>
    <dgm:pt modelId="{DBBB2174-A4E8-4150-907E-2F39F0CFC60F}" type="parTrans" cxnId="{AAC96CE9-B277-4008-969F-2C98403C55B3}">
      <dgm:prSet/>
      <dgm:spPr/>
      <dgm:t>
        <a:bodyPr/>
        <a:lstStyle/>
        <a:p>
          <a:endParaRPr lang="en-DK"/>
        </a:p>
      </dgm:t>
    </dgm:pt>
    <dgm:pt modelId="{52EF3B3B-E0CF-43F7-AFAE-BF1115070164}" type="sibTrans" cxnId="{AAC96CE9-B277-4008-969F-2C98403C55B3}">
      <dgm:prSet/>
      <dgm:spPr/>
      <dgm:t>
        <a:bodyPr/>
        <a:lstStyle/>
        <a:p>
          <a:endParaRPr lang="en-DK"/>
        </a:p>
      </dgm:t>
    </dgm:pt>
    <dgm:pt modelId="{C8016469-18E8-4E2D-8F41-35462E3FC63E}">
      <dgm:prSet phldrT="[Text]" phldr="0"/>
      <dgm:spPr/>
      <dgm:t>
        <a:bodyPr/>
        <a:lstStyle/>
        <a:p>
          <a:r>
            <a:rPr lang="en-US"/>
            <a:t>Material extrusion</a:t>
          </a:r>
          <a:endParaRPr lang="en-DK" dirty="0"/>
        </a:p>
      </dgm:t>
    </dgm:pt>
    <dgm:pt modelId="{BB875F6D-D686-46F7-9407-98BE725B6115}" type="parTrans" cxnId="{0BFDC900-AE37-4D8C-801B-79594EBFC7A4}">
      <dgm:prSet/>
      <dgm:spPr/>
      <dgm:t>
        <a:bodyPr/>
        <a:lstStyle/>
        <a:p>
          <a:endParaRPr lang="en-DK"/>
        </a:p>
      </dgm:t>
    </dgm:pt>
    <dgm:pt modelId="{C3A14A51-5EF9-4AA6-854B-55CFA29B3A72}" type="sibTrans" cxnId="{0BFDC900-AE37-4D8C-801B-79594EBFC7A4}">
      <dgm:prSet/>
      <dgm:spPr/>
      <dgm:t>
        <a:bodyPr/>
        <a:lstStyle/>
        <a:p>
          <a:endParaRPr lang="en-DK"/>
        </a:p>
      </dgm:t>
    </dgm:pt>
    <dgm:pt modelId="{78C85D6D-2AC1-4230-96D3-B8F7E4AEB2EE}">
      <dgm:prSet phldrT="[Text]" phldr="0"/>
      <dgm:spPr/>
      <dgm:t>
        <a:bodyPr/>
        <a:lstStyle/>
        <a:p>
          <a:r>
            <a:rPr lang="en-US" dirty="0"/>
            <a:t>Fused deposition modeling</a:t>
          </a:r>
          <a:endParaRPr lang="en-DK" dirty="0"/>
        </a:p>
      </dgm:t>
    </dgm:pt>
    <dgm:pt modelId="{9FCA339D-A173-4534-AFD0-31069B40776F}" type="parTrans" cxnId="{8F8B633D-4A67-4B87-9CD7-E37324C06870}">
      <dgm:prSet/>
      <dgm:spPr/>
      <dgm:t>
        <a:bodyPr/>
        <a:lstStyle/>
        <a:p>
          <a:endParaRPr lang="en-DK"/>
        </a:p>
      </dgm:t>
    </dgm:pt>
    <dgm:pt modelId="{CADA303A-60E9-4D27-8DB5-A8E09303D8AB}" type="sibTrans" cxnId="{8F8B633D-4A67-4B87-9CD7-E37324C06870}">
      <dgm:prSet/>
      <dgm:spPr/>
      <dgm:t>
        <a:bodyPr/>
        <a:lstStyle/>
        <a:p>
          <a:endParaRPr lang="en-DK"/>
        </a:p>
      </dgm:t>
    </dgm:pt>
    <dgm:pt modelId="{3C45ED5A-A153-409A-8DF9-E1BF4E5B0C19}">
      <dgm:prSet phldrT="[Text]" phldr="0"/>
      <dgm:spPr/>
      <dgm:t>
        <a:bodyPr/>
        <a:lstStyle/>
        <a:p>
          <a:r>
            <a:rPr lang="en-US"/>
            <a:t>Direct ink writing</a:t>
          </a:r>
          <a:endParaRPr lang="en-DK" dirty="0"/>
        </a:p>
      </dgm:t>
    </dgm:pt>
    <dgm:pt modelId="{C724F964-4CD8-4FBA-A669-53F0C6A4DBC6}" type="parTrans" cxnId="{AA8EAB81-A251-49FF-8976-4265A5ABBCBE}">
      <dgm:prSet/>
      <dgm:spPr/>
      <dgm:t>
        <a:bodyPr/>
        <a:lstStyle/>
        <a:p>
          <a:endParaRPr lang="en-DK"/>
        </a:p>
      </dgm:t>
    </dgm:pt>
    <dgm:pt modelId="{E6159B3A-79DF-4F6A-BA79-36D86605AB2E}" type="sibTrans" cxnId="{AA8EAB81-A251-49FF-8976-4265A5ABBCBE}">
      <dgm:prSet/>
      <dgm:spPr/>
      <dgm:t>
        <a:bodyPr/>
        <a:lstStyle/>
        <a:p>
          <a:endParaRPr lang="en-DK"/>
        </a:p>
      </dgm:t>
    </dgm:pt>
    <dgm:pt modelId="{E55E1D4D-8130-4323-8972-C0D87AFE4F78}">
      <dgm:prSet phldrT="[Text]" phldr="0"/>
      <dgm:spPr/>
      <dgm:t>
        <a:bodyPr/>
        <a:lstStyle/>
        <a:p>
          <a:r>
            <a:rPr lang="en-US" dirty="0"/>
            <a:t>Fused granulate fabrication</a:t>
          </a:r>
          <a:endParaRPr lang="en-DK" dirty="0"/>
        </a:p>
      </dgm:t>
    </dgm:pt>
    <dgm:pt modelId="{6508BBE3-C649-472D-9091-EF0F0650B304}" type="parTrans" cxnId="{84865C2E-898B-4E8C-BA5A-B84635BD7FA7}">
      <dgm:prSet/>
      <dgm:spPr/>
      <dgm:t>
        <a:bodyPr/>
        <a:lstStyle/>
        <a:p>
          <a:endParaRPr lang="en-DK"/>
        </a:p>
      </dgm:t>
    </dgm:pt>
    <dgm:pt modelId="{C30A21A3-43D4-487A-9DC6-26A183EEE531}" type="sibTrans" cxnId="{84865C2E-898B-4E8C-BA5A-B84635BD7FA7}">
      <dgm:prSet/>
      <dgm:spPr/>
      <dgm:t>
        <a:bodyPr/>
        <a:lstStyle/>
        <a:p>
          <a:endParaRPr lang="en-DK"/>
        </a:p>
      </dgm:t>
    </dgm:pt>
    <dgm:pt modelId="{A4D1500D-E414-414D-80E6-41DC2AAB2F92}" type="pres">
      <dgm:prSet presAssocID="{6837BB10-987C-4F6A-981E-A79610785CA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8D71AAE-BD75-47A7-B389-2375321BA2D1}" type="pres">
      <dgm:prSet presAssocID="{E41CBF92-333A-4D44-8505-B24B927F8006}" presName="hierRoot1" presStyleCnt="0">
        <dgm:presLayoutVars>
          <dgm:hierBranch val="init"/>
        </dgm:presLayoutVars>
      </dgm:prSet>
      <dgm:spPr/>
    </dgm:pt>
    <dgm:pt modelId="{2B3BE654-C2FC-45F2-8788-1EB22233CF7D}" type="pres">
      <dgm:prSet presAssocID="{E41CBF92-333A-4D44-8505-B24B927F8006}" presName="rootComposite1" presStyleCnt="0"/>
      <dgm:spPr/>
    </dgm:pt>
    <dgm:pt modelId="{E9AD8690-5DAD-474D-84EC-3FECA88802A9}" type="pres">
      <dgm:prSet presAssocID="{E41CBF92-333A-4D44-8505-B24B927F8006}" presName="rootText1" presStyleLbl="node0" presStyleIdx="0" presStyleCnt="1">
        <dgm:presLayoutVars>
          <dgm:chPref val="3"/>
        </dgm:presLayoutVars>
      </dgm:prSet>
      <dgm:spPr/>
    </dgm:pt>
    <dgm:pt modelId="{DB0878A2-7F01-467E-8E10-E7D9210DD2D7}" type="pres">
      <dgm:prSet presAssocID="{E41CBF92-333A-4D44-8505-B24B927F8006}" presName="rootConnector1" presStyleLbl="node1" presStyleIdx="0" presStyleCnt="0"/>
      <dgm:spPr/>
    </dgm:pt>
    <dgm:pt modelId="{2E7F1226-8215-4892-A35D-03C6D532FD2A}" type="pres">
      <dgm:prSet presAssocID="{E41CBF92-333A-4D44-8505-B24B927F8006}" presName="hierChild2" presStyleCnt="0"/>
      <dgm:spPr/>
    </dgm:pt>
    <dgm:pt modelId="{0441DAFA-3E1B-49C2-9328-716F1FBB5025}" type="pres">
      <dgm:prSet presAssocID="{C171412F-2B19-444E-B1DD-8BBD1EA552A6}" presName="Name37" presStyleLbl="parChTrans1D2" presStyleIdx="0" presStyleCnt="4"/>
      <dgm:spPr/>
    </dgm:pt>
    <dgm:pt modelId="{E16D1E64-22A4-435A-8695-7C07F59DBEDF}" type="pres">
      <dgm:prSet presAssocID="{1E5B65BE-1DAA-4A5B-8CD9-BB5BA7B4F1A8}" presName="hierRoot2" presStyleCnt="0">
        <dgm:presLayoutVars>
          <dgm:hierBranch val="init"/>
        </dgm:presLayoutVars>
      </dgm:prSet>
      <dgm:spPr/>
    </dgm:pt>
    <dgm:pt modelId="{D6E6FECC-EEFF-45E2-A98C-9AAC495B5F56}" type="pres">
      <dgm:prSet presAssocID="{1E5B65BE-1DAA-4A5B-8CD9-BB5BA7B4F1A8}" presName="rootComposite" presStyleCnt="0"/>
      <dgm:spPr/>
    </dgm:pt>
    <dgm:pt modelId="{CF7D6F96-10C0-4899-B31B-605C6D515E09}" type="pres">
      <dgm:prSet presAssocID="{1E5B65BE-1DAA-4A5B-8CD9-BB5BA7B4F1A8}" presName="rootText" presStyleLbl="node2" presStyleIdx="0" presStyleCnt="4">
        <dgm:presLayoutVars>
          <dgm:chPref val="3"/>
        </dgm:presLayoutVars>
      </dgm:prSet>
      <dgm:spPr/>
    </dgm:pt>
    <dgm:pt modelId="{63ACC7F6-F842-458F-852A-593BE9396250}" type="pres">
      <dgm:prSet presAssocID="{1E5B65BE-1DAA-4A5B-8CD9-BB5BA7B4F1A8}" presName="rootConnector" presStyleLbl="node2" presStyleIdx="0" presStyleCnt="4"/>
      <dgm:spPr/>
    </dgm:pt>
    <dgm:pt modelId="{B2E3459F-5C46-48D5-8DF3-BEFEF72E0B00}" type="pres">
      <dgm:prSet presAssocID="{1E5B65BE-1DAA-4A5B-8CD9-BB5BA7B4F1A8}" presName="hierChild4" presStyleCnt="0"/>
      <dgm:spPr/>
    </dgm:pt>
    <dgm:pt modelId="{C85758E6-AE0F-4F75-90FD-BD28546012A9}" type="pres">
      <dgm:prSet presAssocID="{1E5B65BE-1DAA-4A5B-8CD9-BB5BA7B4F1A8}" presName="hierChild5" presStyleCnt="0"/>
      <dgm:spPr/>
    </dgm:pt>
    <dgm:pt modelId="{0F7BC1D3-C848-4ED8-BF31-BDF95EF3FCF5}" type="pres">
      <dgm:prSet presAssocID="{89F2F2E0-FFE6-4796-8E0B-B23AB2AAC747}" presName="Name37" presStyleLbl="parChTrans1D2" presStyleIdx="1" presStyleCnt="4"/>
      <dgm:spPr/>
    </dgm:pt>
    <dgm:pt modelId="{1B76FE1E-368A-42B4-817A-9C02F7AD74DB}" type="pres">
      <dgm:prSet presAssocID="{33D64302-18E9-4A1A-BE52-892B6FDC69B0}" presName="hierRoot2" presStyleCnt="0">
        <dgm:presLayoutVars>
          <dgm:hierBranch val="init"/>
        </dgm:presLayoutVars>
      </dgm:prSet>
      <dgm:spPr/>
    </dgm:pt>
    <dgm:pt modelId="{4AC51CAE-1685-4150-A694-945BC5459CBB}" type="pres">
      <dgm:prSet presAssocID="{33D64302-18E9-4A1A-BE52-892B6FDC69B0}" presName="rootComposite" presStyleCnt="0"/>
      <dgm:spPr/>
    </dgm:pt>
    <dgm:pt modelId="{871A6ED8-8A9A-480E-8365-20FD2D07CB7C}" type="pres">
      <dgm:prSet presAssocID="{33D64302-18E9-4A1A-BE52-892B6FDC69B0}" presName="rootText" presStyleLbl="node2" presStyleIdx="1" presStyleCnt="4">
        <dgm:presLayoutVars>
          <dgm:chPref val="3"/>
        </dgm:presLayoutVars>
      </dgm:prSet>
      <dgm:spPr/>
    </dgm:pt>
    <dgm:pt modelId="{C20E90A7-126F-44F8-898E-D37221F7BC07}" type="pres">
      <dgm:prSet presAssocID="{33D64302-18E9-4A1A-BE52-892B6FDC69B0}" presName="rootConnector" presStyleLbl="node2" presStyleIdx="1" presStyleCnt="4"/>
      <dgm:spPr/>
    </dgm:pt>
    <dgm:pt modelId="{7989F2A4-32BB-4A9B-84E0-8E5F80D16BA9}" type="pres">
      <dgm:prSet presAssocID="{33D64302-18E9-4A1A-BE52-892B6FDC69B0}" presName="hierChild4" presStyleCnt="0"/>
      <dgm:spPr/>
    </dgm:pt>
    <dgm:pt modelId="{6032EDF5-3564-42CB-BF7F-B21BBBDB03EF}" type="pres">
      <dgm:prSet presAssocID="{33D64302-18E9-4A1A-BE52-892B6FDC69B0}" presName="hierChild5" presStyleCnt="0"/>
      <dgm:spPr/>
    </dgm:pt>
    <dgm:pt modelId="{0BE42FF7-0C1F-41B1-8568-6C0D154F1289}" type="pres">
      <dgm:prSet presAssocID="{DBBB2174-A4E8-4150-907E-2F39F0CFC60F}" presName="Name37" presStyleLbl="parChTrans1D2" presStyleIdx="2" presStyleCnt="4"/>
      <dgm:spPr/>
    </dgm:pt>
    <dgm:pt modelId="{FF795480-3F0C-43DF-874F-4DE1A60681FA}" type="pres">
      <dgm:prSet presAssocID="{C3065C6E-EBF3-410C-A327-0DB4FFB7FDA0}" presName="hierRoot2" presStyleCnt="0">
        <dgm:presLayoutVars>
          <dgm:hierBranch val="init"/>
        </dgm:presLayoutVars>
      </dgm:prSet>
      <dgm:spPr/>
    </dgm:pt>
    <dgm:pt modelId="{8995986A-19A0-46C3-9B27-3ADB6CC823BB}" type="pres">
      <dgm:prSet presAssocID="{C3065C6E-EBF3-410C-A327-0DB4FFB7FDA0}" presName="rootComposite" presStyleCnt="0"/>
      <dgm:spPr/>
    </dgm:pt>
    <dgm:pt modelId="{CB1FE7C7-E636-467B-8529-FE2557051543}" type="pres">
      <dgm:prSet presAssocID="{C3065C6E-EBF3-410C-A327-0DB4FFB7FDA0}" presName="rootText" presStyleLbl="node2" presStyleIdx="2" presStyleCnt="4">
        <dgm:presLayoutVars>
          <dgm:chPref val="3"/>
        </dgm:presLayoutVars>
      </dgm:prSet>
      <dgm:spPr/>
    </dgm:pt>
    <dgm:pt modelId="{222E34FD-A162-4D07-97BF-62093F47E968}" type="pres">
      <dgm:prSet presAssocID="{C3065C6E-EBF3-410C-A327-0DB4FFB7FDA0}" presName="rootConnector" presStyleLbl="node2" presStyleIdx="2" presStyleCnt="4"/>
      <dgm:spPr/>
    </dgm:pt>
    <dgm:pt modelId="{B82E1E74-8948-4C65-B030-96BC7B5E36D7}" type="pres">
      <dgm:prSet presAssocID="{C3065C6E-EBF3-410C-A327-0DB4FFB7FDA0}" presName="hierChild4" presStyleCnt="0"/>
      <dgm:spPr/>
    </dgm:pt>
    <dgm:pt modelId="{B333FE3C-8C0D-4DE1-A2B5-1B00A7ABE366}" type="pres">
      <dgm:prSet presAssocID="{C3065C6E-EBF3-410C-A327-0DB4FFB7FDA0}" presName="hierChild5" presStyleCnt="0"/>
      <dgm:spPr/>
    </dgm:pt>
    <dgm:pt modelId="{C0C7BDF1-1283-4D53-9E7C-AC29A9FCEEC7}" type="pres">
      <dgm:prSet presAssocID="{BB875F6D-D686-46F7-9407-98BE725B6115}" presName="Name37" presStyleLbl="parChTrans1D2" presStyleIdx="3" presStyleCnt="4"/>
      <dgm:spPr/>
    </dgm:pt>
    <dgm:pt modelId="{41C302DC-6C17-4DB5-B629-7B92A83D41C0}" type="pres">
      <dgm:prSet presAssocID="{C8016469-18E8-4E2D-8F41-35462E3FC63E}" presName="hierRoot2" presStyleCnt="0">
        <dgm:presLayoutVars>
          <dgm:hierBranch val="init"/>
        </dgm:presLayoutVars>
      </dgm:prSet>
      <dgm:spPr/>
    </dgm:pt>
    <dgm:pt modelId="{63B2F2FE-191C-46A5-A67B-EF1864DD276F}" type="pres">
      <dgm:prSet presAssocID="{C8016469-18E8-4E2D-8F41-35462E3FC63E}" presName="rootComposite" presStyleCnt="0"/>
      <dgm:spPr/>
    </dgm:pt>
    <dgm:pt modelId="{17F839CA-601E-4CD0-ACD0-EB374AD36C4B}" type="pres">
      <dgm:prSet presAssocID="{C8016469-18E8-4E2D-8F41-35462E3FC63E}" presName="rootText" presStyleLbl="node2" presStyleIdx="3" presStyleCnt="4">
        <dgm:presLayoutVars>
          <dgm:chPref val="3"/>
        </dgm:presLayoutVars>
      </dgm:prSet>
      <dgm:spPr/>
    </dgm:pt>
    <dgm:pt modelId="{ADCCA7EF-0503-4F6F-8B1C-C7BD55FCEADC}" type="pres">
      <dgm:prSet presAssocID="{C8016469-18E8-4E2D-8F41-35462E3FC63E}" presName="rootConnector" presStyleLbl="node2" presStyleIdx="3" presStyleCnt="4"/>
      <dgm:spPr/>
    </dgm:pt>
    <dgm:pt modelId="{1DFA3550-DE96-4094-AB8E-E02EA385D84A}" type="pres">
      <dgm:prSet presAssocID="{C8016469-18E8-4E2D-8F41-35462E3FC63E}" presName="hierChild4" presStyleCnt="0"/>
      <dgm:spPr/>
    </dgm:pt>
    <dgm:pt modelId="{F73E0AAE-F99D-42A4-89DE-CACC9714C8C4}" type="pres">
      <dgm:prSet presAssocID="{9FCA339D-A173-4534-AFD0-31069B40776F}" presName="Name37" presStyleLbl="parChTrans1D3" presStyleIdx="0" presStyleCnt="3"/>
      <dgm:spPr/>
    </dgm:pt>
    <dgm:pt modelId="{82F5166A-2980-4114-B033-45A838B36035}" type="pres">
      <dgm:prSet presAssocID="{78C85D6D-2AC1-4230-96D3-B8F7E4AEB2EE}" presName="hierRoot2" presStyleCnt="0">
        <dgm:presLayoutVars>
          <dgm:hierBranch val="init"/>
        </dgm:presLayoutVars>
      </dgm:prSet>
      <dgm:spPr/>
    </dgm:pt>
    <dgm:pt modelId="{E0A95CF2-9E66-4CAA-BE15-F84B4AFB4855}" type="pres">
      <dgm:prSet presAssocID="{78C85D6D-2AC1-4230-96D3-B8F7E4AEB2EE}" presName="rootComposite" presStyleCnt="0"/>
      <dgm:spPr/>
    </dgm:pt>
    <dgm:pt modelId="{8D9D5234-8E0C-4A6E-AEC2-F5679278FC45}" type="pres">
      <dgm:prSet presAssocID="{78C85D6D-2AC1-4230-96D3-B8F7E4AEB2EE}" presName="rootText" presStyleLbl="node3" presStyleIdx="0" presStyleCnt="3">
        <dgm:presLayoutVars>
          <dgm:chPref val="3"/>
        </dgm:presLayoutVars>
      </dgm:prSet>
      <dgm:spPr/>
    </dgm:pt>
    <dgm:pt modelId="{240796CE-84FF-4E1C-8089-A3889560AC36}" type="pres">
      <dgm:prSet presAssocID="{78C85D6D-2AC1-4230-96D3-B8F7E4AEB2EE}" presName="rootConnector" presStyleLbl="node3" presStyleIdx="0" presStyleCnt="3"/>
      <dgm:spPr/>
    </dgm:pt>
    <dgm:pt modelId="{F54DAC1F-796B-477E-88E1-39C080BF9A36}" type="pres">
      <dgm:prSet presAssocID="{78C85D6D-2AC1-4230-96D3-B8F7E4AEB2EE}" presName="hierChild4" presStyleCnt="0"/>
      <dgm:spPr/>
    </dgm:pt>
    <dgm:pt modelId="{B5A467ED-84DC-4F60-B4AF-F8C40BB44227}" type="pres">
      <dgm:prSet presAssocID="{78C85D6D-2AC1-4230-96D3-B8F7E4AEB2EE}" presName="hierChild5" presStyleCnt="0"/>
      <dgm:spPr/>
    </dgm:pt>
    <dgm:pt modelId="{46E7579F-6DD0-400E-ADBE-E626749C776F}" type="pres">
      <dgm:prSet presAssocID="{C724F964-4CD8-4FBA-A669-53F0C6A4DBC6}" presName="Name37" presStyleLbl="parChTrans1D3" presStyleIdx="1" presStyleCnt="3"/>
      <dgm:spPr/>
    </dgm:pt>
    <dgm:pt modelId="{CC62BA39-093E-4C91-88A8-26FBDAE110B7}" type="pres">
      <dgm:prSet presAssocID="{3C45ED5A-A153-409A-8DF9-E1BF4E5B0C19}" presName="hierRoot2" presStyleCnt="0">
        <dgm:presLayoutVars>
          <dgm:hierBranch val="init"/>
        </dgm:presLayoutVars>
      </dgm:prSet>
      <dgm:spPr/>
    </dgm:pt>
    <dgm:pt modelId="{AB823C65-E98A-4ECB-8769-7AF00E335EE5}" type="pres">
      <dgm:prSet presAssocID="{3C45ED5A-A153-409A-8DF9-E1BF4E5B0C19}" presName="rootComposite" presStyleCnt="0"/>
      <dgm:spPr/>
    </dgm:pt>
    <dgm:pt modelId="{2E4C9DF0-5B10-4844-A70F-01E45CC6FABD}" type="pres">
      <dgm:prSet presAssocID="{3C45ED5A-A153-409A-8DF9-E1BF4E5B0C19}" presName="rootText" presStyleLbl="node3" presStyleIdx="1" presStyleCnt="3">
        <dgm:presLayoutVars>
          <dgm:chPref val="3"/>
        </dgm:presLayoutVars>
      </dgm:prSet>
      <dgm:spPr/>
    </dgm:pt>
    <dgm:pt modelId="{DF6C6975-83E5-4391-A4EC-0AD7C0A1FD45}" type="pres">
      <dgm:prSet presAssocID="{3C45ED5A-A153-409A-8DF9-E1BF4E5B0C19}" presName="rootConnector" presStyleLbl="node3" presStyleIdx="1" presStyleCnt="3"/>
      <dgm:spPr/>
    </dgm:pt>
    <dgm:pt modelId="{55768FFE-F474-44D2-B7EC-35FE4BE3F75C}" type="pres">
      <dgm:prSet presAssocID="{3C45ED5A-A153-409A-8DF9-E1BF4E5B0C19}" presName="hierChild4" presStyleCnt="0"/>
      <dgm:spPr/>
    </dgm:pt>
    <dgm:pt modelId="{82CC3FF0-E427-4791-87DC-BB7ED080552C}" type="pres">
      <dgm:prSet presAssocID="{3C45ED5A-A153-409A-8DF9-E1BF4E5B0C19}" presName="hierChild5" presStyleCnt="0"/>
      <dgm:spPr/>
    </dgm:pt>
    <dgm:pt modelId="{EB901FBC-406D-49A9-9299-174F089F6931}" type="pres">
      <dgm:prSet presAssocID="{6508BBE3-C649-472D-9091-EF0F0650B304}" presName="Name37" presStyleLbl="parChTrans1D3" presStyleIdx="2" presStyleCnt="3"/>
      <dgm:spPr/>
    </dgm:pt>
    <dgm:pt modelId="{115234B8-599F-431A-B238-B3103623F5A8}" type="pres">
      <dgm:prSet presAssocID="{E55E1D4D-8130-4323-8972-C0D87AFE4F78}" presName="hierRoot2" presStyleCnt="0">
        <dgm:presLayoutVars>
          <dgm:hierBranch val="init"/>
        </dgm:presLayoutVars>
      </dgm:prSet>
      <dgm:spPr/>
    </dgm:pt>
    <dgm:pt modelId="{FC5E53A2-06F9-43A8-A1CF-B955130F1022}" type="pres">
      <dgm:prSet presAssocID="{E55E1D4D-8130-4323-8972-C0D87AFE4F78}" presName="rootComposite" presStyleCnt="0"/>
      <dgm:spPr/>
    </dgm:pt>
    <dgm:pt modelId="{3D326CBC-754A-4891-8CBB-52CAE366C635}" type="pres">
      <dgm:prSet presAssocID="{E55E1D4D-8130-4323-8972-C0D87AFE4F78}" presName="rootText" presStyleLbl="node3" presStyleIdx="2" presStyleCnt="3">
        <dgm:presLayoutVars>
          <dgm:chPref val="3"/>
        </dgm:presLayoutVars>
      </dgm:prSet>
      <dgm:spPr/>
    </dgm:pt>
    <dgm:pt modelId="{1D50F4E1-4745-4061-B0E9-61CA71EF6C60}" type="pres">
      <dgm:prSet presAssocID="{E55E1D4D-8130-4323-8972-C0D87AFE4F78}" presName="rootConnector" presStyleLbl="node3" presStyleIdx="2" presStyleCnt="3"/>
      <dgm:spPr/>
    </dgm:pt>
    <dgm:pt modelId="{5566E246-E3C0-449A-BD4E-0271E6FC4315}" type="pres">
      <dgm:prSet presAssocID="{E55E1D4D-8130-4323-8972-C0D87AFE4F78}" presName="hierChild4" presStyleCnt="0"/>
      <dgm:spPr/>
    </dgm:pt>
    <dgm:pt modelId="{41AF8C94-E0D9-44CB-BDC4-1A39001D1084}" type="pres">
      <dgm:prSet presAssocID="{E55E1D4D-8130-4323-8972-C0D87AFE4F78}" presName="hierChild5" presStyleCnt="0"/>
      <dgm:spPr/>
    </dgm:pt>
    <dgm:pt modelId="{56216A17-16CC-42A6-A59B-740465FC16BA}" type="pres">
      <dgm:prSet presAssocID="{C8016469-18E8-4E2D-8F41-35462E3FC63E}" presName="hierChild5" presStyleCnt="0"/>
      <dgm:spPr/>
    </dgm:pt>
    <dgm:pt modelId="{C1F317DA-546F-4085-B913-3101495D36C2}" type="pres">
      <dgm:prSet presAssocID="{E41CBF92-333A-4D44-8505-B24B927F8006}" presName="hierChild3" presStyleCnt="0"/>
      <dgm:spPr/>
    </dgm:pt>
  </dgm:ptLst>
  <dgm:cxnLst>
    <dgm:cxn modelId="{0BFDC900-AE37-4D8C-801B-79594EBFC7A4}" srcId="{E41CBF92-333A-4D44-8505-B24B927F8006}" destId="{C8016469-18E8-4E2D-8F41-35462E3FC63E}" srcOrd="3" destOrd="0" parTransId="{BB875F6D-D686-46F7-9407-98BE725B6115}" sibTransId="{C3A14A51-5EF9-4AA6-854B-55CFA29B3A72}"/>
    <dgm:cxn modelId="{7086D805-5307-4A34-8D15-EBBAAFDA9095}" type="presOf" srcId="{3C45ED5A-A153-409A-8DF9-E1BF4E5B0C19}" destId="{DF6C6975-83E5-4391-A4EC-0AD7C0A1FD45}" srcOrd="1" destOrd="0" presId="urn:microsoft.com/office/officeart/2005/8/layout/orgChart1"/>
    <dgm:cxn modelId="{F4512221-DA0B-4F77-A05B-8B9CD5187396}" type="presOf" srcId="{BB875F6D-D686-46F7-9407-98BE725B6115}" destId="{C0C7BDF1-1283-4D53-9E7C-AC29A9FCEEC7}" srcOrd="0" destOrd="0" presId="urn:microsoft.com/office/officeart/2005/8/layout/orgChart1"/>
    <dgm:cxn modelId="{7A3D7127-1665-477B-8D94-E68E64756BD3}" type="presOf" srcId="{C8016469-18E8-4E2D-8F41-35462E3FC63E}" destId="{ADCCA7EF-0503-4F6F-8B1C-C7BD55FCEADC}" srcOrd="1" destOrd="0" presId="urn:microsoft.com/office/officeart/2005/8/layout/orgChart1"/>
    <dgm:cxn modelId="{1C75DA2A-81ED-450B-843B-45BABE2D0A24}" type="presOf" srcId="{9FCA339D-A173-4534-AFD0-31069B40776F}" destId="{F73E0AAE-F99D-42A4-89DE-CACC9714C8C4}" srcOrd="0" destOrd="0" presId="urn:microsoft.com/office/officeart/2005/8/layout/orgChart1"/>
    <dgm:cxn modelId="{84865C2E-898B-4E8C-BA5A-B84635BD7FA7}" srcId="{C8016469-18E8-4E2D-8F41-35462E3FC63E}" destId="{E55E1D4D-8130-4323-8972-C0D87AFE4F78}" srcOrd="2" destOrd="0" parTransId="{6508BBE3-C649-472D-9091-EF0F0650B304}" sibTransId="{C30A21A3-43D4-487A-9DC6-26A183EEE531}"/>
    <dgm:cxn modelId="{E1E32131-6D38-4399-BDC4-B58462580BE4}" type="presOf" srcId="{33D64302-18E9-4A1A-BE52-892B6FDC69B0}" destId="{C20E90A7-126F-44F8-898E-D37221F7BC07}" srcOrd="1" destOrd="0" presId="urn:microsoft.com/office/officeart/2005/8/layout/orgChart1"/>
    <dgm:cxn modelId="{3CAA0932-F731-419B-8282-861FBB61BAB7}" type="presOf" srcId="{89F2F2E0-FFE6-4796-8E0B-B23AB2AAC747}" destId="{0F7BC1D3-C848-4ED8-BF31-BDF95EF3FCF5}" srcOrd="0" destOrd="0" presId="urn:microsoft.com/office/officeart/2005/8/layout/orgChart1"/>
    <dgm:cxn modelId="{8F8B633D-4A67-4B87-9CD7-E37324C06870}" srcId="{C8016469-18E8-4E2D-8F41-35462E3FC63E}" destId="{78C85D6D-2AC1-4230-96D3-B8F7E4AEB2EE}" srcOrd="0" destOrd="0" parTransId="{9FCA339D-A173-4534-AFD0-31069B40776F}" sibTransId="{CADA303A-60E9-4D27-8DB5-A8E09303D8AB}"/>
    <dgm:cxn modelId="{07F5DE61-E517-4DF9-8CB4-A68EE1C8B05E}" type="presOf" srcId="{E55E1D4D-8130-4323-8972-C0D87AFE4F78}" destId="{1D50F4E1-4745-4061-B0E9-61CA71EF6C60}" srcOrd="1" destOrd="0" presId="urn:microsoft.com/office/officeart/2005/8/layout/orgChart1"/>
    <dgm:cxn modelId="{3268A269-A01D-4C4E-AFA7-2243E0A3E77F}" type="presOf" srcId="{E41CBF92-333A-4D44-8505-B24B927F8006}" destId="{E9AD8690-5DAD-474D-84EC-3FECA88802A9}" srcOrd="0" destOrd="0" presId="urn:microsoft.com/office/officeart/2005/8/layout/orgChart1"/>
    <dgm:cxn modelId="{1C28726A-A5DD-4A15-8FBF-418643FA70F6}" srcId="{E41CBF92-333A-4D44-8505-B24B927F8006}" destId="{33D64302-18E9-4A1A-BE52-892B6FDC69B0}" srcOrd="1" destOrd="0" parTransId="{89F2F2E0-FFE6-4796-8E0B-B23AB2AAC747}" sibTransId="{577EEAA4-0F94-4152-B4AD-EA865CE46130}"/>
    <dgm:cxn modelId="{C457E74A-DC7A-4E76-B328-0F39405CB337}" type="presOf" srcId="{E55E1D4D-8130-4323-8972-C0D87AFE4F78}" destId="{3D326CBC-754A-4891-8CBB-52CAE366C635}" srcOrd="0" destOrd="0" presId="urn:microsoft.com/office/officeart/2005/8/layout/orgChart1"/>
    <dgm:cxn modelId="{086ED96C-3FFE-4BF7-911F-BE45A2557DF9}" type="presOf" srcId="{1E5B65BE-1DAA-4A5B-8CD9-BB5BA7B4F1A8}" destId="{63ACC7F6-F842-458F-852A-593BE9396250}" srcOrd="1" destOrd="0" presId="urn:microsoft.com/office/officeart/2005/8/layout/orgChart1"/>
    <dgm:cxn modelId="{581BD156-391E-482D-ABCF-8258403DF031}" type="presOf" srcId="{C171412F-2B19-444E-B1DD-8BBD1EA552A6}" destId="{0441DAFA-3E1B-49C2-9328-716F1FBB5025}" srcOrd="0" destOrd="0" presId="urn:microsoft.com/office/officeart/2005/8/layout/orgChart1"/>
    <dgm:cxn modelId="{EE836C7A-F2B3-44F7-99F6-696715D7EB1B}" type="presOf" srcId="{1E5B65BE-1DAA-4A5B-8CD9-BB5BA7B4F1A8}" destId="{CF7D6F96-10C0-4899-B31B-605C6D515E09}" srcOrd="0" destOrd="0" presId="urn:microsoft.com/office/officeart/2005/8/layout/orgChart1"/>
    <dgm:cxn modelId="{AA8EAB81-A251-49FF-8976-4265A5ABBCBE}" srcId="{C8016469-18E8-4E2D-8F41-35462E3FC63E}" destId="{3C45ED5A-A153-409A-8DF9-E1BF4E5B0C19}" srcOrd="1" destOrd="0" parTransId="{C724F964-4CD8-4FBA-A669-53F0C6A4DBC6}" sibTransId="{E6159B3A-79DF-4F6A-BA79-36D86605AB2E}"/>
    <dgm:cxn modelId="{9AB7D18A-7578-4559-B971-51B80845BC7C}" type="presOf" srcId="{C8016469-18E8-4E2D-8F41-35462E3FC63E}" destId="{17F839CA-601E-4CD0-ACD0-EB374AD36C4B}" srcOrd="0" destOrd="0" presId="urn:microsoft.com/office/officeart/2005/8/layout/orgChart1"/>
    <dgm:cxn modelId="{D94CF18E-6922-4048-97C7-5422BA671F7A}" type="presOf" srcId="{33D64302-18E9-4A1A-BE52-892B6FDC69B0}" destId="{871A6ED8-8A9A-480E-8365-20FD2D07CB7C}" srcOrd="0" destOrd="0" presId="urn:microsoft.com/office/officeart/2005/8/layout/orgChart1"/>
    <dgm:cxn modelId="{490FF298-AAB2-424E-87E2-069174A1524E}" type="presOf" srcId="{78C85D6D-2AC1-4230-96D3-B8F7E4AEB2EE}" destId="{8D9D5234-8E0C-4A6E-AEC2-F5679278FC45}" srcOrd="0" destOrd="0" presId="urn:microsoft.com/office/officeart/2005/8/layout/orgChart1"/>
    <dgm:cxn modelId="{0A40D29A-D6E1-4B04-A80B-1C3013499001}" type="presOf" srcId="{C3065C6E-EBF3-410C-A327-0DB4FFB7FDA0}" destId="{222E34FD-A162-4D07-97BF-62093F47E968}" srcOrd="1" destOrd="0" presId="urn:microsoft.com/office/officeart/2005/8/layout/orgChart1"/>
    <dgm:cxn modelId="{E7CCD99A-AFC4-471C-BCED-6A03D7CF55DD}" type="presOf" srcId="{6837BB10-987C-4F6A-981E-A79610785CAB}" destId="{A4D1500D-E414-414D-80E6-41DC2AAB2F92}" srcOrd="0" destOrd="0" presId="urn:microsoft.com/office/officeart/2005/8/layout/orgChart1"/>
    <dgm:cxn modelId="{540BAB9B-B16B-4C0C-AF0B-AD8B7402F992}" type="presOf" srcId="{C3065C6E-EBF3-410C-A327-0DB4FFB7FDA0}" destId="{CB1FE7C7-E636-467B-8529-FE2557051543}" srcOrd="0" destOrd="0" presId="urn:microsoft.com/office/officeart/2005/8/layout/orgChart1"/>
    <dgm:cxn modelId="{7AE478A5-3BB0-49C6-9C9D-BAD4B80C7F43}" srcId="{E41CBF92-333A-4D44-8505-B24B927F8006}" destId="{1E5B65BE-1DAA-4A5B-8CD9-BB5BA7B4F1A8}" srcOrd="0" destOrd="0" parTransId="{C171412F-2B19-444E-B1DD-8BBD1EA552A6}" sibTransId="{3B419F3B-A8D1-4412-BDFC-AA2B7938C643}"/>
    <dgm:cxn modelId="{980E27BA-59C3-4236-96D5-43B1EBE5EB6B}" type="presOf" srcId="{6508BBE3-C649-472D-9091-EF0F0650B304}" destId="{EB901FBC-406D-49A9-9299-174F089F6931}" srcOrd="0" destOrd="0" presId="urn:microsoft.com/office/officeart/2005/8/layout/orgChart1"/>
    <dgm:cxn modelId="{DF8D19D2-3237-4F11-A32F-BA6811CCFC94}" type="presOf" srcId="{DBBB2174-A4E8-4150-907E-2F39F0CFC60F}" destId="{0BE42FF7-0C1F-41B1-8568-6C0D154F1289}" srcOrd="0" destOrd="0" presId="urn:microsoft.com/office/officeart/2005/8/layout/orgChart1"/>
    <dgm:cxn modelId="{C15AE0D4-3768-4A9D-86C9-33FE1EC771B3}" srcId="{6837BB10-987C-4F6A-981E-A79610785CAB}" destId="{E41CBF92-333A-4D44-8505-B24B927F8006}" srcOrd="0" destOrd="0" parTransId="{F4DBBA38-2827-4778-9471-1ABCAB1A883B}" sibTransId="{5282F87E-714D-4FB6-8516-5142D8F5333A}"/>
    <dgm:cxn modelId="{CFE745E7-C3DE-4FB5-A59D-53FE529D4A95}" type="presOf" srcId="{E41CBF92-333A-4D44-8505-B24B927F8006}" destId="{DB0878A2-7F01-467E-8E10-E7D9210DD2D7}" srcOrd="1" destOrd="0" presId="urn:microsoft.com/office/officeart/2005/8/layout/orgChart1"/>
    <dgm:cxn modelId="{D16FF0E8-E736-4742-80F1-E479A14E94E4}" type="presOf" srcId="{78C85D6D-2AC1-4230-96D3-B8F7E4AEB2EE}" destId="{240796CE-84FF-4E1C-8089-A3889560AC36}" srcOrd="1" destOrd="0" presId="urn:microsoft.com/office/officeart/2005/8/layout/orgChart1"/>
    <dgm:cxn modelId="{AAC96CE9-B277-4008-969F-2C98403C55B3}" srcId="{E41CBF92-333A-4D44-8505-B24B927F8006}" destId="{C3065C6E-EBF3-410C-A327-0DB4FFB7FDA0}" srcOrd="2" destOrd="0" parTransId="{DBBB2174-A4E8-4150-907E-2F39F0CFC60F}" sibTransId="{52EF3B3B-E0CF-43F7-AFAE-BF1115070164}"/>
    <dgm:cxn modelId="{08C955E9-447E-4275-A8E4-4E4B14C7CE1C}" type="presOf" srcId="{3C45ED5A-A153-409A-8DF9-E1BF4E5B0C19}" destId="{2E4C9DF0-5B10-4844-A70F-01E45CC6FABD}" srcOrd="0" destOrd="0" presId="urn:microsoft.com/office/officeart/2005/8/layout/orgChart1"/>
    <dgm:cxn modelId="{A419BEEF-2806-4460-BBB0-EEEC8060BD03}" type="presOf" srcId="{C724F964-4CD8-4FBA-A669-53F0C6A4DBC6}" destId="{46E7579F-6DD0-400E-ADBE-E626749C776F}" srcOrd="0" destOrd="0" presId="urn:microsoft.com/office/officeart/2005/8/layout/orgChart1"/>
    <dgm:cxn modelId="{89A2E0D1-E7CF-4AE6-B010-069E5324CE15}" type="presParOf" srcId="{A4D1500D-E414-414D-80E6-41DC2AAB2F92}" destId="{58D71AAE-BD75-47A7-B389-2375321BA2D1}" srcOrd="0" destOrd="0" presId="urn:microsoft.com/office/officeart/2005/8/layout/orgChart1"/>
    <dgm:cxn modelId="{D3F6AFB6-D5D4-4985-A84C-262029A1862B}" type="presParOf" srcId="{58D71AAE-BD75-47A7-B389-2375321BA2D1}" destId="{2B3BE654-C2FC-45F2-8788-1EB22233CF7D}" srcOrd="0" destOrd="0" presId="urn:microsoft.com/office/officeart/2005/8/layout/orgChart1"/>
    <dgm:cxn modelId="{1885EFA5-E043-428C-99A8-3630D706172D}" type="presParOf" srcId="{2B3BE654-C2FC-45F2-8788-1EB22233CF7D}" destId="{E9AD8690-5DAD-474D-84EC-3FECA88802A9}" srcOrd="0" destOrd="0" presId="urn:microsoft.com/office/officeart/2005/8/layout/orgChart1"/>
    <dgm:cxn modelId="{3D9516F0-D18A-4D36-BFC6-6455F9E9CA99}" type="presParOf" srcId="{2B3BE654-C2FC-45F2-8788-1EB22233CF7D}" destId="{DB0878A2-7F01-467E-8E10-E7D9210DD2D7}" srcOrd="1" destOrd="0" presId="urn:microsoft.com/office/officeart/2005/8/layout/orgChart1"/>
    <dgm:cxn modelId="{6F244C87-11C3-4E7B-AC1D-BC53B089A426}" type="presParOf" srcId="{58D71AAE-BD75-47A7-B389-2375321BA2D1}" destId="{2E7F1226-8215-4892-A35D-03C6D532FD2A}" srcOrd="1" destOrd="0" presId="urn:microsoft.com/office/officeart/2005/8/layout/orgChart1"/>
    <dgm:cxn modelId="{AE80AD5B-E594-4C8F-B462-367CA35A1F28}" type="presParOf" srcId="{2E7F1226-8215-4892-A35D-03C6D532FD2A}" destId="{0441DAFA-3E1B-49C2-9328-716F1FBB5025}" srcOrd="0" destOrd="0" presId="urn:microsoft.com/office/officeart/2005/8/layout/orgChart1"/>
    <dgm:cxn modelId="{1115EC85-6B0D-49AD-8AF2-7078471477E9}" type="presParOf" srcId="{2E7F1226-8215-4892-A35D-03C6D532FD2A}" destId="{E16D1E64-22A4-435A-8695-7C07F59DBEDF}" srcOrd="1" destOrd="0" presId="urn:microsoft.com/office/officeart/2005/8/layout/orgChart1"/>
    <dgm:cxn modelId="{8EC75438-F971-4D80-97A5-AEC23586ADCB}" type="presParOf" srcId="{E16D1E64-22A4-435A-8695-7C07F59DBEDF}" destId="{D6E6FECC-EEFF-45E2-A98C-9AAC495B5F56}" srcOrd="0" destOrd="0" presId="urn:microsoft.com/office/officeart/2005/8/layout/orgChart1"/>
    <dgm:cxn modelId="{09FB1F48-E789-4FD9-8254-648BBB07F1BE}" type="presParOf" srcId="{D6E6FECC-EEFF-45E2-A98C-9AAC495B5F56}" destId="{CF7D6F96-10C0-4899-B31B-605C6D515E09}" srcOrd="0" destOrd="0" presId="urn:microsoft.com/office/officeart/2005/8/layout/orgChart1"/>
    <dgm:cxn modelId="{D0ABDD7F-F77B-4ADF-9246-94F783B628FC}" type="presParOf" srcId="{D6E6FECC-EEFF-45E2-A98C-9AAC495B5F56}" destId="{63ACC7F6-F842-458F-852A-593BE9396250}" srcOrd="1" destOrd="0" presId="urn:microsoft.com/office/officeart/2005/8/layout/orgChart1"/>
    <dgm:cxn modelId="{9F84A082-CCAE-45E9-96D2-6D12F9686135}" type="presParOf" srcId="{E16D1E64-22A4-435A-8695-7C07F59DBEDF}" destId="{B2E3459F-5C46-48D5-8DF3-BEFEF72E0B00}" srcOrd="1" destOrd="0" presId="urn:microsoft.com/office/officeart/2005/8/layout/orgChart1"/>
    <dgm:cxn modelId="{0D2FDAA8-C948-4985-9114-44673E734245}" type="presParOf" srcId="{E16D1E64-22A4-435A-8695-7C07F59DBEDF}" destId="{C85758E6-AE0F-4F75-90FD-BD28546012A9}" srcOrd="2" destOrd="0" presId="urn:microsoft.com/office/officeart/2005/8/layout/orgChart1"/>
    <dgm:cxn modelId="{793B097F-27D7-4E83-97A3-56EF1ABBECC4}" type="presParOf" srcId="{2E7F1226-8215-4892-A35D-03C6D532FD2A}" destId="{0F7BC1D3-C848-4ED8-BF31-BDF95EF3FCF5}" srcOrd="2" destOrd="0" presId="urn:microsoft.com/office/officeart/2005/8/layout/orgChart1"/>
    <dgm:cxn modelId="{171C9156-BAD9-4F32-A2B8-AB5F0B7229BC}" type="presParOf" srcId="{2E7F1226-8215-4892-A35D-03C6D532FD2A}" destId="{1B76FE1E-368A-42B4-817A-9C02F7AD74DB}" srcOrd="3" destOrd="0" presId="urn:microsoft.com/office/officeart/2005/8/layout/orgChart1"/>
    <dgm:cxn modelId="{386DD91D-0E00-407C-ADC4-2DADF1967FC9}" type="presParOf" srcId="{1B76FE1E-368A-42B4-817A-9C02F7AD74DB}" destId="{4AC51CAE-1685-4150-A694-945BC5459CBB}" srcOrd="0" destOrd="0" presId="urn:microsoft.com/office/officeart/2005/8/layout/orgChart1"/>
    <dgm:cxn modelId="{A892E2C8-50F9-4375-9A8A-8A9A7F9421D8}" type="presParOf" srcId="{4AC51CAE-1685-4150-A694-945BC5459CBB}" destId="{871A6ED8-8A9A-480E-8365-20FD2D07CB7C}" srcOrd="0" destOrd="0" presId="urn:microsoft.com/office/officeart/2005/8/layout/orgChart1"/>
    <dgm:cxn modelId="{D3FB02B8-CB5C-4806-BC01-6CF47F0316FB}" type="presParOf" srcId="{4AC51CAE-1685-4150-A694-945BC5459CBB}" destId="{C20E90A7-126F-44F8-898E-D37221F7BC07}" srcOrd="1" destOrd="0" presId="urn:microsoft.com/office/officeart/2005/8/layout/orgChart1"/>
    <dgm:cxn modelId="{D85F10AD-8A84-4C64-BE97-A1120BD12042}" type="presParOf" srcId="{1B76FE1E-368A-42B4-817A-9C02F7AD74DB}" destId="{7989F2A4-32BB-4A9B-84E0-8E5F80D16BA9}" srcOrd="1" destOrd="0" presId="urn:microsoft.com/office/officeart/2005/8/layout/orgChart1"/>
    <dgm:cxn modelId="{B378B7FE-9F40-41C5-9131-2DFA40E885AE}" type="presParOf" srcId="{1B76FE1E-368A-42B4-817A-9C02F7AD74DB}" destId="{6032EDF5-3564-42CB-BF7F-B21BBBDB03EF}" srcOrd="2" destOrd="0" presId="urn:microsoft.com/office/officeart/2005/8/layout/orgChart1"/>
    <dgm:cxn modelId="{C5B87B15-8144-4C2A-970E-85C1BCC79851}" type="presParOf" srcId="{2E7F1226-8215-4892-A35D-03C6D532FD2A}" destId="{0BE42FF7-0C1F-41B1-8568-6C0D154F1289}" srcOrd="4" destOrd="0" presId="urn:microsoft.com/office/officeart/2005/8/layout/orgChart1"/>
    <dgm:cxn modelId="{7467CE5A-2794-4730-BCBA-73984C1E9298}" type="presParOf" srcId="{2E7F1226-8215-4892-A35D-03C6D532FD2A}" destId="{FF795480-3F0C-43DF-874F-4DE1A60681FA}" srcOrd="5" destOrd="0" presId="urn:microsoft.com/office/officeart/2005/8/layout/orgChart1"/>
    <dgm:cxn modelId="{3C6E287E-7872-4DEA-BBF0-19D8860A9FD5}" type="presParOf" srcId="{FF795480-3F0C-43DF-874F-4DE1A60681FA}" destId="{8995986A-19A0-46C3-9B27-3ADB6CC823BB}" srcOrd="0" destOrd="0" presId="urn:microsoft.com/office/officeart/2005/8/layout/orgChart1"/>
    <dgm:cxn modelId="{3967E0B2-FCF7-4A37-998F-148DFE8DBD72}" type="presParOf" srcId="{8995986A-19A0-46C3-9B27-3ADB6CC823BB}" destId="{CB1FE7C7-E636-467B-8529-FE2557051543}" srcOrd="0" destOrd="0" presId="urn:microsoft.com/office/officeart/2005/8/layout/orgChart1"/>
    <dgm:cxn modelId="{37BFD686-3043-450A-8930-EA32E2A634AC}" type="presParOf" srcId="{8995986A-19A0-46C3-9B27-3ADB6CC823BB}" destId="{222E34FD-A162-4D07-97BF-62093F47E968}" srcOrd="1" destOrd="0" presId="urn:microsoft.com/office/officeart/2005/8/layout/orgChart1"/>
    <dgm:cxn modelId="{3D8096DC-F9C2-49ED-AB60-15E3A016338C}" type="presParOf" srcId="{FF795480-3F0C-43DF-874F-4DE1A60681FA}" destId="{B82E1E74-8948-4C65-B030-96BC7B5E36D7}" srcOrd="1" destOrd="0" presId="urn:microsoft.com/office/officeart/2005/8/layout/orgChart1"/>
    <dgm:cxn modelId="{A03C553C-50B2-4ED5-88D5-C31583912128}" type="presParOf" srcId="{FF795480-3F0C-43DF-874F-4DE1A60681FA}" destId="{B333FE3C-8C0D-4DE1-A2B5-1B00A7ABE366}" srcOrd="2" destOrd="0" presId="urn:microsoft.com/office/officeart/2005/8/layout/orgChart1"/>
    <dgm:cxn modelId="{DFFCD06A-3094-4BF3-8D14-F9C17E7AA422}" type="presParOf" srcId="{2E7F1226-8215-4892-A35D-03C6D532FD2A}" destId="{C0C7BDF1-1283-4D53-9E7C-AC29A9FCEEC7}" srcOrd="6" destOrd="0" presId="urn:microsoft.com/office/officeart/2005/8/layout/orgChart1"/>
    <dgm:cxn modelId="{389EEC7C-DE4E-4475-93D7-FE9F0BA71B0C}" type="presParOf" srcId="{2E7F1226-8215-4892-A35D-03C6D532FD2A}" destId="{41C302DC-6C17-4DB5-B629-7B92A83D41C0}" srcOrd="7" destOrd="0" presId="urn:microsoft.com/office/officeart/2005/8/layout/orgChart1"/>
    <dgm:cxn modelId="{AA243268-6ACD-4FB6-B050-9FBFB8FD8DBD}" type="presParOf" srcId="{41C302DC-6C17-4DB5-B629-7B92A83D41C0}" destId="{63B2F2FE-191C-46A5-A67B-EF1864DD276F}" srcOrd="0" destOrd="0" presId="urn:microsoft.com/office/officeart/2005/8/layout/orgChart1"/>
    <dgm:cxn modelId="{5E01284C-12C6-436B-9970-DD88C7E05192}" type="presParOf" srcId="{63B2F2FE-191C-46A5-A67B-EF1864DD276F}" destId="{17F839CA-601E-4CD0-ACD0-EB374AD36C4B}" srcOrd="0" destOrd="0" presId="urn:microsoft.com/office/officeart/2005/8/layout/orgChart1"/>
    <dgm:cxn modelId="{98BCCA75-981D-4F98-83C0-2954845005CC}" type="presParOf" srcId="{63B2F2FE-191C-46A5-A67B-EF1864DD276F}" destId="{ADCCA7EF-0503-4F6F-8B1C-C7BD55FCEADC}" srcOrd="1" destOrd="0" presId="urn:microsoft.com/office/officeart/2005/8/layout/orgChart1"/>
    <dgm:cxn modelId="{E38BE6A3-8ED8-4C3D-8854-4C9BB231E73B}" type="presParOf" srcId="{41C302DC-6C17-4DB5-B629-7B92A83D41C0}" destId="{1DFA3550-DE96-4094-AB8E-E02EA385D84A}" srcOrd="1" destOrd="0" presId="urn:microsoft.com/office/officeart/2005/8/layout/orgChart1"/>
    <dgm:cxn modelId="{2310481B-AD7D-4CA7-9AE1-8F0CD84D75C2}" type="presParOf" srcId="{1DFA3550-DE96-4094-AB8E-E02EA385D84A}" destId="{F73E0AAE-F99D-42A4-89DE-CACC9714C8C4}" srcOrd="0" destOrd="0" presId="urn:microsoft.com/office/officeart/2005/8/layout/orgChart1"/>
    <dgm:cxn modelId="{82DB1A6F-5A73-4EC1-ABCC-F691D3BD24C5}" type="presParOf" srcId="{1DFA3550-DE96-4094-AB8E-E02EA385D84A}" destId="{82F5166A-2980-4114-B033-45A838B36035}" srcOrd="1" destOrd="0" presId="urn:microsoft.com/office/officeart/2005/8/layout/orgChart1"/>
    <dgm:cxn modelId="{C02FD34C-B358-4066-B569-69E014ABA431}" type="presParOf" srcId="{82F5166A-2980-4114-B033-45A838B36035}" destId="{E0A95CF2-9E66-4CAA-BE15-F84B4AFB4855}" srcOrd="0" destOrd="0" presId="urn:microsoft.com/office/officeart/2005/8/layout/orgChart1"/>
    <dgm:cxn modelId="{CD7EB8AF-8BCC-429A-BC3B-7FF59AF1989E}" type="presParOf" srcId="{E0A95CF2-9E66-4CAA-BE15-F84B4AFB4855}" destId="{8D9D5234-8E0C-4A6E-AEC2-F5679278FC45}" srcOrd="0" destOrd="0" presId="urn:microsoft.com/office/officeart/2005/8/layout/orgChart1"/>
    <dgm:cxn modelId="{321F5A8F-B07B-429F-9B5B-D24C6535C5AF}" type="presParOf" srcId="{E0A95CF2-9E66-4CAA-BE15-F84B4AFB4855}" destId="{240796CE-84FF-4E1C-8089-A3889560AC36}" srcOrd="1" destOrd="0" presId="urn:microsoft.com/office/officeart/2005/8/layout/orgChart1"/>
    <dgm:cxn modelId="{D983F770-B60A-4D55-8F54-08C171486D33}" type="presParOf" srcId="{82F5166A-2980-4114-B033-45A838B36035}" destId="{F54DAC1F-796B-477E-88E1-39C080BF9A36}" srcOrd="1" destOrd="0" presId="urn:microsoft.com/office/officeart/2005/8/layout/orgChart1"/>
    <dgm:cxn modelId="{E5BFA486-98DC-4835-B051-C260F7E40860}" type="presParOf" srcId="{82F5166A-2980-4114-B033-45A838B36035}" destId="{B5A467ED-84DC-4F60-B4AF-F8C40BB44227}" srcOrd="2" destOrd="0" presId="urn:microsoft.com/office/officeart/2005/8/layout/orgChart1"/>
    <dgm:cxn modelId="{EEB03909-1BC2-4556-93F6-553A2CFDA6D5}" type="presParOf" srcId="{1DFA3550-DE96-4094-AB8E-E02EA385D84A}" destId="{46E7579F-6DD0-400E-ADBE-E626749C776F}" srcOrd="2" destOrd="0" presId="urn:microsoft.com/office/officeart/2005/8/layout/orgChart1"/>
    <dgm:cxn modelId="{6AFB04E5-251C-4D83-9AA6-1E1FD7D117FB}" type="presParOf" srcId="{1DFA3550-DE96-4094-AB8E-E02EA385D84A}" destId="{CC62BA39-093E-4C91-88A8-26FBDAE110B7}" srcOrd="3" destOrd="0" presId="urn:microsoft.com/office/officeart/2005/8/layout/orgChart1"/>
    <dgm:cxn modelId="{01D0E5E6-BDA4-486B-8A9B-A485E7240B91}" type="presParOf" srcId="{CC62BA39-093E-4C91-88A8-26FBDAE110B7}" destId="{AB823C65-E98A-4ECB-8769-7AF00E335EE5}" srcOrd="0" destOrd="0" presId="urn:microsoft.com/office/officeart/2005/8/layout/orgChart1"/>
    <dgm:cxn modelId="{383A8ED7-1CB9-4DD4-96D8-55D7D8084E44}" type="presParOf" srcId="{AB823C65-E98A-4ECB-8769-7AF00E335EE5}" destId="{2E4C9DF0-5B10-4844-A70F-01E45CC6FABD}" srcOrd="0" destOrd="0" presId="urn:microsoft.com/office/officeart/2005/8/layout/orgChart1"/>
    <dgm:cxn modelId="{396AF58E-5EED-4C97-9C3F-9D3BB45CB52D}" type="presParOf" srcId="{AB823C65-E98A-4ECB-8769-7AF00E335EE5}" destId="{DF6C6975-83E5-4391-A4EC-0AD7C0A1FD45}" srcOrd="1" destOrd="0" presId="urn:microsoft.com/office/officeart/2005/8/layout/orgChart1"/>
    <dgm:cxn modelId="{9F9FEE99-A57E-45CD-BBAB-F3532C18F60F}" type="presParOf" srcId="{CC62BA39-093E-4C91-88A8-26FBDAE110B7}" destId="{55768FFE-F474-44D2-B7EC-35FE4BE3F75C}" srcOrd="1" destOrd="0" presId="urn:microsoft.com/office/officeart/2005/8/layout/orgChart1"/>
    <dgm:cxn modelId="{47123983-0873-498D-8747-12BBC4C8EC57}" type="presParOf" srcId="{CC62BA39-093E-4C91-88A8-26FBDAE110B7}" destId="{82CC3FF0-E427-4791-87DC-BB7ED080552C}" srcOrd="2" destOrd="0" presId="urn:microsoft.com/office/officeart/2005/8/layout/orgChart1"/>
    <dgm:cxn modelId="{EB995FEE-6F7D-4B64-B6E5-F77D74011F5F}" type="presParOf" srcId="{1DFA3550-DE96-4094-AB8E-E02EA385D84A}" destId="{EB901FBC-406D-49A9-9299-174F089F6931}" srcOrd="4" destOrd="0" presId="urn:microsoft.com/office/officeart/2005/8/layout/orgChart1"/>
    <dgm:cxn modelId="{6FD6EFFA-0880-4CB6-BEB0-DEB505C03B5C}" type="presParOf" srcId="{1DFA3550-DE96-4094-AB8E-E02EA385D84A}" destId="{115234B8-599F-431A-B238-B3103623F5A8}" srcOrd="5" destOrd="0" presId="urn:microsoft.com/office/officeart/2005/8/layout/orgChart1"/>
    <dgm:cxn modelId="{7A557402-4BB3-4BC7-A58F-1F92EAF61A68}" type="presParOf" srcId="{115234B8-599F-431A-B238-B3103623F5A8}" destId="{FC5E53A2-06F9-43A8-A1CF-B955130F1022}" srcOrd="0" destOrd="0" presId="urn:microsoft.com/office/officeart/2005/8/layout/orgChart1"/>
    <dgm:cxn modelId="{7C67121B-B9EC-4839-A2A5-13CA22641B9B}" type="presParOf" srcId="{FC5E53A2-06F9-43A8-A1CF-B955130F1022}" destId="{3D326CBC-754A-4891-8CBB-52CAE366C635}" srcOrd="0" destOrd="0" presId="urn:microsoft.com/office/officeart/2005/8/layout/orgChart1"/>
    <dgm:cxn modelId="{52AB9157-A161-4EC5-AB50-94DB1E7CD06B}" type="presParOf" srcId="{FC5E53A2-06F9-43A8-A1CF-B955130F1022}" destId="{1D50F4E1-4745-4061-B0E9-61CA71EF6C60}" srcOrd="1" destOrd="0" presId="urn:microsoft.com/office/officeart/2005/8/layout/orgChart1"/>
    <dgm:cxn modelId="{A82375A9-A0E9-4E15-93EF-C6022B71DA2D}" type="presParOf" srcId="{115234B8-599F-431A-B238-B3103623F5A8}" destId="{5566E246-E3C0-449A-BD4E-0271E6FC4315}" srcOrd="1" destOrd="0" presId="urn:microsoft.com/office/officeart/2005/8/layout/orgChart1"/>
    <dgm:cxn modelId="{0C3DE95C-1CBD-4AF5-92CA-730EFBE0C878}" type="presParOf" srcId="{115234B8-599F-431A-B238-B3103623F5A8}" destId="{41AF8C94-E0D9-44CB-BDC4-1A39001D1084}" srcOrd="2" destOrd="0" presId="urn:microsoft.com/office/officeart/2005/8/layout/orgChart1"/>
    <dgm:cxn modelId="{34716CD1-18DD-4019-8C0E-7CBDE94A7A30}" type="presParOf" srcId="{41C302DC-6C17-4DB5-B629-7B92A83D41C0}" destId="{56216A17-16CC-42A6-A59B-740465FC16BA}" srcOrd="2" destOrd="0" presId="urn:microsoft.com/office/officeart/2005/8/layout/orgChart1"/>
    <dgm:cxn modelId="{F7ED3652-E7D0-4791-8EC2-7ADFFD6CD12D}" type="presParOf" srcId="{58D71AAE-BD75-47A7-B389-2375321BA2D1}" destId="{C1F317DA-546F-4085-B913-3101495D36C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837BB10-987C-4F6A-981E-A79610785CA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K"/>
        </a:p>
      </dgm:t>
    </dgm:pt>
    <dgm:pt modelId="{E41CBF92-333A-4D44-8505-B24B927F8006}">
      <dgm:prSet phldrT="[Text]" phldr="0"/>
      <dgm:spPr/>
      <dgm:t>
        <a:bodyPr/>
        <a:lstStyle/>
        <a:p>
          <a:r>
            <a:rPr lang="en-US" dirty="0"/>
            <a:t>3D printing magnetics</a:t>
          </a:r>
          <a:endParaRPr lang="en-DK" dirty="0"/>
        </a:p>
      </dgm:t>
    </dgm:pt>
    <dgm:pt modelId="{F4DBBA38-2827-4778-9471-1ABCAB1A883B}" type="parTrans" cxnId="{C15AE0D4-3768-4A9D-86C9-33FE1EC771B3}">
      <dgm:prSet/>
      <dgm:spPr/>
      <dgm:t>
        <a:bodyPr/>
        <a:lstStyle/>
        <a:p>
          <a:endParaRPr lang="en-DK"/>
        </a:p>
      </dgm:t>
    </dgm:pt>
    <dgm:pt modelId="{5282F87E-714D-4FB6-8516-5142D8F5333A}" type="sibTrans" cxnId="{C15AE0D4-3768-4A9D-86C9-33FE1EC771B3}">
      <dgm:prSet/>
      <dgm:spPr/>
      <dgm:t>
        <a:bodyPr/>
        <a:lstStyle/>
        <a:p>
          <a:endParaRPr lang="en-DK"/>
        </a:p>
      </dgm:t>
    </dgm:pt>
    <dgm:pt modelId="{1E5B65BE-1DAA-4A5B-8CD9-BB5BA7B4F1A8}">
      <dgm:prSet phldrT="[Text]" phldr="0"/>
      <dgm:spPr/>
      <dgm:t>
        <a:bodyPr/>
        <a:lstStyle/>
        <a:p>
          <a:r>
            <a:rPr lang="en-US" dirty="0"/>
            <a:t>Vat polymerization</a:t>
          </a:r>
          <a:endParaRPr lang="en-DK" dirty="0"/>
        </a:p>
      </dgm:t>
    </dgm:pt>
    <dgm:pt modelId="{C171412F-2B19-444E-B1DD-8BBD1EA552A6}" type="parTrans" cxnId="{7AE478A5-3BB0-49C6-9C9D-BAD4B80C7F43}">
      <dgm:prSet/>
      <dgm:spPr/>
      <dgm:t>
        <a:bodyPr/>
        <a:lstStyle/>
        <a:p>
          <a:endParaRPr lang="en-DK"/>
        </a:p>
      </dgm:t>
    </dgm:pt>
    <dgm:pt modelId="{3B419F3B-A8D1-4412-BDFC-AA2B7938C643}" type="sibTrans" cxnId="{7AE478A5-3BB0-49C6-9C9D-BAD4B80C7F43}">
      <dgm:prSet/>
      <dgm:spPr/>
      <dgm:t>
        <a:bodyPr/>
        <a:lstStyle/>
        <a:p>
          <a:endParaRPr lang="en-DK"/>
        </a:p>
      </dgm:t>
    </dgm:pt>
    <dgm:pt modelId="{33D64302-18E9-4A1A-BE52-892B6FDC69B0}">
      <dgm:prSet phldrT="[Text]" phldr="0"/>
      <dgm:spPr/>
      <dgm:t>
        <a:bodyPr/>
        <a:lstStyle/>
        <a:p>
          <a:r>
            <a:rPr lang="en-US" dirty="0"/>
            <a:t>Powder bed fusion</a:t>
          </a:r>
          <a:endParaRPr lang="en-DK" dirty="0"/>
        </a:p>
      </dgm:t>
    </dgm:pt>
    <dgm:pt modelId="{89F2F2E0-FFE6-4796-8E0B-B23AB2AAC747}" type="parTrans" cxnId="{1C28726A-A5DD-4A15-8FBF-418643FA70F6}">
      <dgm:prSet/>
      <dgm:spPr/>
      <dgm:t>
        <a:bodyPr/>
        <a:lstStyle/>
        <a:p>
          <a:endParaRPr lang="en-DK"/>
        </a:p>
      </dgm:t>
    </dgm:pt>
    <dgm:pt modelId="{577EEAA4-0F94-4152-B4AD-EA865CE46130}" type="sibTrans" cxnId="{1C28726A-A5DD-4A15-8FBF-418643FA70F6}">
      <dgm:prSet/>
      <dgm:spPr/>
      <dgm:t>
        <a:bodyPr/>
        <a:lstStyle/>
        <a:p>
          <a:endParaRPr lang="en-DK"/>
        </a:p>
      </dgm:t>
    </dgm:pt>
    <dgm:pt modelId="{C3065C6E-EBF3-410C-A327-0DB4FFB7FDA0}">
      <dgm:prSet phldrT="[Text]" phldr="0"/>
      <dgm:spPr/>
      <dgm:t>
        <a:bodyPr/>
        <a:lstStyle/>
        <a:p>
          <a:r>
            <a:rPr lang="en-US" dirty="0"/>
            <a:t>Binder jetting</a:t>
          </a:r>
          <a:endParaRPr lang="en-DK" dirty="0"/>
        </a:p>
      </dgm:t>
    </dgm:pt>
    <dgm:pt modelId="{DBBB2174-A4E8-4150-907E-2F39F0CFC60F}" type="parTrans" cxnId="{AAC96CE9-B277-4008-969F-2C98403C55B3}">
      <dgm:prSet/>
      <dgm:spPr/>
      <dgm:t>
        <a:bodyPr/>
        <a:lstStyle/>
        <a:p>
          <a:endParaRPr lang="en-DK"/>
        </a:p>
      </dgm:t>
    </dgm:pt>
    <dgm:pt modelId="{52EF3B3B-E0CF-43F7-AFAE-BF1115070164}" type="sibTrans" cxnId="{AAC96CE9-B277-4008-969F-2C98403C55B3}">
      <dgm:prSet/>
      <dgm:spPr/>
      <dgm:t>
        <a:bodyPr/>
        <a:lstStyle/>
        <a:p>
          <a:endParaRPr lang="en-DK"/>
        </a:p>
      </dgm:t>
    </dgm:pt>
    <dgm:pt modelId="{C8016469-18E8-4E2D-8F41-35462E3FC63E}">
      <dgm:prSet phldrT="[Text]" phldr="0"/>
      <dgm:spPr/>
      <dgm:t>
        <a:bodyPr/>
        <a:lstStyle/>
        <a:p>
          <a:r>
            <a:rPr lang="en-US"/>
            <a:t>Material extrusion</a:t>
          </a:r>
          <a:endParaRPr lang="en-DK" dirty="0"/>
        </a:p>
      </dgm:t>
    </dgm:pt>
    <dgm:pt modelId="{BB875F6D-D686-46F7-9407-98BE725B6115}" type="parTrans" cxnId="{0BFDC900-AE37-4D8C-801B-79594EBFC7A4}">
      <dgm:prSet/>
      <dgm:spPr/>
      <dgm:t>
        <a:bodyPr/>
        <a:lstStyle/>
        <a:p>
          <a:endParaRPr lang="en-DK"/>
        </a:p>
      </dgm:t>
    </dgm:pt>
    <dgm:pt modelId="{C3A14A51-5EF9-4AA6-854B-55CFA29B3A72}" type="sibTrans" cxnId="{0BFDC900-AE37-4D8C-801B-79594EBFC7A4}">
      <dgm:prSet/>
      <dgm:spPr/>
      <dgm:t>
        <a:bodyPr/>
        <a:lstStyle/>
        <a:p>
          <a:endParaRPr lang="en-DK"/>
        </a:p>
      </dgm:t>
    </dgm:pt>
    <dgm:pt modelId="{78C85D6D-2AC1-4230-96D3-B8F7E4AEB2EE}">
      <dgm:prSet phldrT="[Text]" phldr="0"/>
      <dgm:spPr/>
      <dgm:t>
        <a:bodyPr/>
        <a:lstStyle/>
        <a:p>
          <a:r>
            <a:rPr lang="en-US" dirty="0"/>
            <a:t>Fused deposition modeling</a:t>
          </a:r>
          <a:endParaRPr lang="en-DK" dirty="0"/>
        </a:p>
      </dgm:t>
    </dgm:pt>
    <dgm:pt modelId="{9FCA339D-A173-4534-AFD0-31069B40776F}" type="parTrans" cxnId="{8F8B633D-4A67-4B87-9CD7-E37324C06870}">
      <dgm:prSet/>
      <dgm:spPr/>
      <dgm:t>
        <a:bodyPr/>
        <a:lstStyle/>
        <a:p>
          <a:endParaRPr lang="en-DK"/>
        </a:p>
      </dgm:t>
    </dgm:pt>
    <dgm:pt modelId="{CADA303A-60E9-4D27-8DB5-A8E09303D8AB}" type="sibTrans" cxnId="{8F8B633D-4A67-4B87-9CD7-E37324C06870}">
      <dgm:prSet/>
      <dgm:spPr/>
      <dgm:t>
        <a:bodyPr/>
        <a:lstStyle/>
        <a:p>
          <a:endParaRPr lang="en-DK"/>
        </a:p>
      </dgm:t>
    </dgm:pt>
    <dgm:pt modelId="{3C45ED5A-A153-409A-8DF9-E1BF4E5B0C19}">
      <dgm:prSet phldrT="[Text]" phldr="0"/>
      <dgm:spPr/>
      <dgm:t>
        <a:bodyPr/>
        <a:lstStyle/>
        <a:p>
          <a:r>
            <a:rPr lang="en-US"/>
            <a:t>Direct ink writing</a:t>
          </a:r>
          <a:endParaRPr lang="en-DK" dirty="0"/>
        </a:p>
      </dgm:t>
    </dgm:pt>
    <dgm:pt modelId="{C724F964-4CD8-4FBA-A669-53F0C6A4DBC6}" type="parTrans" cxnId="{AA8EAB81-A251-49FF-8976-4265A5ABBCBE}">
      <dgm:prSet/>
      <dgm:spPr/>
      <dgm:t>
        <a:bodyPr/>
        <a:lstStyle/>
        <a:p>
          <a:endParaRPr lang="en-DK"/>
        </a:p>
      </dgm:t>
    </dgm:pt>
    <dgm:pt modelId="{E6159B3A-79DF-4F6A-BA79-36D86605AB2E}" type="sibTrans" cxnId="{AA8EAB81-A251-49FF-8976-4265A5ABBCBE}">
      <dgm:prSet/>
      <dgm:spPr/>
      <dgm:t>
        <a:bodyPr/>
        <a:lstStyle/>
        <a:p>
          <a:endParaRPr lang="en-DK"/>
        </a:p>
      </dgm:t>
    </dgm:pt>
    <dgm:pt modelId="{E55E1D4D-8130-4323-8972-C0D87AFE4F78}">
      <dgm:prSet phldrT="[Text]" phldr="0"/>
      <dgm:spPr/>
      <dgm:t>
        <a:bodyPr/>
        <a:lstStyle/>
        <a:p>
          <a:r>
            <a:rPr lang="en-US" dirty="0"/>
            <a:t>Fused granulate fabrication</a:t>
          </a:r>
          <a:endParaRPr lang="en-DK" dirty="0"/>
        </a:p>
      </dgm:t>
    </dgm:pt>
    <dgm:pt modelId="{6508BBE3-C649-472D-9091-EF0F0650B304}" type="parTrans" cxnId="{84865C2E-898B-4E8C-BA5A-B84635BD7FA7}">
      <dgm:prSet/>
      <dgm:spPr/>
      <dgm:t>
        <a:bodyPr/>
        <a:lstStyle/>
        <a:p>
          <a:endParaRPr lang="en-DK"/>
        </a:p>
      </dgm:t>
    </dgm:pt>
    <dgm:pt modelId="{C30A21A3-43D4-487A-9DC6-26A183EEE531}" type="sibTrans" cxnId="{84865C2E-898B-4E8C-BA5A-B84635BD7FA7}">
      <dgm:prSet/>
      <dgm:spPr/>
      <dgm:t>
        <a:bodyPr/>
        <a:lstStyle/>
        <a:p>
          <a:endParaRPr lang="en-DK"/>
        </a:p>
      </dgm:t>
    </dgm:pt>
    <dgm:pt modelId="{A4D1500D-E414-414D-80E6-41DC2AAB2F92}" type="pres">
      <dgm:prSet presAssocID="{6837BB10-987C-4F6A-981E-A79610785CA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8D71AAE-BD75-47A7-B389-2375321BA2D1}" type="pres">
      <dgm:prSet presAssocID="{E41CBF92-333A-4D44-8505-B24B927F8006}" presName="hierRoot1" presStyleCnt="0">
        <dgm:presLayoutVars>
          <dgm:hierBranch val="init"/>
        </dgm:presLayoutVars>
      </dgm:prSet>
      <dgm:spPr/>
    </dgm:pt>
    <dgm:pt modelId="{2B3BE654-C2FC-45F2-8788-1EB22233CF7D}" type="pres">
      <dgm:prSet presAssocID="{E41CBF92-333A-4D44-8505-B24B927F8006}" presName="rootComposite1" presStyleCnt="0"/>
      <dgm:spPr/>
    </dgm:pt>
    <dgm:pt modelId="{E9AD8690-5DAD-474D-84EC-3FECA88802A9}" type="pres">
      <dgm:prSet presAssocID="{E41CBF92-333A-4D44-8505-B24B927F8006}" presName="rootText1" presStyleLbl="node0" presStyleIdx="0" presStyleCnt="1">
        <dgm:presLayoutVars>
          <dgm:chPref val="3"/>
        </dgm:presLayoutVars>
      </dgm:prSet>
      <dgm:spPr/>
    </dgm:pt>
    <dgm:pt modelId="{DB0878A2-7F01-467E-8E10-E7D9210DD2D7}" type="pres">
      <dgm:prSet presAssocID="{E41CBF92-333A-4D44-8505-B24B927F8006}" presName="rootConnector1" presStyleLbl="node1" presStyleIdx="0" presStyleCnt="0"/>
      <dgm:spPr/>
    </dgm:pt>
    <dgm:pt modelId="{2E7F1226-8215-4892-A35D-03C6D532FD2A}" type="pres">
      <dgm:prSet presAssocID="{E41CBF92-333A-4D44-8505-B24B927F8006}" presName="hierChild2" presStyleCnt="0"/>
      <dgm:spPr/>
    </dgm:pt>
    <dgm:pt modelId="{0441DAFA-3E1B-49C2-9328-716F1FBB5025}" type="pres">
      <dgm:prSet presAssocID="{C171412F-2B19-444E-B1DD-8BBD1EA552A6}" presName="Name37" presStyleLbl="parChTrans1D2" presStyleIdx="0" presStyleCnt="4"/>
      <dgm:spPr/>
    </dgm:pt>
    <dgm:pt modelId="{E16D1E64-22A4-435A-8695-7C07F59DBEDF}" type="pres">
      <dgm:prSet presAssocID="{1E5B65BE-1DAA-4A5B-8CD9-BB5BA7B4F1A8}" presName="hierRoot2" presStyleCnt="0">
        <dgm:presLayoutVars>
          <dgm:hierBranch val="init"/>
        </dgm:presLayoutVars>
      </dgm:prSet>
      <dgm:spPr/>
    </dgm:pt>
    <dgm:pt modelId="{D6E6FECC-EEFF-45E2-A98C-9AAC495B5F56}" type="pres">
      <dgm:prSet presAssocID="{1E5B65BE-1DAA-4A5B-8CD9-BB5BA7B4F1A8}" presName="rootComposite" presStyleCnt="0"/>
      <dgm:spPr/>
    </dgm:pt>
    <dgm:pt modelId="{CF7D6F96-10C0-4899-B31B-605C6D515E09}" type="pres">
      <dgm:prSet presAssocID="{1E5B65BE-1DAA-4A5B-8CD9-BB5BA7B4F1A8}" presName="rootText" presStyleLbl="node2" presStyleIdx="0" presStyleCnt="4">
        <dgm:presLayoutVars>
          <dgm:chPref val="3"/>
        </dgm:presLayoutVars>
      </dgm:prSet>
      <dgm:spPr/>
    </dgm:pt>
    <dgm:pt modelId="{63ACC7F6-F842-458F-852A-593BE9396250}" type="pres">
      <dgm:prSet presAssocID="{1E5B65BE-1DAA-4A5B-8CD9-BB5BA7B4F1A8}" presName="rootConnector" presStyleLbl="node2" presStyleIdx="0" presStyleCnt="4"/>
      <dgm:spPr/>
    </dgm:pt>
    <dgm:pt modelId="{B2E3459F-5C46-48D5-8DF3-BEFEF72E0B00}" type="pres">
      <dgm:prSet presAssocID="{1E5B65BE-1DAA-4A5B-8CD9-BB5BA7B4F1A8}" presName="hierChild4" presStyleCnt="0"/>
      <dgm:spPr/>
    </dgm:pt>
    <dgm:pt modelId="{C85758E6-AE0F-4F75-90FD-BD28546012A9}" type="pres">
      <dgm:prSet presAssocID="{1E5B65BE-1DAA-4A5B-8CD9-BB5BA7B4F1A8}" presName="hierChild5" presStyleCnt="0"/>
      <dgm:spPr/>
    </dgm:pt>
    <dgm:pt modelId="{0F7BC1D3-C848-4ED8-BF31-BDF95EF3FCF5}" type="pres">
      <dgm:prSet presAssocID="{89F2F2E0-FFE6-4796-8E0B-B23AB2AAC747}" presName="Name37" presStyleLbl="parChTrans1D2" presStyleIdx="1" presStyleCnt="4"/>
      <dgm:spPr/>
    </dgm:pt>
    <dgm:pt modelId="{1B76FE1E-368A-42B4-817A-9C02F7AD74DB}" type="pres">
      <dgm:prSet presAssocID="{33D64302-18E9-4A1A-BE52-892B6FDC69B0}" presName="hierRoot2" presStyleCnt="0">
        <dgm:presLayoutVars>
          <dgm:hierBranch val="init"/>
        </dgm:presLayoutVars>
      </dgm:prSet>
      <dgm:spPr/>
    </dgm:pt>
    <dgm:pt modelId="{4AC51CAE-1685-4150-A694-945BC5459CBB}" type="pres">
      <dgm:prSet presAssocID="{33D64302-18E9-4A1A-BE52-892B6FDC69B0}" presName="rootComposite" presStyleCnt="0"/>
      <dgm:spPr/>
    </dgm:pt>
    <dgm:pt modelId="{871A6ED8-8A9A-480E-8365-20FD2D07CB7C}" type="pres">
      <dgm:prSet presAssocID="{33D64302-18E9-4A1A-BE52-892B6FDC69B0}" presName="rootText" presStyleLbl="node2" presStyleIdx="1" presStyleCnt="4">
        <dgm:presLayoutVars>
          <dgm:chPref val="3"/>
        </dgm:presLayoutVars>
      </dgm:prSet>
      <dgm:spPr/>
    </dgm:pt>
    <dgm:pt modelId="{C20E90A7-126F-44F8-898E-D37221F7BC07}" type="pres">
      <dgm:prSet presAssocID="{33D64302-18E9-4A1A-BE52-892B6FDC69B0}" presName="rootConnector" presStyleLbl="node2" presStyleIdx="1" presStyleCnt="4"/>
      <dgm:spPr/>
    </dgm:pt>
    <dgm:pt modelId="{7989F2A4-32BB-4A9B-84E0-8E5F80D16BA9}" type="pres">
      <dgm:prSet presAssocID="{33D64302-18E9-4A1A-BE52-892B6FDC69B0}" presName="hierChild4" presStyleCnt="0"/>
      <dgm:spPr/>
    </dgm:pt>
    <dgm:pt modelId="{6032EDF5-3564-42CB-BF7F-B21BBBDB03EF}" type="pres">
      <dgm:prSet presAssocID="{33D64302-18E9-4A1A-BE52-892B6FDC69B0}" presName="hierChild5" presStyleCnt="0"/>
      <dgm:spPr/>
    </dgm:pt>
    <dgm:pt modelId="{0BE42FF7-0C1F-41B1-8568-6C0D154F1289}" type="pres">
      <dgm:prSet presAssocID="{DBBB2174-A4E8-4150-907E-2F39F0CFC60F}" presName="Name37" presStyleLbl="parChTrans1D2" presStyleIdx="2" presStyleCnt="4"/>
      <dgm:spPr/>
    </dgm:pt>
    <dgm:pt modelId="{FF795480-3F0C-43DF-874F-4DE1A60681FA}" type="pres">
      <dgm:prSet presAssocID="{C3065C6E-EBF3-410C-A327-0DB4FFB7FDA0}" presName="hierRoot2" presStyleCnt="0">
        <dgm:presLayoutVars>
          <dgm:hierBranch val="init"/>
        </dgm:presLayoutVars>
      </dgm:prSet>
      <dgm:spPr/>
    </dgm:pt>
    <dgm:pt modelId="{8995986A-19A0-46C3-9B27-3ADB6CC823BB}" type="pres">
      <dgm:prSet presAssocID="{C3065C6E-EBF3-410C-A327-0DB4FFB7FDA0}" presName="rootComposite" presStyleCnt="0"/>
      <dgm:spPr/>
    </dgm:pt>
    <dgm:pt modelId="{CB1FE7C7-E636-467B-8529-FE2557051543}" type="pres">
      <dgm:prSet presAssocID="{C3065C6E-EBF3-410C-A327-0DB4FFB7FDA0}" presName="rootText" presStyleLbl="node2" presStyleIdx="2" presStyleCnt="4">
        <dgm:presLayoutVars>
          <dgm:chPref val="3"/>
        </dgm:presLayoutVars>
      </dgm:prSet>
      <dgm:spPr/>
    </dgm:pt>
    <dgm:pt modelId="{222E34FD-A162-4D07-97BF-62093F47E968}" type="pres">
      <dgm:prSet presAssocID="{C3065C6E-EBF3-410C-A327-0DB4FFB7FDA0}" presName="rootConnector" presStyleLbl="node2" presStyleIdx="2" presStyleCnt="4"/>
      <dgm:spPr/>
    </dgm:pt>
    <dgm:pt modelId="{B82E1E74-8948-4C65-B030-96BC7B5E36D7}" type="pres">
      <dgm:prSet presAssocID="{C3065C6E-EBF3-410C-A327-0DB4FFB7FDA0}" presName="hierChild4" presStyleCnt="0"/>
      <dgm:spPr/>
    </dgm:pt>
    <dgm:pt modelId="{B333FE3C-8C0D-4DE1-A2B5-1B00A7ABE366}" type="pres">
      <dgm:prSet presAssocID="{C3065C6E-EBF3-410C-A327-0DB4FFB7FDA0}" presName="hierChild5" presStyleCnt="0"/>
      <dgm:spPr/>
    </dgm:pt>
    <dgm:pt modelId="{C0C7BDF1-1283-4D53-9E7C-AC29A9FCEEC7}" type="pres">
      <dgm:prSet presAssocID="{BB875F6D-D686-46F7-9407-98BE725B6115}" presName="Name37" presStyleLbl="parChTrans1D2" presStyleIdx="3" presStyleCnt="4"/>
      <dgm:spPr/>
    </dgm:pt>
    <dgm:pt modelId="{41C302DC-6C17-4DB5-B629-7B92A83D41C0}" type="pres">
      <dgm:prSet presAssocID="{C8016469-18E8-4E2D-8F41-35462E3FC63E}" presName="hierRoot2" presStyleCnt="0">
        <dgm:presLayoutVars>
          <dgm:hierBranch val="init"/>
        </dgm:presLayoutVars>
      </dgm:prSet>
      <dgm:spPr/>
    </dgm:pt>
    <dgm:pt modelId="{63B2F2FE-191C-46A5-A67B-EF1864DD276F}" type="pres">
      <dgm:prSet presAssocID="{C8016469-18E8-4E2D-8F41-35462E3FC63E}" presName="rootComposite" presStyleCnt="0"/>
      <dgm:spPr/>
    </dgm:pt>
    <dgm:pt modelId="{17F839CA-601E-4CD0-ACD0-EB374AD36C4B}" type="pres">
      <dgm:prSet presAssocID="{C8016469-18E8-4E2D-8F41-35462E3FC63E}" presName="rootText" presStyleLbl="node2" presStyleIdx="3" presStyleCnt="4">
        <dgm:presLayoutVars>
          <dgm:chPref val="3"/>
        </dgm:presLayoutVars>
      </dgm:prSet>
      <dgm:spPr/>
    </dgm:pt>
    <dgm:pt modelId="{ADCCA7EF-0503-4F6F-8B1C-C7BD55FCEADC}" type="pres">
      <dgm:prSet presAssocID="{C8016469-18E8-4E2D-8F41-35462E3FC63E}" presName="rootConnector" presStyleLbl="node2" presStyleIdx="3" presStyleCnt="4"/>
      <dgm:spPr/>
    </dgm:pt>
    <dgm:pt modelId="{1DFA3550-DE96-4094-AB8E-E02EA385D84A}" type="pres">
      <dgm:prSet presAssocID="{C8016469-18E8-4E2D-8F41-35462E3FC63E}" presName="hierChild4" presStyleCnt="0"/>
      <dgm:spPr/>
    </dgm:pt>
    <dgm:pt modelId="{F73E0AAE-F99D-42A4-89DE-CACC9714C8C4}" type="pres">
      <dgm:prSet presAssocID="{9FCA339D-A173-4534-AFD0-31069B40776F}" presName="Name37" presStyleLbl="parChTrans1D3" presStyleIdx="0" presStyleCnt="3"/>
      <dgm:spPr/>
    </dgm:pt>
    <dgm:pt modelId="{82F5166A-2980-4114-B033-45A838B36035}" type="pres">
      <dgm:prSet presAssocID="{78C85D6D-2AC1-4230-96D3-B8F7E4AEB2EE}" presName="hierRoot2" presStyleCnt="0">
        <dgm:presLayoutVars>
          <dgm:hierBranch val="init"/>
        </dgm:presLayoutVars>
      </dgm:prSet>
      <dgm:spPr/>
    </dgm:pt>
    <dgm:pt modelId="{E0A95CF2-9E66-4CAA-BE15-F84B4AFB4855}" type="pres">
      <dgm:prSet presAssocID="{78C85D6D-2AC1-4230-96D3-B8F7E4AEB2EE}" presName="rootComposite" presStyleCnt="0"/>
      <dgm:spPr/>
    </dgm:pt>
    <dgm:pt modelId="{8D9D5234-8E0C-4A6E-AEC2-F5679278FC45}" type="pres">
      <dgm:prSet presAssocID="{78C85D6D-2AC1-4230-96D3-B8F7E4AEB2EE}" presName="rootText" presStyleLbl="node3" presStyleIdx="0" presStyleCnt="3">
        <dgm:presLayoutVars>
          <dgm:chPref val="3"/>
        </dgm:presLayoutVars>
      </dgm:prSet>
      <dgm:spPr/>
    </dgm:pt>
    <dgm:pt modelId="{240796CE-84FF-4E1C-8089-A3889560AC36}" type="pres">
      <dgm:prSet presAssocID="{78C85D6D-2AC1-4230-96D3-B8F7E4AEB2EE}" presName="rootConnector" presStyleLbl="node3" presStyleIdx="0" presStyleCnt="3"/>
      <dgm:spPr/>
    </dgm:pt>
    <dgm:pt modelId="{F54DAC1F-796B-477E-88E1-39C080BF9A36}" type="pres">
      <dgm:prSet presAssocID="{78C85D6D-2AC1-4230-96D3-B8F7E4AEB2EE}" presName="hierChild4" presStyleCnt="0"/>
      <dgm:spPr/>
    </dgm:pt>
    <dgm:pt modelId="{B5A467ED-84DC-4F60-B4AF-F8C40BB44227}" type="pres">
      <dgm:prSet presAssocID="{78C85D6D-2AC1-4230-96D3-B8F7E4AEB2EE}" presName="hierChild5" presStyleCnt="0"/>
      <dgm:spPr/>
    </dgm:pt>
    <dgm:pt modelId="{46E7579F-6DD0-400E-ADBE-E626749C776F}" type="pres">
      <dgm:prSet presAssocID="{C724F964-4CD8-4FBA-A669-53F0C6A4DBC6}" presName="Name37" presStyleLbl="parChTrans1D3" presStyleIdx="1" presStyleCnt="3"/>
      <dgm:spPr/>
    </dgm:pt>
    <dgm:pt modelId="{CC62BA39-093E-4C91-88A8-26FBDAE110B7}" type="pres">
      <dgm:prSet presAssocID="{3C45ED5A-A153-409A-8DF9-E1BF4E5B0C19}" presName="hierRoot2" presStyleCnt="0">
        <dgm:presLayoutVars>
          <dgm:hierBranch val="init"/>
        </dgm:presLayoutVars>
      </dgm:prSet>
      <dgm:spPr/>
    </dgm:pt>
    <dgm:pt modelId="{AB823C65-E98A-4ECB-8769-7AF00E335EE5}" type="pres">
      <dgm:prSet presAssocID="{3C45ED5A-A153-409A-8DF9-E1BF4E5B0C19}" presName="rootComposite" presStyleCnt="0"/>
      <dgm:spPr/>
    </dgm:pt>
    <dgm:pt modelId="{2E4C9DF0-5B10-4844-A70F-01E45CC6FABD}" type="pres">
      <dgm:prSet presAssocID="{3C45ED5A-A153-409A-8DF9-E1BF4E5B0C19}" presName="rootText" presStyleLbl="node3" presStyleIdx="1" presStyleCnt="3">
        <dgm:presLayoutVars>
          <dgm:chPref val="3"/>
        </dgm:presLayoutVars>
      </dgm:prSet>
      <dgm:spPr/>
    </dgm:pt>
    <dgm:pt modelId="{DF6C6975-83E5-4391-A4EC-0AD7C0A1FD45}" type="pres">
      <dgm:prSet presAssocID="{3C45ED5A-A153-409A-8DF9-E1BF4E5B0C19}" presName="rootConnector" presStyleLbl="node3" presStyleIdx="1" presStyleCnt="3"/>
      <dgm:spPr/>
    </dgm:pt>
    <dgm:pt modelId="{55768FFE-F474-44D2-B7EC-35FE4BE3F75C}" type="pres">
      <dgm:prSet presAssocID="{3C45ED5A-A153-409A-8DF9-E1BF4E5B0C19}" presName="hierChild4" presStyleCnt="0"/>
      <dgm:spPr/>
    </dgm:pt>
    <dgm:pt modelId="{82CC3FF0-E427-4791-87DC-BB7ED080552C}" type="pres">
      <dgm:prSet presAssocID="{3C45ED5A-A153-409A-8DF9-E1BF4E5B0C19}" presName="hierChild5" presStyleCnt="0"/>
      <dgm:spPr/>
    </dgm:pt>
    <dgm:pt modelId="{EB901FBC-406D-49A9-9299-174F089F6931}" type="pres">
      <dgm:prSet presAssocID="{6508BBE3-C649-472D-9091-EF0F0650B304}" presName="Name37" presStyleLbl="parChTrans1D3" presStyleIdx="2" presStyleCnt="3"/>
      <dgm:spPr/>
    </dgm:pt>
    <dgm:pt modelId="{115234B8-599F-431A-B238-B3103623F5A8}" type="pres">
      <dgm:prSet presAssocID="{E55E1D4D-8130-4323-8972-C0D87AFE4F78}" presName="hierRoot2" presStyleCnt="0">
        <dgm:presLayoutVars>
          <dgm:hierBranch val="init"/>
        </dgm:presLayoutVars>
      </dgm:prSet>
      <dgm:spPr/>
    </dgm:pt>
    <dgm:pt modelId="{FC5E53A2-06F9-43A8-A1CF-B955130F1022}" type="pres">
      <dgm:prSet presAssocID="{E55E1D4D-8130-4323-8972-C0D87AFE4F78}" presName="rootComposite" presStyleCnt="0"/>
      <dgm:spPr/>
    </dgm:pt>
    <dgm:pt modelId="{3D326CBC-754A-4891-8CBB-52CAE366C635}" type="pres">
      <dgm:prSet presAssocID="{E55E1D4D-8130-4323-8972-C0D87AFE4F78}" presName="rootText" presStyleLbl="node3" presStyleIdx="2" presStyleCnt="3">
        <dgm:presLayoutVars>
          <dgm:chPref val="3"/>
        </dgm:presLayoutVars>
      </dgm:prSet>
      <dgm:spPr/>
    </dgm:pt>
    <dgm:pt modelId="{1D50F4E1-4745-4061-B0E9-61CA71EF6C60}" type="pres">
      <dgm:prSet presAssocID="{E55E1D4D-8130-4323-8972-C0D87AFE4F78}" presName="rootConnector" presStyleLbl="node3" presStyleIdx="2" presStyleCnt="3"/>
      <dgm:spPr/>
    </dgm:pt>
    <dgm:pt modelId="{5566E246-E3C0-449A-BD4E-0271E6FC4315}" type="pres">
      <dgm:prSet presAssocID="{E55E1D4D-8130-4323-8972-C0D87AFE4F78}" presName="hierChild4" presStyleCnt="0"/>
      <dgm:spPr/>
    </dgm:pt>
    <dgm:pt modelId="{41AF8C94-E0D9-44CB-BDC4-1A39001D1084}" type="pres">
      <dgm:prSet presAssocID="{E55E1D4D-8130-4323-8972-C0D87AFE4F78}" presName="hierChild5" presStyleCnt="0"/>
      <dgm:spPr/>
    </dgm:pt>
    <dgm:pt modelId="{56216A17-16CC-42A6-A59B-740465FC16BA}" type="pres">
      <dgm:prSet presAssocID="{C8016469-18E8-4E2D-8F41-35462E3FC63E}" presName="hierChild5" presStyleCnt="0"/>
      <dgm:spPr/>
    </dgm:pt>
    <dgm:pt modelId="{C1F317DA-546F-4085-B913-3101495D36C2}" type="pres">
      <dgm:prSet presAssocID="{E41CBF92-333A-4D44-8505-B24B927F8006}" presName="hierChild3" presStyleCnt="0"/>
      <dgm:spPr/>
    </dgm:pt>
  </dgm:ptLst>
  <dgm:cxnLst>
    <dgm:cxn modelId="{0BFDC900-AE37-4D8C-801B-79594EBFC7A4}" srcId="{E41CBF92-333A-4D44-8505-B24B927F8006}" destId="{C8016469-18E8-4E2D-8F41-35462E3FC63E}" srcOrd="3" destOrd="0" parTransId="{BB875F6D-D686-46F7-9407-98BE725B6115}" sibTransId="{C3A14A51-5EF9-4AA6-854B-55CFA29B3A72}"/>
    <dgm:cxn modelId="{7086D805-5307-4A34-8D15-EBBAAFDA9095}" type="presOf" srcId="{3C45ED5A-A153-409A-8DF9-E1BF4E5B0C19}" destId="{DF6C6975-83E5-4391-A4EC-0AD7C0A1FD45}" srcOrd="1" destOrd="0" presId="urn:microsoft.com/office/officeart/2005/8/layout/orgChart1"/>
    <dgm:cxn modelId="{F4512221-DA0B-4F77-A05B-8B9CD5187396}" type="presOf" srcId="{BB875F6D-D686-46F7-9407-98BE725B6115}" destId="{C0C7BDF1-1283-4D53-9E7C-AC29A9FCEEC7}" srcOrd="0" destOrd="0" presId="urn:microsoft.com/office/officeart/2005/8/layout/orgChart1"/>
    <dgm:cxn modelId="{7A3D7127-1665-477B-8D94-E68E64756BD3}" type="presOf" srcId="{C8016469-18E8-4E2D-8F41-35462E3FC63E}" destId="{ADCCA7EF-0503-4F6F-8B1C-C7BD55FCEADC}" srcOrd="1" destOrd="0" presId="urn:microsoft.com/office/officeart/2005/8/layout/orgChart1"/>
    <dgm:cxn modelId="{1C75DA2A-81ED-450B-843B-45BABE2D0A24}" type="presOf" srcId="{9FCA339D-A173-4534-AFD0-31069B40776F}" destId="{F73E0AAE-F99D-42A4-89DE-CACC9714C8C4}" srcOrd="0" destOrd="0" presId="urn:microsoft.com/office/officeart/2005/8/layout/orgChart1"/>
    <dgm:cxn modelId="{84865C2E-898B-4E8C-BA5A-B84635BD7FA7}" srcId="{C8016469-18E8-4E2D-8F41-35462E3FC63E}" destId="{E55E1D4D-8130-4323-8972-C0D87AFE4F78}" srcOrd="2" destOrd="0" parTransId="{6508BBE3-C649-472D-9091-EF0F0650B304}" sibTransId="{C30A21A3-43D4-487A-9DC6-26A183EEE531}"/>
    <dgm:cxn modelId="{E1E32131-6D38-4399-BDC4-B58462580BE4}" type="presOf" srcId="{33D64302-18E9-4A1A-BE52-892B6FDC69B0}" destId="{C20E90A7-126F-44F8-898E-D37221F7BC07}" srcOrd="1" destOrd="0" presId="urn:microsoft.com/office/officeart/2005/8/layout/orgChart1"/>
    <dgm:cxn modelId="{3CAA0932-F731-419B-8282-861FBB61BAB7}" type="presOf" srcId="{89F2F2E0-FFE6-4796-8E0B-B23AB2AAC747}" destId="{0F7BC1D3-C848-4ED8-BF31-BDF95EF3FCF5}" srcOrd="0" destOrd="0" presId="urn:microsoft.com/office/officeart/2005/8/layout/orgChart1"/>
    <dgm:cxn modelId="{8F8B633D-4A67-4B87-9CD7-E37324C06870}" srcId="{C8016469-18E8-4E2D-8F41-35462E3FC63E}" destId="{78C85D6D-2AC1-4230-96D3-B8F7E4AEB2EE}" srcOrd="0" destOrd="0" parTransId="{9FCA339D-A173-4534-AFD0-31069B40776F}" sibTransId="{CADA303A-60E9-4D27-8DB5-A8E09303D8AB}"/>
    <dgm:cxn modelId="{07F5DE61-E517-4DF9-8CB4-A68EE1C8B05E}" type="presOf" srcId="{E55E1D4D-8130-4323-8972-C0D87AFE4F78}" destId="{1D50F4E1-4745-4061-B0E9-61CA71EF6C60}" srcOrd="1" destOrd="0" presId="urn:microsoft.com/office/officeart/2005/8/layout/orgChart1"/>
    <dgm:cxn modelId="{3268A269-A01D-4C4E-AFA7-2243E0A3E77F}" type="presOf" srcId="{E41CBF92-333A-4D44-8505-B24B927F8006}" destId="{E9AD8690-5DAD-474D-84EC-3FECA88802A9}" srcOrd="0" destOrd="0" presId="urn:microsoft.com/office/officeart/2005/8/layout/orgChart1"/>
    <dgm:cxn modelId="{1C28726A-A5DD-4A15-8FBF-418643FA70F6}" srcId="{E41CBF92-333A-4D44-8505-B24B927F8006}" destId="{33D64302-18E9-4A1A-BE52-892B6FDC69B0}" srcOrd="1" destOrd="0" parTransId="{89F2F2E0-FFE6-4796-8E0B-B23AB2AAC747}" sibTransId="{577EEAA4-0F94-4152-B4AD-EA865CE46130}"/>
    <dgm:cxn modelId="{C457E74A-DC7A-4E76-B328-0F39405CB337}" type="presOf" srcId="{E55E1D4D-8130-4323-8972-C0D87AFE4F78}" destId="{3D326CBC-754A-4891-8CBB-52CAE366C635}" srcOrd="0" destOrd="0" presId="urn:microsoft.com/office/officeart/2005/8/layout/orgChart1"/>
    <dgm:cxn modelId="{086ED96C-3FFE-4BF7-911F-BE45A2557DF9}" type="presOf" srcId="{1E5B65BE-1DAA-4A5B-8CD9-BB5BA7B4F1A8}" destId="{63ACC7F6-F842-458F-852A-593BE9396250}" srcOrd="1" destOrd="0" presId="urn:microsoft.com/office/officeart/2005/8/layout/orgChart1"/>
    <dgm:cxn modelId="{581BD156-391E-482D-ABCF-8258403DF031}" type="presOf" srcId="{C171412F-2B19-444E-B1DD-8BBD1EA552A6}" destId="{0441DAFA-3E1B-49C2-9328-716F1FBB5025}" srcOrd="0" destOrd="0" presId="urn:microsoft.com/office/officeart/2005/8/layout/orgChart1"/>
    <dgm:cxn modelId="{EE836C7A-F2B3-44F7-99F6-696715D7EB1B}" type="presOf" srcId="{1E5B65BE-1DAA-4A5B-8CD9-BB5BA7B4F1A8}" destId="{CF7D6F96-10C0-4899-B31B-605C6D515E09}" srcOrd="0" destOrd="0" presId="urn:microsoft.com/office/officeart/2005/8/layout/orgChart1"/>
    <dgm:cxn modelId="{AA8EAB81-A251-49FF-8976-4265A5ABBCBE}" srcId="{C8016469-18E8-4E2D-8F41-35462E3FC63E}" destId="{3C45ED5A-A153-409A-8DF9-E1BF4E5B0C19}" srcOrd="1" destOrd="0" parTransId="{C724F964-4CD8-4FBA-A669-53F0C6A4DBC6}" sibTransId="{E6159B3A-79DF-4F6A-BA79-36D86605AB2E}"/>
    <dgm:cxn modelId="{9AB7D18A-7578-4559-B971-51B80845BC7C}" type="presOf" srcId="{C8016469-18E8-4E2D-8F41-35462E3FC63E}" destId="{17F839CA-601E-4CD0-ACD0-EB374AD36C4B}" srcOrd="0" destOrd="0" presId="urn:microsoft.com/office/officeart/2005/8/layout/orgChart1"/>
    <dgm:cxn modelId="{D94CF18E-6922-4048-97C7-5422BA671F7A}" type="presOf" srcId="{33D64302-18E9-4A1A-BE52-892B6FDC69B0}" destId="{871A6ED8-8A9A-480E-8365-20FD2D07CB7C}" srcOrd="0" destOrd="0" presId="urn:microsoft.com/office/officeart/2005/8/layout/orgChart1"/>
    <dgm:cxn modelId="{490FF298-AAB2-424E-87E2-069174A1524E}" type="presOf" srcId="{78C85D6D-2AC1-4230-96D3-B8F7E4AEB2EE}" destId="{8D9D5234-8E0C-4A6E-AEC2-F5679278FC45}" srcOrd="0" destOrd="0" presId="urn:microsoft.com/office/officeart/2005/8/layout/orgChart1"/>
    <dgm:cxn modelId="{0A40D29A-D6E1-4B04-A80B-1C3013499001}" type="presOf" srcId="{C3065C6E-EBF3-410C-A327-0DB4FFB7FDA0}" destId="{222E34FD-A162-4D07-97BF-62093F47E968}" srcOrd="1" destOrd="0" presId="urn:microsoft.com/office/officeart/2005/8/layout/orgChart1"/>
    <dgm:cxn modelId="{E7CCD99A-AFC4-471C-BCED-6A03D7CF55DD}" type="presOf" srcId="{6837BB10-987C-4F6A-981E-A79610785CAB}" destId="{A4D1500D-E414-414D-80E6-41DC2AAB2F92}" srcOrd="0" destOrd="0" presId="urn:microsoft.com/office/officeart/2005/8/layout/orgChart1"/>
    <dgm:cxn modelId="{540BAB9B-B16B-4C0C-AF0B-AD8B7402F992}" type="presOf" srcId="{C3065C6E-EBF3-410C-A327-0DB4FFB7FDA0}" destId="{CB1FE7C7-E636-467B-8529-FE2557051543}" srcOrd="0" destOrd="0" presId="urn:microsoft.com/office/officeart/2005/8/layout/orgChart1"/>
    <dgm:cxn modelId="{7AE478A5-3BB0-49C6-9C9D-BAD4B80C7F43}" srcId="{E41CBF92-333A-4D44-8505-B24B927F8006}" destId="{1E5B65BE-1DAA-4A5B-8CD9-BB5BA7B4F1A8}" srcOrd="0" destOrd="0" parTransId="{C171412F-2B19-444E-B1DD-8BBD1EA552A6}" sibTransId="{3B419F3B-A8D1-4412-BDFC-AA2B7938C643}"/>
    <dgm:cxn modelId="{980E27BA-59C3-4236-96D5-43B1EBE5EB6B}" type="presOf" srcId="{6508BBE3-C649-472D-9091-EF0F0650B304}" destId="{EB901FBC-406D-49A9-9299-174F089F6931}" srcOrd="0" destOrd="0" presId="urn:microsoft.com/office/officeart/2005/8/layout/orgChart1"/>
    <dgm:cxn modelId="{DF8D19D2-3237-4F11-A32F-BA6811CCFC94}" type="presOf" srcId="{DBBB2174-A4E8-4150-907E-2F39F0CFC60F}" destId="{0BE42FF7-0C1F-41B1-8568-6C0D154F1289}" srcOrd="0" destOrd="0" presId="urn:microsoft.com/office/officeart/2005/8/layout/orgChart1"/>
    <dgm:cxn modelId="{C15AE0D4-3768-4A9D-86C9-33FE1EC771B3}" srcId="{6837BB10-987C-4F6A-981E-A79610785CAB}" destId="{E41CBF92-333A-4D44-8505-B24B927F8006}" srcOrd="0" destOrd="0" parTransId="{F4DBBA38-2827-4778-9471-1ABCAB1A883B}" sibTransId="{5282F87E-714D-4FB6-8516-5142D8F5333A}"/>
    <dgm:cxn modelId="{CFE745E7-C3DE-4FB5-A59D-53FE529D4A95}" type="presOf" srcId="{E41CBF92-333A-4D44-8505-B24B927F8006}" destId="{DB0878A2-7F01-467E-8E10-E7D9210DD2D7}" srcOrd="1" destOrd="0" presId="urn:microsoft.com/office/officeart/2005/8/layout/orgChart1"/>
    <dgm:cxn modelId="{D16FF0E8-E736-4742-80F1-E479A14E94E4}" type="presOf" srcId="{78C85D6D-2AC1-4230-96D3-B8F7E4AEB2EE}" destId="{240796CE-84FF-4E1C-8089-A3889560AC36}" srcOrd="1" destOrd="0" presId="urn:microsoft.com/office/officeart/2005/8/layout/orgChart1"/>
    <dgm:cxn modelId="{AAC96CE9-B277-4008-969F-2C98403C55B3}" srcId="{E41CBF92-333A-4D44-8505-B24B927F8006}" destId="{C3065C6E-EBF3-410C-A327-0DB4FFB7FDA0}" srcOrd="2" destOrd="0" parTransId="{DBBB2174-A4E8-4150-907E-2F39F0CFC60F}" sibTransId="{52EF3B3B-E0CF-43F7-AFAE-BF1115070164}"/>
    <dgm:cxn modelId="{08C955E9-447E-4275-A8E4-4E4B14C7CE1C}" type="presOf" srcId="{3C45ED5A-A153-409A-8DF9-E1BF4E5B0C19}" destId="{2E4C9DF0-5B10-4844-A70F-01E45CC6FABD}" srcOrd="0" destOrd="0" presId="urn:microsoft.com/office/officeart/2005/8/layout/orgChart1"/>
    <dgm:cxn modelId="{A419BEEF-2806-4460-BBB0-EEEC8060BD03}" type="presOf" srcId="{C724F964-4CD8-4FBA-A669-53F0C6A4DBC6}" destId="{46E7579F-6DD0-400E-ADBE-E626749C776F}" srcOrd="0" destOrd="0" presId="urn:microsoft.com/office/officeart/2005/8/layout/orgChart1"/>
    <dgm:cxn modelId="{89A2E0D1-E7CF-4AE6-B010-069E5324CE15}" type="presParOf" srcId="{A4D1500D-E414-414D-80E6-41DC2AAB2F92}" destId="{58D71AAE-BD75-47A7-B389-2375321BA2D1}" srcOrd="0" destOrd="0" presId="urn:microsoft.com/office/officeart/2005/8/layout/orgChart1"/>
    <dgm:cxn modelId="{D3F6AFB6-D5D4-4985-A84C-262029A1862B}" type="presParOf" srcId="{58D71AAE-BD75-47A7-B389-2375321BA2D1}" destId="{2B3BE654-C2FC-45F2-8788-1EB22233CF7D}" srcOrd="0" destOrd="0" presId="urn:microsoft.com/office/officeart/2005/8/layout/orgChart1"/>
    <dgm:cxn modelId="{1885EFA5-E043-428C-99A8-3630D706172D}" type="presParOf" srcId="{2B3BE654-C2FC-45F2-8788-1EB22233CF7D}" destId="{E9AD8690-5DAD-474D-84EC-3FECA88802A9}" srcOrd="0" destOrd="0" presId="urn:microsoft.com/office/officeart/2005/8/layout/orgChart1"/>
    <dgm:cxn modelId="{3D9516F0-D18A-4D36-BFC6-6455F9E9CA99}" type="presParOf" srcId="{2B3BE654-C2FC-45F2-8788-1EB22233CF7D}" destId="{DB0878A2-7F01-467E-8E10-E7D9210DD2D7}" srcOrd="1" destOrd="0" presId="urn:microsoft.com/office/officeart/2005/8/layout/orgChart1"/>
    <dgm:cxn modelId="{6F244C87-11C3-4E7B-AC1D-BC53B089A426}" type="presParOf" srcId="{58D71AAE-BD75-47A7-B389-2375321BA2D1}" destId="{2E7F1226-8215-4892-A35D-03C6D532FD2A}" srcOrd="1" destOrd="0" presId="urn:microsoft.com/office/officeart/2005/8/layout/orgChart1"/>
    <dgm:cxn modelId="{AE80AD5B-E594-4C8F-B462-367CA35A1F28}" type="presParOf" srcId="{2E7F1226-8215-4892-A35D-03C6D532FD2A}" destId="{0441DAFA-3E1B-49C2-9328-716F1FBB5025}" srcOrd="0" destOrd="0" presId="urn:microsoft.com/office/officeart/2005/8/layout/orgChart1"/>
    <dgm:cxn modelId="{1115EC85-6B0D-49AD-8AF2-7078471477E9}" type="presParOf" srcId="{2E7F1226-8215-4892-A35D-03C6D532FD2A}" destId="{E16D1E64-22A4-435A-8695-7C07F59DBEDF}" srcOrd="1" destOrd="0" presId="urn:microsoft.com/office/officeart/2005/8/layout/orgChart1"/>
    <dgm:cxn modelId="{8EC75438-F971-4D80-97A5-AEC23586ADCB}" type="presParOf" srcId="{E16D1E64-22A4-435A-8695-7C07F59DBEDF}" destId="{D6E6FECC-EEFF-45E2-A98C-9AAC495B5F56}" srcOrd="0" destOrd="0" presId="urn:microsoft.com/office/officeart/2005/8/layout/orgChart1"/>
    <dgm:cxn modelId="{09FB1F48-E789-4FD9-8254-648BBB07F1BE}" type="presParOf" srcId="{D6E6FECC-EEFF-45E2-A98C-9AAC495B5F56}" destId="{CF7D6F96-10C0-4899-B31B-605C6D515E09}" srcOrd="0" destOrd="0" presId="urn:microsoft.com/office/officeart/2005/8/layout/orgChart1"/>
    <dgm:cxn modelId="{D0ABDD7F-F77B-4ADF-9246-94F783B628FC}" type="presParOf" srcId="{D6E6FECC-EEFF-45E2-A98C-9AAC495B5F56}" destId="{63ACC7F6-F842-458F-852A-593BE9396250}" srcOrd="1" destOrd="0" presId="urn:microsoft.com/office/officeart/2005/8/layout/orgChart1"/>
    <dgm:cxn modelId="{9F84A082-CCAE-45E9-96D2-6D12F9686135}" type="presParOf" srcId="{E16D1E64-22A4-435A-8695-7C07F59DBEDF}" destId="{B2E3459F-5C46-48D5-8DF3-BEFEF72E0B00}" srcOrd="1" destOrd="0" presId="urn:microsoft.com/office/officeart/2005/8/layout/orgChart1"/>
    <dgm:cxn modelId="{0D2FDAA8-C948-4985-9114-44673E734245}" type="presParOf" srcId="{E16D1E64-22A4-435A-8695-7C07F59DBEDF}" destId="{C85758E6-AE0F-4F75-90FD-BD28546012A9}" srcOrd="2" destOrd="0" presId="urn:microsoft.com/office/officeart/2005/8/layout/orgChart1"/>
    <dgm:cxn modelId="{793B097F-27D7-4E83-97A3-56EF1ABBECC4}" type="presParOf" srcId="{2E7F1226-8215-4892-A35D-03C6D532FD2A}" destId="{0F7BC1D3-C848-4ED8-BF31-BDF95EF3FCF5}" srcOrd="2" destOrd="0" presId="urn:microsoft.com/office/officeart/2005/8/layout/orgChart1"/>
    <dgm:cxn modelId="{171C9156-BAD9-4F32-A2B8-AB5F0B7229BC}" type="presParOf" srcId="{2E7F1226-8215-4892-A35D-03C6D532FD2A}" destId="{1B76FE1E-368A-42B4-817A-9C02F7AD74DB}" srcOrd="3" destOrd="0" presId="urn:microsoft.com/office/officeart/2005/8/layout/orgChart1"/>
    <dgm:cxn modelId="{386DD91D-0E00-407C-ADC4-2DADF1967FC9}" type="presParOf" srcId="{1B76FE1E-368A-42B4-817A-9C02F7AD74DB}" destId="{4AC51CAE-1685-4150-A694-945BC5459CBB}" srcOrd="0" destOrd="0" presId="urn:microsoft.com/office/officeart/2005/8/layout/orgChart1"/>
    <dgm:cxn modelId="{A892E2C8-50F9-4375-9A8A-8A9A7F9421D8}" type="presParOf" srcId="{4AC51CAE-1685-4150-A694-945BC5459CBB}" destId="{871A6ED8-8A9A-480E-8365-20FD2D07CB7C}" srcOrd="0" destOrd="0" presId="urn:microsoft.com/office/officeart/2005/8/layout/orgChart1"/>
    <dgm:cxn modelId="{D3FB02B8-CB5C-4806-BC01-6CF47F0316FB}" type="presParOf" srcId="{4AC51CAE-1685-4150-A694-945BC5459CBB}" destId="{C20E90A7-126F-44F8-898E-D37221F7BC07}" srcOrd="1" destOrd="0" presId="urn:microsoft.com/office/officeart/2005/8/layout/orgChart1"/>
    <dgm:cxn modelId="{D85F10AD-8A84-4C64-BE97-A1120BD12042}" type="presParOf" srcId="{1B76FE1E-368A-42B4-817A-9C02F7AD74DB}" destId="{7989F2A4-32BB-4A9B-84E0-8E5F80D16BA9}" srcOrd="1" destOrd="0" presId="urn:microsoft.com/office/officeart/2005/8/layout/orgChart1"/>
    <dgm:cxn modelId="{B378B7FE-9F40-41C5-9131-2DFA40E885AE}" type="presParOf" srcId="{1B76FE1E-368A-42B4-817A-9C02F7AD74DB}" destId="{6032EDF5-3564-42CB-BF7F-B21BBBDB03EF}" srcOrd="2" destOrd="0" presId="urn:microsoft.com/office/officeart/2005/8/layout/orgChart1"/>
    <dgm:cxn modelId="{C5B87B15-8144-4C2A-970E-85C1BCC79851}" type="presParOf" srcId="{2E7F1226-8215-4892-A35D-03C6D532FD2A}" destId="{0BE42FF7-0C1F-41B1-8568-6C0D154F1289}" srcOrd="4" destOrd="0" presId="urn:microsoft.com/office/officeart/2005/8/layout/orgChart1"/>
    <dgm:cxn modelId="{7467CE5A-2794-4730-BCBA-73984C1E9298}" type="presParOf" srcId="{2E7F1226-8215-4892-A35D-03C6D532FD2A}" destId="{FF795480-3F0C-43DF-874F-4DE1A60681FA}" srcOrd="5" destOrd="0" presId="urn:microsoft.com/office/officeart/2005/8/layout/orgChart1"/>
    <dgm:cxn modelId="{3C6E287E-7872-4DEA-BBF0-19D8860A9FD5}" type="presParOf" srcId="{FF795480-3F0C-43DF-874F-4DE1A60681FA}" destId="{8995986A-19A0-46C3-9B27-3ADB6CC823BB}" srcOrd="0" destOrd="0" presId="urn:microsoft.com/office/officeart/2005/8/layout/orgChart1"/>
    <dgm:cxn modelId="{3967E0B2-FCF7-4A37-998F-148DFE8DBD72}" type="presParOf" srcId="{8995986A-19A0-46C3-9B27-3ADB6CC823BB}" destId="{CB1FE7C7-E636-467B-8529-FE2557051543}" srcOrd="0" destOrd="0" presId="urn:microsoft.com/office/officeart/2005/8/layout/orgChart1"/>
    <dgm:cxn modelId="{37BFD686-3043-450A-8930-EA32E2A634AC}" type="presParOf" srcId="{8995986A-19A0-46C3-9B27-3ADB6CC823BB}" destId="{222E34FD-A162-4D07-97BF-62093F47E968}" srcOrd="1" destOrd="0" presId="urn:microsoft.com/office/officeart/2005/8/layout/orgChart1"/>
    <dgm:cxn modelId="{3D8096DC-F9C2-49ED-AB60-15E3A016338C}" type="presParOf" srcId="{FF795480-3F0C-43DF-874F-4DE1A60681FA}" destId="{B82E1E74-8948-4C65-B030-96BC7B5E36D7}" srcOrd="1" destOrd="0" presId="urn:microsoft.com/office/officeart/2005/8/layout/orgChart1"/>
    <dgm:cxn modelId="{A03C553C-50B2-4ED5-88D5-C31583912128}" type="presParOf" srcId="{FF795480-3F0C-43DF-874F-4DE1A60681FA}" destId="{B333FE3C-8C0D-4DE1-A2B5-1B00A7ABE366}" srcOrd="2" destOrd="0" presId="urn:microsoft.com/office/officeart/2005/8/layout/orgChart1"/>
    <dgm:cxn modelId="{DFFCD06A-3094-4BF3-8D14-F9C17E7AA422}" type="presParOf" srcId="{2E7F1226-8215-4892-A35D-03C6D532FD2A}" destId="{C0C7BDF1-1283-4D53-9E7C-AC29A9FCEEC7}" srcOrd="6" destOrd="0" presId="urn:microsoft.com/office/officeart/2005/8/layout/orgChart1"/>
    <dgm:cxn modelId="{389EEC7C-DE4E-4475-93D7-FE9F0BA71B0C}" type="presParOf" srcId="{2E7F1226-8215-4892-A35D-03C6D532FD2A}" destId="{41C302DC-6C17-4DB5-B629-7B92A83D41C0}" srcOrd="7" destOrd="0" presId="urn:microsoft.com/office/officeart/2005/8/layout/orgChart1"/>
    <dgm:cxn modelId="{AA243268-6ACD-4FB6-B050-9FBFB8FD8DBD}" type="presParOf" srcId="{41C302DC-6C17-4DB5-B629-7B92A83D41C0}" destId="{63B2F2FE-191C-46A5-A67B-EF1864DD276F}" srcOrd="0" destOrd="0" presId="urn:microsoft.com/office/officeart/2005/8/layout/orgChart1"/>
    <dgm:cxn modelId="{5E01284C-12C6-436B-9970-DD88C7E05192}" type="presParOf" srcId="{63B2F2FE-191C-46A5-A67B-EF1864DD276F}" destId="{17F839CA-601E-4CD0-ACD0-EB374AD36C4B}" srcOrd="0" destOrd="0" presId="urn:microsoft.com/office/officeart/2005/8/layout/orgChart1"/>
    <dgm:cxn modelId="{98BCCA75-981D-4F98-83C0-2954845005CC}" type="presParOf" srcId="{63B2F2FE-191C-46A5-A67B-EF1864DD276F}" destId="{ADCCA7EF-0503-4F6F-8B1C-C7BD55FCEADC}" srcOrd="1" destOrd="0" presId="urn:microsoft.com/office/officeart/2005/8/layout/orgChart1"/>
    <dgm:cxn modelId="{E38BE6A3-8ED8-4C3D-8854-4C9BB231E73B}" type="presParOf" srcId="{41C302DC-6C17-4DB5-B629-7B92A83D41C0}" destId="{1DFA3550-DE96-4094-AB8E-E02EA385D84A}" srcOrd="1" destOrd="0" presId="urn:microsoft.com/office/officeart/2005/8/layout/orgChart1"/>
    <dgm:cxn modelId="{2310481B-AD7D-4CA7-9AE1-8F0CD84D75C2}" type="presParOf" srcId="{1DFA3550-DE96-4094-AB8E-E02EA385D84A}" destId="{F73E0AAE-F99D-42A4-89DE-CACC9714C8C4}" srcOrd="0" destOrd="0" presId="urn:microsoft.com/office/officeart/2005/8/layout/orgChart1"/>
    <dgm:cxn modelId="{82DB1A6F-5A73-4EC1-ABCC-F691D3BD24C5}" type="presParOf" srcId="{1DFA3550-DE96-4094-AB8E-E02EA385D84A}" destId="{82F5166A-2980-4114-B033-45A838B36035}" srcOrd="1" destOrd="0" presId="urn:microsoft.com/office/officeart/2005/8/layout/orgChart1"/>
    <dgm:cxn modelId="{C02FD34C-B358-4066-B569-69E014ABA431}" type="presParOf" srcId="{82F5166A-2980-4114-B033-45A838B36035}" destId="{E0A95CF2-9E66-4CAA-BE15-F84B4AFB4855}" srcOrd="0" destOrd="0" presId="urn:microsoft.com/office/officeart/2005/8/layout/orgChart1"/>
    <dgm:cxn modelId="{CD7EB8AF-8BCC-429A-BC3B-7FF59AF1989E}" type="presParOf" srcId="{E0A95CF2-9E66-4CAA-BE15-F84B4AFB4855}" destId="{8D9D5234-8E0C-4A6E-AEC2-F5679278FC45}" srcOrd="0" destOrd="0" presId="urn:microsoft.com/office/officeart/2005/8/layout/orgChart1"/>
    <dgm:cxn modelId="{321F5A8F-B07B-429F-9B5B-D24C6535C5AF}" type="presParOf" srcId="{E0A95CF2-9E66-4CAA-BE15-F84B4AFB4855}" destId="{240796CE-84FF-4E1C-8089-A3889560AC36}" srcOrd="1" destOrd="0" presId="urn:microsoft.com/office/officeart/2005/8/layout/orgChart1"/>
    <dgm:cxn modelId="{D983F770-B60A-4D55-8F54-08C171486D33}" type="presParOf" srcId="{82F5166A-2980-4114-B033-45A838B36035}" destId="{F54DAC1F-796B-477E-88E1-39C080BF9A36}" srcOrd="1" destOrd="0" presId="urn:microsoft.com/office/officeart/2005/8/layout/orgChart1"/>
    <dgm:cxn modelId="{E5BFA486-98DC-4835-B051-C260F7E40860}" type="presParOf" srcId="{82F5166A-2980-4114-B033-45A838B36035}" destId="{B5A467ED-84DC-4F60-B4AF-F8C40BB44227}" srcOrd="2" destOrd="0" presId="urn:microsoft.com/office/officeart/2005/8/layout/orgChart1"/>
    <dgm:cxn modelId="{EEB03909-1BC2-4556-93F6-553A2CFDA6D5}" type="presParOf" srcId="{1DFA3550-DE96-4094-AB8E-E02EA385D84A}" destId="{46E7579F-6DD0-400E-ADBE-E626749C776F}" srcOrd="2" destOrd="0" presId="urn:microsoft.com/office/officeart/2005/8/layout/orgChart1"/>
    <dgm:cxn modelId="{6AFB04E5-251C-4D83-9AA6-1E1FD7D117FB}" type="presParOf" srcId="{1DFA3550-DE96-4094-AB8E-E02EA385D84A}" destId="{CC62BA39-093E-4C91-88A8-26FBDAE110B7}" srcOrd="3" destOrd="0" presId="urn:microsoft.com/office/officeart/2005/8/layout/orgChart1"/>
    <dgm:cxn modelId="{01D0E5E6-BDA4-486B-8A9B-A485E7240B91}" type="presParOf" srcId="{CC62BA39-093E-4C91-88A8-26FBDAE110B7}" destId="{AB823C65-E98A-4ECB-8769-7AF00E335EE5}" srcOrd="0" destOrd="0" presId="urn:microsoft.com/office/officeart/2005/8/layout/orgChart1"/>
    <dgm:cxn modelId="{383A8ED7-1CB9-4DD4-96D8-55D7D8084E44}" type="presParOf" srcId="{AB823C65-E98A-4ECB-8769-7AF00E335EE5}" destId="{2E4C9DF0-5B10-4844-A70F-01E45CC6FABD}" srcOrd="0" destOrd="0" presId="urn:microsoft.com/office/officeart/2005/8/layout/orgChart1"/>
    <dgm:cxn modelId="{396AF58E-5EED-4C97-9C3F-9D3BB45CB52D}" type="presParOf" srcId="{AB823C65-E98A-4ECB-8769-7AF00E335EE5}" destId="{DF6C6975-83E5-4391-A4EC-0AD7C0A1FD45}" srcOrd="1" destOrd="0" presId="urn:microsoft.com/office/officeart/2005/8/layout/orgChart1"/>
    <dgm:cxn modelId="{9F9FEE99-A57E-45CD-BBAB-F3532C18F60F}" type="presParOf" srcId="{CC62BA39-093E-4C91-88A8-26FBDAE110B7}" destId="{55768FFE-F474-44D2-B7EC-35FE4BE3F75C}" srcOrd="1" destOrd="0" presId="urn:microsoft.com/office/officeart/2005/8/layout/orgChart1"/>
    <dgm:cxn modelId="{47123983-0873-498D-8747-12BBC4C8EC57}" type="presParOf" srcId="{CC62BA39-093E-4C91-88A8-26FBDAE110B7}" destId="{82CC3FF0-E427-4791-87DC-BB7ED080552C}" srcOrd="2" destOrd="0" presId="urn:microsoft.com/office/officeart/2005/8/layout/orgChart1"/>
    <dgm:cxn modelId="{EB995FEE-6F7D-4B64-B6E5-F77D74011F5F}" type="presParOf" srcId="{1DFA3550-DE96-4094-AB8E-E02EA385D84A}" destId="{EB901FBC-406D-49A9-9299-174F089F6931}" srcOrd="4" destOrd="0" presId="urn:microsoft.com/office/officeart/2005/8/layout/orgChart1"/>
    <dgm:cxn modelId="{6FD6EFFA-0880-4CB6-BEB0-DEB505C03B5C}" type="presParOf" srcId="{1DFA3550-DE96-4094-AB8E-E02EA385D84A}" destId="{115234B8-599F-431A-B238-B3103623F5A8}" srcOrd="5" destOrd="0" presId="urn:microsoft.com/office/officeart/2005/8/layout/orgChart1"/>
    <dgm:cxn modelId="{7A557402-4BB3-4BC7-A58F-1F92EAF61A68}" type="presParOf" srcId="{115234B8-599F-431A-B238-B3103623F5A8}" destId="{FC5E53A2-06F9-43A8-A1CF-B955130F1022}" srcOrd="0" destOrd="0" presId="urn:microsoft.com/office/officeart/2005/8/layout/orgChart1"/>
    <dgm:cxn modelId="{7C67121B-B9EC-4839-A2A5-13CA22641B9B}" type="presParOf" srcId="{FC5E53A2-06F9-43A8-A1CF-B955130F1022}" destId="{3D326CBC-754A-4891-8CBB-52CAE366C635}" srcOrd="0" destOrd="0" presId="urn:microsoft.com/office/officeart/2005/8/layout/orgChart1"/>
    <dgm:cxn modelId="{52AB9157-A161-4EC5-AB50-94DB1E7CD06B}" type="presParOf" srcId="{FC5E53A2-06F9-43A8-A1CF-B955130F1022}" destId="{1D50F4E1-4745-4061-B0E9-61CA71EF6C60}" srcOrd="1" destOrd="0" presId="urn:microsoft.com/office/officeart/2005/8/layout/orgChart1"/>
    <dgm:cxn modelId="{A82375A9-A0E9-4E15-93EF-C6022B71DA2D}" type="presParOf" srcId="{115234B8-599F-431A-B238-B3103623F5A8}" destId="{5566E246-E3C0-449A-BD4E-0271E6FC4315}" srcOrd="1" destOrd="0" presId="urn:microsoft.com/office/officeart/2005/8/layout/orgChart1"/>
    <dgm:cxn modelId="{0C3DE95C-1CBD-4AF5-92CA-730EFBE0C878}" type="presParOf" srcId="{115234B8-599F-431A-B238-B3103623F5A8}" destId="{41AF8C94-E0D9-44CB-BDC4-1A39001D1084}" srcOrd="2" destOrd="0" presId="urn:microsoft.com/office/officeart/2005/8/layout/orgChart1"/>
    <dgm:cxn modelId="{34716CD1-18DD-4019-8C0E-7CBDE94A7A30}" type="presParOf" srcId="{41C302DC-6C17-4DB5-B629-7B92A83D41C0}" destId="{56216A17-16CC-42A6-A59B-740465FC16BA}" srcOrd="2" destOrd="0" presId="urn:microsoft.com/office/officeart/2005/8/layout/orgChart1"/>
    <dgm:cxn modelId="{F7ED3652-E7D0-4791-8EC2-7ADFFD6CD12D}" type="presParOf" srcId="{58D71AAE-BD75-47A7-B389-2375321BA2D1}" destId="{C1F317DA-546F-4085-B913-3101495D36C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837BB10-987C-4F6A-981E-A79610785CA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K"/>
        </a:p>
      </dgm:t>
    </dgm:pt>
    <dgm:pt modelId="{E41CBF92-333A-4D44-8505-B24B927F8006}">
      <dgm:prSet phldrT="[Text]" phldr="0"/>
      <dgm:spPr/>
      <dgm:t>
        <a:bodyPr/>
        <a:lstStyle/>
        <a:p>
          <a:r>
            <a:rPr lang="en-US" dirty="0"/>
            <a:t>3D printing magnetics</a:t>
          </a:r>
          <a:endParaRPr lang="en-DK" dirty="0"/>
        </a:p>
      </dgm:t>
    </dgm:pt>
    <dgm:pt modelId="{F4DBBA38-2827-4778-9471-1ABCAB1A883B}" type="parTrans" cxnId="{C15AE0D4-3768-4A9D-86C9-33FE1EC771B3}">
      <dgm:prSet/>
      <dgm:spPr/>
      <dgm:t>
        <a:bodyPr/>
        <a:lstStyle/>
        <a:p>
          <a:endParaRPr lang="en-DK"/>
        </a:p>
      </dgm:t>
    </dgm:pt>
    <dgm:pt modelId="{5282F87E-714D-4FB6-8516-5142D8F5333A}" type="sibTrans" cxnId="{C15AE0D4-3768-4A9D-86C9-33FE1EC771B3}">
      <dgm:prSet/>
      <dgm:spPr/>
      <dgm:t>
        <a:bodyPr/>
        <a:lstStyle/>
        <a:p>
          <a:endParaRPr lang="en-DK"/>
        </a:p>
      </dgm:t>
    </dgm:pt>
    <dgm:pt modelId="{1E5B65BE-1DAA-4A5B-8CD9-BB5BA7B4F1A8}">
      <dgm:prSet phldrT="[Text]" phldr="0"/>
      <dgm:spPr/>
      <dgm:t>
        <a:bodyPr/>
        <a:lstStyle/>
        <a:p>
          <a:r>
            <a:rPr lang="en-US" dirty="0"/>
            <a:t>Vat polymerization</a:t>
          </a:r>
          <a:endParaRPr lang="en-DK" dirty="0"/>
        </a:p>
      </dgm:t>
    </dgm:pt>
    <dgm:pt modelId="{C171412F-2B19-444E-B1DD-8BBD1EA552A6}" type="parTrans" cxnId="{7AE478A5-3BB0-49C6-9C9D-BAD4B80C7F43}">
      <dgm:prSet/>
      <dgm:spPr/>
      <dgm:t>
        <a:bodyPr/>
        <a:lstStyle/>
        <a:p>
          <a:endParaRPr lang="en-DK"/>
        </a:p>
      </dgm:t>
    </dgm:pt>
    <dgm:pt modelId="{3B419F3B-A8D1-4412-BDFC-AA2B7938C643}" type="sibTrans" cxnId="{7AE478A5-3BB0-49C6-9C9D-BAD4B80C7F43}">
      <dgm:prSet/>
      <dgm:spPr/>
      <dgm:t>
        <a:bodyPr/>
        <a:lstStyle/>
        <a:p>
          <a:endParaRPr lang="en-DK"/>
        </a:p>
      </dgm:t>
    </dgm:pt>
    <dgm:pt modelId="{33D64302-18E9-4A1A-BE52-892B6FDC69B0}">
      <dgm:prSet phldrT="[Text]" phldr="0"/>
      <dgm:spPr/>
      <dgm:t>
        <a:bodyPr/>
        <a:lstStyle/>
        <a:p>
          <a:r>
            <a:rPr lang="en-US" dirty="0"/>
            <a:t>Powder bed fusion</a:t>
          </a:r>
          <a:endParaRPr lang="en-DK" dirty="0"/>
        </a:p>
      </dgm:t>
    </dgm:pt>
    <dgm:pt modelId="{89F2F2E0-FFE6-4796-8E0B-B23AB2AAC747}" type="parTrans" cxnId="{1C28726A-A5DD-4A15-8FBF-418643FA70F6}">
      <dgm:prSet/>
      <dgm:spPr/>
      <dgm:t>
        <a:bodyPr/>
        <a:lstStyle/>
        <a:p>
          <a:endParaRPr lang="en-DK"/>
        </a:p>
      </dgm:t>
    </dgm:pt>
    <dgm:pt modelId="{577EEAA4-0F94-4152-B4AD-EA865CE46130}" type="sibTrans" cxnId="{1C28726A-A5DD-4A15-8FBF-418643FA70F6}">
      <dgm:prSet/>
      <dgm:spPr/>
      <dgm:t>
        <a:bodyPr/>
        <a:lstStyle/>
        <a:p>
          <a:endParaRPr lang="en-DK"/>
        </a:p>
      </dgm:t>
    </dgm:pt>
    <dgm:pt modelId="{C3065C6E-EBF3-410C-A327-0DB4FFB7FDA0}">
      <dgm:prSet phldrT="[Text]" phldr="0"/>
      <dgm:spPr/>
      <dgm:t>
        <a:bodyPr/>
        <a:lstStyle/>
        <a:p>
          <a:r>
            <a:rPr lang="en-US" dirty="0"/>
            <a:t>Binder jetting</a:t>
          </a:r>
          <a:endParaRPr lang="en-DK" dirty="0"/>
        </a:p>
      </dgm:t>
    </dgm:pt>
    <dgm:pt modelId="{DBBB2174-A4E8-4150-907E-2F39F0CFC60F}" type="parTrans" cxnId="{AAC96CE9-B277-4008-969F-2C98403C55B3}">
      <dgm:prSet/>
      <dgm:spPr/>
      <dgm:t>
        <a:bodyPr/>
        <a:lstStyle/>
        <a:p>
          <a:endParaRPr lang="en-DK"/>
        </a:p>
      </dgm:t>
    </dgm:pt>
    <dgm:pt modelId="{52EF3B3B-E0CF-43F7-AFAE-BF1115070164}" type="sibTrans" cxnId="{AAC96CE9-B277-4008-969F-2C98403C55B3}">
      <dgm:prSet/>
      <dgm:spPr/>
      <dgm:t>
        <a:bodyPr/>
        <a:lstStyle/>
        <a:p>
          <a:endParaRPr lang="en-DK"/>
        </a:p>
      </dgm:t>
    </dgm:pt>
    <dgm:pt modelId="{C8016469-18E8-4E2D-8F41-35462E3FC63E}">
      <dgm:prSet phldrT="[Text]" phldr="0"/>
      <dgm:spPr/>
      <dgm:t>
        <a:bodyPr/>
        <a:lstStyle/>
        <a:p>
          <a:r>
            <a:rPr lang="en-US"/>
            <a:t>Material extrusion</a:t>
          </a:r>
          <a:endParaRPr lang="en-DK" dirty="0"/>
        </a:p>
      </dgm:t>
    </dgm:pt>
    <dgm:pt modelId="{BB875F6D-D686-46F7-9407-98BE725B6115}" type="parTrans" cxnId="{0BFDC900-AE37-4D8C-801B-79594EBFC7A4}">
      <dgm:prSet/>
      <dgm:spPr/>
      <dgm:t>
        <a:bodyPr/>
        <a:lstStyle/>
        <a:p>
          <a:endParaRPr lang="en-DK"/>
        </a:p>
      </dgm:t>
    </dgm:pt>
    <dgm:pt modelId="{C3A14A51-5EF9-4AA6-854B-55CFA29B3A72}" type="sibTrans" cxnId="{0BFDC900-AE37-4D8C-801B-79594EBFC7A4}">
      <dgm:prSet/>
      <dgm:spPr/>
      <dgm:t>
        <a:bodyPr/>
        <a:lstStyle/>
        <a:p>
          <a:endParaRPr lang="en-DK"/>
        </a:p>
      </dgm:t>
    </dgm:pt>
    <dgm:pt modelId="{78C85D6D-2AC1-4230-96D3-B8F7E4AEB2EE}">
      <dgm:prSet phldrT="[Text]" phldr="0"/>
      <dgm:spPr/>
      <dgm:t>
        <a:bodyPr/>
        <a:lstStyle/>
        <a:p>
          <a:r>
            <a:rPr lang="en-US" dirty="0"/>
            <a:t>Fused deposition modeling</a:t>
          </a:r>
          <a:endParaRPr lang="en-DK" dirty="0"/>
        </a:p>
      </dgm:t>
    </dgm:pt>
    <dgm:pt modelId="{9FCA339D-A173-4534-AFD0-31069B40776F}" type="parTrans" cxnId="{8F8B633D-4A67-4B87-9CD7-E37324C06870}">
      <dgm:prSet/>
      <dgm:spPr/>
      <dgm:t>
        <a:bodyPr/>
        <a:lstStyle/>
        <a:p>
          <a:endParaRPr lang="en-DK"/>
        </a:p>
      </dgm:t>
    </dgm:pt>
    <dgm:pt modelId="{CADA303A-60E9-4D27-8DB5-A8E09303D8AB}" type="sibTrans" cxnId="{8F8B633D-4A67-4B87-9CD7-E37324C06870}">
      <dgm:prSet/>
      <dgm:spPr/>
      <dgm:t>
        <a:bodyPr/>
        <a:lstStyle/>
        <a:p>
          <a:endParaRPr lang="en-DK"/>
        </a:p>
      </dgm:t>
    </dgm:pt>
    <dgm:pt modelId="{3C45ED5A-A153-409A-8DF9-E1BF4E5B0C19}">
      <dgm:prSet phldrT="[Text]" phldr="0"/>
      <dgm:spPr/>
      <dgm:t>
        <a:bodyPr/>
        <a:lstStyle/>
        <a:p>
          <a:r>
            <a:rPr lang="en-US"/>
            <a:t>Direct ink writing</a:t>
          </a:r>
          <a:endParaRPr lang="en-DK" dirty="0"/>
        </a:p>
      </dgm:t>
    </dgm:pt>
    <dgm:pt modelId="{C724F964-4CD8-4FBA-A669-53F0C6A4DBC6}" type="parTrans" cxnId="{AA8EAB81-A251-49FF-8976-4265A5ABBCBE}">
      <dgm:prSet/>
      <dgm:spPr/>
      <dgm:t>
        <a:bodyPr/>
        <a:lstStyle/>
        <a:p>
          <a:endParaRPr lang="en-DK"/>
        </a:p>
      </dgm:t>
    </dgm:pt>
    <dgm:pt modelId="{E6159B3A-79DF-4F6A-BA79-36D86605AB2E}" type="sibTrans" cxnId="{AA8EAB81-A251-49FF-8976-4265A5ABBCBE}">
      <dgm:prSet/>
      <dgm:spPr/>
      <dgm:t>
        <a:bodyPr/>
        <a:lstStyle/>
        <a:p>
          <a:endParaRPr lang="en-DK"/>
        </a:p>
      </dgm:t>
    </dgm:pt>
    <dgm:pt modelId="{E55E1D4D-8130-4323-8972-C0D87AFE4F78}">
      <dgm:prSet phldrT="[Text]" phldr="0"/>
      <dgm:spPr/>
      <dgm:t>
        <a:bodyPr/>
        <a:lstStyle/>
        <a:p>
          <a:r>
            <a:rPr lang="en-US" dirty="0"/>
            <a:t>Fused granulate fabrication</a:t>
          </a:r>
          <a:endParaRPr lang="en-DK" dirty="0"/>
        </a:p>
      </dgm:t>
    </dgm:pt>
    <dgm:pt modelId="{6508BBE3-C649-472D-9091-EF0F0650B304}" type="parTrans" cxnId="{84865C2E-898B-4E8C-BA5A-B84635BD7FA7}">
      <dgm:prSet/>
      <dgm:spPr/>
      <dgm:t>
        <a:bodyPr/>
        <a:lstStyle/>
        <a:p>
          <a:endParaRPr lang="en-DK"/>
        </a:p>
      </dgm:t>
    </dgm:pt>
    <dgm:pt modelId="{C30A21A3-43D4-487A-9DC6-26A183EEE531}" type="sibTrans" cxnId="{84865C2E-898B-4E8C-BA5A-B84635BD7FA7}">
      <dgm:prSet/>
      <dgm:spPr/>
      <dgm:t>
        <a:bodyPr/>
        <a:lstStyle/>
        <a:p>
          <a:endParaRPr lang="en-DK"/>
        </a:p>
      </dgm:t>
    </dgm:pt>
    <dgm:pt modelId="{A4D1500D-E414-414D-80E6-41DC2AAB2F92}" type="pres">
      <dgm:prSet presAssocID="{6837BB10-987C-4F6A-981E-A79610785CA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8D71AAE-BD75-47A7-B389-2375321BA2D1}" type="pres">
      <dgm:prSet presAssocID="{E41CBF92-333A-4D44-8505-B24B927F8006}" presName="hierRoot1" presStyleCnt="0">
        <dgm:presLayoutVars>
          <dgm:hierBranch val="init"/>
        </dgm:presLayoutVars>
      </dgm:prSet>
      <dgm:spPr/>
    </dgm:pt>
    <dgm:pt modelId="{2B3BE654-C2FC-45F2-8788-1EB22233CF7D}" type="pres">
      <dgm:prSet presAssocID="{E41CBF92-333A-4D44-8505-B24B927F8006}" presName="rootComposite1" presStyleCnt="0"/>
      <dgm:spPr/>
    </dgm:pt>
    <dgm:pt modelId="{E9AD8690-5DAD-474D-84EC-3FECA88802A9}" type="pres">
      <dgm:prSet presAssocID="{E41CBF92-333A-4D44-8505-B24B927F8006}" presName="rootText1" presStyleLbl="node0" presStyleIdx="0" presStyleCnt="1">
        <dgm:presLayoutVars>
          <dgm:chPref val="3"/>
        </dgm:presLayoutVars>
      </dgm:prSet>
      <dgm:spPr/>
    </dgm:pt>
    <dgm:pt modelId="{DB0878A2-7F01-467E-8E10-E7D9210DD2D7}" type="pres">
      <dgm:prSet presAssocID="{E41CBF92-333A-4D44-8505-B24B927F8006}" presName="rootConnector1" presStyleLbl="node1" presStyleIdx="0" presStyleCnt="0"/>
      <dgm:spPr/>
    </dgm:pt>
    <dgm:pt modelId="{2E7F1226-8215-4892-A35D-03C6D532FD2A}" type="pres">
      <dgm:prSet presAssocID="{E41CBF92-333A-4D44-8505-B24B927F8006}" presName="hierChild2" presStyleCnt="0"/>
      <dgm:spPr/>
    </dgm:pt>
    <dgm:pt modelId="{0441DAFA-3E1B-49C2-9328-716F1FBB5025}" type="pres">
      <dgm:prSet presAssocID="{C171412F-2B19-444E-B1DD-8BBD1EA552A6}" presName="Name37" presStyleLbl="parChTrans1D2" presStyleIdx="0" presStyleCnt="4"/>
      <dgm:spPr/>
    </dgm:pt>
    <dgm:pt modelId="{E16D1E64-22A4-435A-8695-7C07F59DBEDF}" type="pres">
      <dgm:prSet presAssocID="{1E5B65BE-1DAA-4A5B-8CD9-BB5BA7B4F1A8}" presName="hierRoot2" presStyleCnt="0">
        <dgm:presLayoutVars>
          <dgm:hierBranch val="init"/>
        </dgm:presLayoutVars>
      </dgm:prSet>
      <dgm:spPr/>
    </dgm:pt>
    <dgm:pt modelId="{D6E6FECC-EEFF-45E2-A98C-9AAC495B5F56}" type="pres">
      <dgm:prSet presAssocID="{1E5B65BE-1DAA-4A5B-8CD9-BB5BA7B4F1A8}" presName="rootComposite" presStyleCnt="0"/>
      <dgm:spPr/>
    </dgm:pt>
    <dgm:pt modelId="{CF7D6F96-10C0-4899-B31B-605C6D515E09}" type="pres">
      <dgm:prSet presAssocID="{1E5B65BE-1DAA-4A5B-8CD9-BB5BA7B4F1A8}" presName="rootText" presStyleLbl="node2" presStyleIdx="0" presStyleCnt="4">
        <dgm:presLayoutVars>
          <dgm:chPref val="3"/>
        </dgm:presLayoutVars>
      </dgm:prSet>
      <dgm:spPr/>
    </dgm:pt>
    <dgm:pt modelId="{63ACC7F6-F842-458F-852A-593BE9396250}" type="pres">
      <dgm:prSet presAssocID="{1E5B65BE-1DAA-4A5B-8CD9-BB5BA7B4F1A8}" presName="rootConnector" presStyleLbl="node2" presStyleIdx="0" presStyleCnt="4"/>
      <dgm:spPr/>
    </dgm:pt>
    <dgm:pt modelId="{B2E3459F-5C46-48D5-8DF3-BEFEF72E0B00}" type="pres">
      <dgm:prSet presAssocID="{1E5B65BE-1DAA-4A5B-8CD9-BB5BA7B4F1A8}" presName="hierChild4" presStyleCnt="0"/>
      <dgm:spPr/>
    </dgm:pt>
    <dgm:pt modelId="{C85758E6-AE0F-4F75-90FD-BD28546012A9}" type="pres">
      <dgm:prSet presAssocID="{1E5B65BE-1DAA-4A5B-8CD9-BB5BA7B4F1A8}" presName="hierChild5" presStyleCnt="0"/>
      <dgm:spPr/>
    </dgm:pt>
    <dgm:pt modelId="{0F7BC1D3-C848-4ED8-BF31-BDF95EF3FCF5}" type="pres">
      <dgm:prSet presAssocID="{89F2F2E0-FFE6-4796-8E0B-B23AB2AAC747}" presName="Name37" presStyleLbl="parChTrans1D2" presStyleIdx="1" presStyleCnt="4"/>
      <dgm:spPr/>
    </dgm:pt>
    <dgm:pt modelId="{1B76FE1E-368A-42B4-817A-9C02F7AD74DB}" type="pres">
      <dgm:prSet presAssocID="{33D64302-18E9-4A1A-BE52-892B6FDC69B0}" presName="hierRoot2" presStyleCnt="0">
        <dgm:presLayoutVars>
          <dgm:hierBranch val="init"/>
        </dgm:presLayoutVars>
      </dgm:prSet>
      <dgm:spPr/>
    </dgm:pt>
    <dgm:pt modelId="{4AC51CAE-1685-4150-A694-945BC5459CBB}" type="pres">
      <dgm:prSet presAssocID="{33D64302-18E9-4A1A-BE52-892B6FDC69B0}" presName="rootComposite" presStyleCnt="0"/>
      <dgm:spPr/>
    </dgm:pt>
    <dgm:pt modelId="{871A6ED8-8A9A-480E-8365-20FD2D07CB7C}" type="pres">
      <dgm:prSet presAssocID="{33D64302-18E9-4A1A-BE52-892B6FDC69B0}" presName="rootText" presStyleLbl="node2" presStyleIdx="1" presStyleCnt="4">
        <dgm:presLayoutVars>
          <dgm:chPref val="3"/>
        </dgm:presLayoutVars>
      </dgm:prSet>
      <dgm:spPr/>
    </dgm:pt>
    <dgm:pt modelId="{C20E90A7-126F-44F8-898E-D37221F7BC07}" type="pres">
      <dgm:prSet presAssocID="{33D64302-18E9-4A1A-BE52-892B6FDC69B0}" presName="rootConnector" presStyleLbl="node2" presStyleIdx="1" presStyleCnt="4"/>
      <dgm:spPr/>
    </dgm:pt>
    <dgm:pt modelId="{7989F2A4-32BB-4A9B-84E0-8E5F80D16BA9}" type="pres">
      <dgm:prSet presAssocID="{33D64302-18E9-4A1A-BE52-892B6FDC69B0}" presName="hierChild4" presStyleCnt="0"/>
      <dgm:spPr/>
    </dgm:pt>
    <dgm:pt modelId="{6032EDF5-3564-42CB-BF7F-B21BBBDB03EF}" type="pres">
      <dgm:prSet presAssocID="{33D64302-18E9-4A1A-BE52-892B6FDC69B0}" presName="hierChild5" presStyleCnt="0"/>
      <dgm:spPr/>
    </dgm:pt>
    <dgm:pt modelId="{0BE42FF7-0C1F-41B1-8568-6C0D154F1289}" type="pres">
      <dgm:prSet presAssocID="{DBBB2174-A4E8-4150-907E-2F39F0CFC60F}" presName="Name37" presStyleLbl="parChTrans1D2" presStyleIdx="2" presStyleCnt="4"/>
      <dgm:spPr/>
    </dgm:pt>
    <dgm:pt modelId="{FF795480-3F0C-43DF-874F-4DE1A60681FA}" type="pres">
      <dgm:prSet presAssocID="{C3065C6E-EBF3-410C-A327-0DB4FFB7FDA0}" presName="hierRoot2" presStyleCnt="0">
        <dgm:presLayoutVars>
          <dgm:hierBranch val="init"/>
        </dgm:presLayoutVars>
      </dgm:prSet>
      <dgm:spPr/>
    </dgm:pt>
    <dgm:pt modelId="{8995986A-19A0-46C3-9B27-3ADB6CC823BB}" type="pres">
      <dgm:prSet presAssocID="{C3065C6E-EBF3-410C-A327-0DB4FFB7FDA0}" presName="rootComposite" presStyleCnt="0"/>
      <dgm:spPr/>
    </dgm:pt>
    <dgm:pt modelId="{CB1FE7C7-E636-467B-8529-FE2557051543}" type="pres">
      <dgm:prSet presAssocID="{C3065C6E-EBF3-410C-A327-0DB4FFB7FDA0}" presName="rootText" presStyleLbl="node2" presStyleIdx="2" presStyleCnt="4">
        <dgm:presLayoutVars>
          <dgm:chPref val="3"/>
        </dgm:presLayoutVars>
      </dgm:prSet>
      <dgm:spPr/>
    </dgm:pt>
    <dgm:pt modelId="{222E34FD-A162-4D07-97BF-62093F47E968}" type="pres">
      <dgm:prSet presAssocID="{C3065C6E-EBF3-410C-A327-0DB4FFB7FDA0}" presName="rootConnector" presStyleLbl="node2" presStyleIdx="2" presStyleCnt="4"/>
      <dgm:spPr/>
    </dgm:pt>
    <dgm:pt modelId="{B82E1E74-8948-4C65-B030-96BC7B5E36D7}" type="pres">
      <dgm:prSet presAssocID="{C3065C6E-EBF3-410C-A327-0DB4FFB7FDA0}" presName="hierChild4" presStyleCnt="0"/>
      <dgm:spPr/>
    </dgm:pt>
    <dgm:pt modelId="{B333FE3C-8C0D-4DE1-A2B5-1B00A7ABE366}" type="pres">
      <dgm:prSet presAssocID="{C3065C6E-EBF3-410C-A327-0DB4FFB7FDA0}" presName="hierChild5" presStyleCnt="0"/>
      <dgm:spPr/>
    </dgm:pt>
    <dgm:pt modelId="{C0C7BDF1-1283-4D53-9E7C-AC29A9FCEEC7}" type="pres">
      <dgm:prSet presAssocID="{BB875F6D-D686-46F7-9407-98BE725B6115}" presName="Name37" presStyleLbl="parChTrans1D2" presStyleIdx="3" presStyleCnt="4"/>
      <dgm:spPr/>
    </dgm:pt>
    <dgm:pt modelId="{41C302DC-6C17-4DB5-B629-7B92A83D41C0}" type="pres">
      <dgm:prSet presAssocID="{C8016469-18E8-4E2D-8F41-35462E3FC63E}" presName="hierRoot2" presStyleCnt="0">
        <dgm:presLayoutVars>
          <dgm:hierBranch val="init"/>
        </dgm:presLayoutVars>
      </dgm:prSet>
      <dgm:spPr/>
    </dgm:pt>
    <dgm:pt modelId="{63B2F2FE-191C-46A5-A67B-EF1864DD276F}" type="pres">
      <dgm:prSet presAssocID="{C8016469-18E8-4E2D-8F41-35462E3FC63E}" presName="rootComposite" presStyleCnt="0"/>
      <dgm:spPr/>
    </dgm:pt>
    <dgm:pt modelId="{17F839CA-601E-4CD0-ACD0-EB374AD36C4B}" type="pres">
      <dgm:prSet presAssocID="{C8016469-18E8-4E2D-8F41-35462E3FC63E}" presName="rootText" presStyleLbl="node2" presStyleIdx="3" presStyleCnt="4">
        <dgm:presLayoutVars>
          <dgm:chPref val="3"/>
        </dgm:presLayoutVars>
      </dgm:prSet>
      <dgm:spPr/>
    </dgm:pt>
    <dgm:pt modelId="{ADCCA7EF-0503-4F6F-8B1C-C7BD55FCEADC}" type="pres">
      <dgm:prSet presAssocID="{C8016469-18E8-4E2D-8F41-35462E3FC63E}" presName="rootConnector" presStyleLbl="node2" presStyleIdx="3" presStyleCnt="4"/>
      <dgm:spPr/>
    </dgm:pt>
    <dgm:pt modelId="{1DFA3550-DE96-4094-AB8E-E02EA385D84A}" type="pres">
      <dgm:prSet presAssocID="{C8016469-18E8-4E2D-8F41-35462E3FC63E}" presName="hierChild4" presStyleCnt="0"/>
      <dgm:spPr/>
    </dgm:pt>
    <dgm:pt modelId="{F73E0AAE-F99D-42A4-89DE-CACC9714C8C4}" type="pres">
      <dgm:prSet presAssocID="{9FCA339D-A173-4534-AFD0-31069B40776F}" presName="Name37" presStyleLbl="parChTrans1D3" presStyleIdx="0" presStyleCnt="3"/>
      <dgm:spPr/>
    </dgm:pt>
    <dgm:pt modelId="{82F5166A-2980-4114-B033-45A838B36035}" type="pres">
      <dgm:prSet presAssocID="{78C85D6D-2AC1-4230-96D3-B8F7E4AEB2EE}" presName="hierRoot2" presStyleCnt="0">
        <dgm:presLayoutVars>
          <dgm:hierBranch val="init"/>
        </dgm:presLayoutVars>
      </dgm:prSet>
      <dgm:spPr/>
    </dgm:pt>
    <dgm:pt modelId="{E0A95CF2-9E66-4CAA-BE15-F84B4AFB4855}" type="pres">
      <dgm:prSet presAssocID="{78C85D6D-2AC1-4230-96D3-B8F7E4AEB2EE}" presName="rootComposite" presStyleCnt="0"/>
      <dgm:spPr/>
    </dgm:pt>
    <dgm:pt modelId="{8D9D5234-8E0C-4A6E-AEC2-F5679278FC45}" type="pres">
      <dgm:prSet presAssocID="{78C85D6D-2AC1-4230-96D3-B8F7E4AEB2EE}" presName="rootText" presStyleLbl="node3" presStyleIdx="0" presStyleCnt="3">
        <dgm:presLayoutVars>
          <dgm:chPref val="3"/>
        </dgm:presLayoutVars>
      </dgm:prSet>
      <dgm:spPr/>
    </dgm:pt>
    <dgm:pt modelId="{240796CE-84FF-4E1C-8089-A3889560AC36}" type="pres">
      <dgm:prSet presAssocID="{78C85D6D-2AC1-4230-96D3-B8F7E4AEB2EE}" presName="rootConnector" presStyleLbl="node3" presStyleIdx="0" presStyleCnt="3"/>
      <dgm:spPr/>
    </dgm:pt>
    <dgm:pt modelId="{F54DAC1F-796B-477E-88E1-39C080BF9A36}" type="pres">
      <dgm:prSet presAssocID="{78C85D6D-2AC1-4230-96D3-B8F7E4AEB2EE}" presName="hierChild4" presStyleCnt="0"/>
      <dgm:spPr/>
    </dgm:pt>
    <dgm:pt modelId="{B5A467ED-84DC-4F60-B4AF-F8C40BB44227}" type="pres">
      <dgm:prSet presAssocID="{78C85D6D-2AC1-4230-96D3-B8F7E4AEB2EE}" presName="hierChild5" presStyleCnt="0"/>
      <dgm:spPr/>
    </dgm:pt>
    <dgm:pt modelId="{46E7579F-6DD0-400E-ADBE-E626749C776F}" type="pres">
      <dgm:prSet presAssocID="{C724F964-4CD8-4FBA-A669-53F0C6A4DBC6}" presName="Name37" presStyleLbl="parChTrans1D3" presStyleIdx="1" presStyleCnt="3"/>
      <dgm:spPr/>
    </dgm:pt>
    <dgm:pt modelId="{CC62BA39-093E-4C91-88A8-26FBDAE110B7}" type="pres">
      <dgm:prSet presAssocID="{3C45ED5A-A153-409A-8DF9-E1BF4E5B0C19}" presName="hierRoot2" presStyleCnt="0">
        <dgm:presLayoutVars>
          <dgm:hierBranch val="init"/>
        </dgm:presLayoutVars>
      </dgm:prSet>
      <dgm:spPr/>
    </dgm:pt>
    <dgm:pt modelId="{AB823C65-E98A-4ECB-8769-7AF00E335EE5}" type="pres">
      <dgm:prSet presAssocID="{3C45ED5A-A153-409A-8DF9-E1BF4E5B0C19}" presName="rootComposite" presStyleCnt="0"/>
      <dgm:spPr/>
    </dgm:pt>
    <dgm:pt modelId="{2E4C9DF0-5B10-4844-A70F-01E45CC6FABD}" type="pres">
      <dgm:prSet presAssocID="{3C45ED5A-A153-409A-8DF9-E1BF4E5B0C19}" presName="rootText" presStyleLbl="node3" presStyleIdx="1" presStyleCnt="3">
        <dgm:presLayoutVars>
          <dgm:chPref val="3"/>
        </dgm:presLayoutVars>
      </dgm:prSet>
      <dgm:spPr/>
    </dgm:pt>
    <dgm:pt modelId="{DF6C6975-83E5-4391-A4EC-0AD7C0A1FD45}" type="pres">
      <dgm:prSet presAssocID="{3C45ED5A-A153-409A-8DF9-E1BF4E5B0C19}" presName="rootConnector" presStyleLbl="node3" presStyleIdx="1" presStyleCnt="3"/>
      <dgm:spPr/>
    </dgm:pt>
    <dgm:pt modelId="{55768FFE-F474-44D2-B7EC-35FE4BE3F75C}" type="pres">
      <dgm:prSet presAssocID="{3C45ED5A-A153-409A-8DF9-E1BF4E5B0C19}" presName="hierChild4" presStyleCnt="0"/>
      <dgm:spPr/>
    </dgm:pt>
    <dgm:pt modelId="{82CC3FF0-E427-4791-87DC-BB7ED080552C}" type="pres">
      <dgm:prSet presAssocID="{3C45ED5A-A153-409A-8DF9-E1BF4E5B0C19}" presName="hierChild5" presStyleCnt="0"/>
      <dgm:spPr/>
    </dgm:pt>
    <dgm:pt modelId="{EB901FBC-406D-49A9-9299-174F089F6931}" type="pres">
      <dgm:prSet presAssocID="{6508BBE3-C649-472D-9091-EF0F0650B304}" presName="Name37" presStyleLbl="parChTrans1D3" presStyleIdx="2" presStyleCnt="3"/>
      <dgm:spPr/>
    </dgm:pt>
    <dgm:pt modelId="{115234B8-599F-431A-B238-B3103623F5A8}" type="pres">
      <dgm:prSet presAssocID="{E55E1D4D-8130-4323-8972-C0D87AFE4F78}" presName="hierRoot2" presStyleCnt="0">
        <dgm:presLayoutVars>
          <dgm:hierBranch val="init"/>
        </dgm:presLayoutVars>
      </dgm:prSet>
      <dgm:spPr/>
    </dgm:pt>
    <dgm:pt modelId="{FC5E53A2-06F9-43A8-A1CF-B955130F1022}" type="pres">
      <dgm:prSet presAssocID="{E55E1D4D-8130-4323-8972-C0D87AFE4F78}" presName="rootComposite" presStyleCnt="0"/>
      <dgm:spPr/>
    </dgm:pt>
    <dgm:pt modelId="{3D326CBC-754A-4891-8CBB-52CAE366C635}" type="pres">
      <dgm:prSet presAssocID="{E55E1D4D-8130-4323-8972-C0D87AFE4F78}" presName="rootText" presStyleLbl="node3" presStyleIdx="2" presStyleCnt="3">
        <dgm:presLayoutVars>
          <dgm:chPref val="3"/>
        </dgm:presLayoutVars>
      </dgm:prSet>
      <dgm:spPr/>
    </dgm:pt>
    <dgm:pt modelId="{1D50F4E1-4745-4061-B0E9-61CA71EF6C60}" type="pres">
      <dgm:prSet presAssocID="{E55E1D4D-8130-4323-8972-C0D87AFE4F78}" presName="rootConnector" presStyleLbl="node3" presStyleIdx="2" presStyleCnt="3"/>
      <dgm:spPr/>
    </dgm:pt>
    <dgm:pt modelId="{5566E246-E3C0-449A-BD4E-0271E6FC4315}" type="pres">
      <dgm:prSet presAssocID="{E55E1D4D-8130-4323-8972-C0D87AFE4F78}" presName="hierChild4" presStyleCnt="0"/>
      <dgm:spPr/>
    </dgm:pt>
    <dgm:pt modelId="{41AF8C94-E0D9-44CB-BDC4-1A39001D1084}" type="pres">
      <dgm:prSet presAssocID="{E55E1D4D-8130-4323-8972-C0D87AFE4F78}" presName="hierChild5" presStyleCnt="0"/>
      <dgm:spPr/>
    </dgm:pt>
    <dgm:pt modelId="{56216A17-16CC-42A6-A59B-740465FC16BA}" type="pres">
      <dgm:prSet presAssocID="{C8016469-18E8-4E2D-8F41-35462E3FC63E}" presName="hierChild5" presStyleCnt="0"/>
      <dgm:spPr/>
    </dgm:pt>
    <dgm:pt modelId="{C1F317DA-546F-4085-B913-3101495D36C2}" type="pres">
      <dgm:prSet presAssocID="{E41CBF92-333A-4D44-8505-B24B927F8006}" presName="hierChild3" presStyleCnt="0"/>
      <dgm:spPr/>
    </dgm:pt>
  </dgm:ptLst>
  <dgm:cxnLst>
    <dgm:cxn modelId="{0BFDC900-AE37-4D8C-801B-79594EBFC7A4}" srcId="{E41CBF92-333A-4D44-8505-B24B927F8006}" destId="{C8016469-18E8-4E2D-8F41-35462E3FC63E}" srcOrd="3" destOrd="0" parTransId="{BB875F6D-D686-46F7-9407-98BE725B6115}" sibTransId="{C3A14A51-5EF9-4AA6-854B-55CFA29B3A72}"/>
    <dgm:cxn modelId="{7086D805-5307-4A34-8D15-EBBAAFDA9095}" type="presOf" srcId="{3C45ED5A-A153-409A-8DF9-E1BF4E5B0C19}" destId="{DF6C6975-83E5-4391-A4EC-0AD7C0A1FD45}" srcOrd="1" destOrd="0" presId="urn:microsoft.com/office/officeart/2005/8/layout/orgChart1"/>
    <dgm:cxn modelId="{F4512221-DA0B-4F77-A05B-8B9CD5187396}" type="presOf" srcId="{BB875F6D-D686-46F7-9407-98BE725B6115}" destId="{C0C7BDF1-1283-4D53-9E7C-AC29A9FCEEC7}" srcOrd="0" destOrd="0" presId="urn:microsoft.com/office/officeart/2005/8/layout/orgChart1"/>
    <dgm:cxn modelId="{7A3D7127-1665-477B-8D94-E68E64756BD3}" type="presOf" srcId="{C8016469-18E8-4E2D-8F41-35462E3FC63E}" destId="{ADCCA7EF-0503-4F6F-8B1C-C7BD55FCEADC}" srcOrd="1" destOrd="0" presId="urn:microsoft.com/office/officeart/2005/8/layout/orgChart1"/>
    <dgm:cxn modelId="{1C75DA2A-81ED-450B-843B-45BABE2D0A24}" type="presOf" srcId="{9FCA339D-A173-4534-AFD0-31069B40776F}" destId="{F73E0AAE-F99D-42A4-89DE-CACC9714C8C4}" srcOrd="0" destOrd="0" presId="urn:microsoft.com/office/officeart/2005/8/layout/orgChart1"/>
    <dgm:cxn modelId="{84865C2E-898B-4E8C-BA5A-B84635BD7FA7}" srcId="{C8016469-18E8-4E2D-8F41-35462E3FC63E}" destId="{E55E1D4D-8130-4323-8972-C0D87AFE4F78}" srcOrd="2" destOrd="0" parTransId="{6508BBE3-C649-472D-9091-EF0F0650B304}" sibTransId="{C30A21A3-43D4-487A-9DC6-26A183EEE531}"/>
    <dgm:cxn modelId="{E1E32131-6D38-4399-BDC4-B58462580BE4}" type="presOf" srcId="{33D64302-18E9-4A1A-BE52-892B6FDC69B0}" destId="{C20E90A7-126F-44F8-898E-D37221F7BC07}" srcOrd="1" destOrd="0" presId="urn:microsoft.com/office/officeart/2005/8/layout/orgChart1"/>
    <dgm:cxn modelId="{3CAA0932-F731-419B-8282-861FBB61BAB7}" type="presOf" srcId="{89F2F2E0-FFE6-4796-8E0B-B23AB2AAC747}" destId="{0F7BC1D3-C848-4ED8-BF31-BDF95EF3FCF5}" srcOrd="0" destOrd="0" presId="urn:microsoft.com/office/officeart/2005/8/layout/orgChart1"/>
    <dgm:cxn modelId="{8F8B633D-4A67-4B87-9CD7-E37324C06870}" srcId="{C8016469-18E8-4E2D-8F41-35462E3FC63E}" destId="{78C85D6D-2AC1-4230-96D3-B8F7E4AEB2EE}" srcOrd="0" destOrd="0" parTransId="{9FCA339D-A173-4534-AFD0-31069B40776F}" sibTransId="{CADA303A-60E9-4D27-8DB5-A8E09303D8AB}"/>
    <dgm:cxn modelId="{07F5DE61-E517-4DF9-8CB4-A68EE1C8B05E}" type="presOf" srcId="{E55E1D4D-8130-4323-8972-C0D87AFE4F78}" destId="{1D50F4E1-4745-4061-B0E9-61CA71EF6C60}" srcOrd="1" destOrd="0" presId="urn:microsoft.com/office/officeart/2005/8/layout/orgChart1"/>
    <dgm:cxn modelId="{3268A269-A01D-4C4E-AFA7-2243E0A3E77F}" type="presOf" srcId="{E41CBF92-333A-4D44-8505-B24B927F8006}" destId="{E9AD8690-5DAD-474D-84EC-3FECA88802A9}" srcOrd="0" destOrd="0" presId="urn:microsoft.com/office/officeart/2005/8/layout/orgChart1"/>
    <dgm:cxn modelId="{1C28726A-A5DD-4A15-8FBF-418643FA70F6}" srcId="{E41CBF92-333A-4D44-8505-B24B927F8006}" destId="{33D64302-18E9-4A1A-BE52-892B6FDC69B0}" srcOrd="1" destOrd="0" parTransId="{89F2F2E0-FFE6-4796-8E0B-B23AB2AAC747}" sibTransId="{577EEAA4-0F94-4152-B4AD-EA865CE46130}"/>
    <dgm:cxn modelId="{C457E74A-DC7A-4E76-B328-0F39405CB337}" type="presOf" srcId="{E55E1D4D-8130-4323-8972-C0D87AFE4F78}" destId="{3D326CBC-754A-4891-8CBB-52CAE366C635}" srcOrd="0" destOrd="0" presId="urn:microsoft.com/office/officeart/2005/8/layout/orgChart1"/>
    <dgm:cxn modelId="{086ED96C-3FFE-4BF7-911F-BE45A2557DF9}" type="presOf" srcId="{1E5B65BE-1DAA-4A5B-8CD9-BB5BA7B4F1A8}" destId="{63ACC7F6-F842-458F-852A-593BE9396250}" srcOrd="1" destOrd="0" presId="urn:microsoft.com/office/officeart/2005/8/layout/orgChart1"/>
    <dgm:cxn modelId="{581BD156-391E-482D-ABCF-8258403DF031}" type="presOf" srcId="{C171412F-2B19-444E-B1DD-8BBD1EA552A6}" destId="{0441DAFA-3E1B-49C2-9328-716F1FBB5025}" srcOrd="0" destOrd="0" presId="urn:microsoft.com/office/officeart/2005/8/layout/orgChart1"/>
    <dgm:cxn modelId="{EE836C7A-F2B3-44F7-99F6-696715D7EB1B}" type="presOf" srcId="{1E5B65BE-1DAA-4A5B-8CD9-BB5BA7B4F1A8}" destId="{CF7D6F96-10C0-4899-B31B-605C6D515E09}" srcOrd="0" destOrd="0" presId="urn:microsoft.com/office/officeart/2005/8/layout/orgChart1"/>
    <dgm:cxn modelId="{AA8EAB81-A251-49FF-8976-4265A5ABBCBE}" srcId="{C8016469-18E8-4E2D-8F41-35462E3FC63E}" destId="{3C45ED5A-A153-409A-8DF9-E1BF4E5B0C19}" srcOrd="1" destOrd="0" parTransId="{C724F964-4CD8-4FBA-A669-53F0C6A4DBC6}" sibTransId="{E6159B3A-79DF-4F6A-BA79-36D86605AB2E}"/>
    <dgm:cxn modelId="{9AB7D18A-7578-4559-B971-51B80845BC7C}" type="presOf" srcId="{C8016469-18E8-4E2D-8F41-35462E3FC63E}" destId="{17F839CA-601E-4CD0-ACD0-EB374AD36C4B}" srcOrd="0" destOrd="0" presId="urn:microsoft.com/office/officeart/2005/8/layout/orgChart1"/>
    <dgm:cxn modelId="{D94CF18E-6922-4048-97C7-5422BA671F7A}" type="presOf" srcId="{33D64302-18E9-4A1A-BE52-892B6FDC69B0}" destId="{871A6ED8-8A9A-480E-8365-20FD2D07CB7C}" srcOrd="0" destOrd="0" presId="urn:microsoft.com/office/officeart/2005/8/layout/orgChart1"/>
    <dgm:cxn modelId="{490FF298-AAB2-424E-87E2-069174A1524E}" type="presOf" srcId="{78C85D6D-2AC1-4230-96D3-B8F7E4AEB2EE}" destId="{8D9D5234-8E0C-4A6E-AEC2-F5679278FC45}" srcOrd="0" destOrd="0" presId="urn:microsoft.com/office/officeart/2005/8/layout/orgChart1"/>
    <dgm:cxn modelId="{0A40D29A-D6E1-4B04-A80B-1C3013499001}" type="presOf" srcId="{C3065C6E-EBF3-410C-A327-0DB4FFB7FDA0}" destId="{222E34FD-A162-4D07-97BF-62093F47E968}" srcOrd="1" destOrd="0" presId="urn:microsoft.com/office/officeart/2005/8/layout/orgChart1"/>
    <dgm:cxn modelId="{E7CCD99A-AFC4-471C-BCED-6A03D7CF55DD}" type="presOf" srcId="{6837BB10-987C-4F6A-981E-A79610785CAB}" destId="{A4D1500D-E414-414D-80E6-41DC2AAB2F92}" srcOrd="0" destOrd="0" presId="urn:microsoft.com/office/officeart/2005/8/layout/orgChart1"/>
    <dgm:cxn modelId="{540BAB9B-B16B-4C0C-AF0B-AD8B7402F992}" type="presOf" srcId="{C3065C6E-EBF3-410C-A327-0DB4FFB7FDA0}" destId="{CB1FE7C7-E636-467B-8529-FE2557051543}" srcOrd="0" destOrd="0" presId="urn:microsoft.com/office/officeart/2005/8/layout/orgChart1"/>
    <dgm:cxn modelId="{7AE478A5-3BB0-49C6-9C9D-BAD4B80C7F43}" srcId="{E41CBF92-333A-4D44-8505-B24B927F8006}" destId="{1E5B65BE-1DAA-4A5B-8CD9-BB5BA7B4F1A8}" srcOrd="0" destOrd="0" parTransId="{C171412F-2B19-444E-B1DD-8BBD1EA552A6}" sibTransId="{3B419F3B-A8D1-4412-BDFC-AA2B7938C643}"/>
    <dgm:cxn modelId="{980E27BA-59C3-4236-96D5-43B1EBE5EB6B}" type="presOf" srcId="{6508BBE3-C649-472D-9091-EF0F0650B304}" destId="{EB901FBC-406D-49A9-9299-174F089F6931}" srcOrd="0" destOrd="0" presId="urn:microsoft.com/office/officeart/2005/8/layout/orgChart1"/>
    <dgm:cxn modelId="{DF8D19D2-3237-4F11-A32F-BA6811CCFC94}" type="presOf" srcId="{DBBB2174-A4E8-4150-907E-2F39F0CFC60F}" destId="{0BE42FF7-0C1F-41B1-8568-6C0D154F1289}" srcOrd="0" destOrd="0" presId="urn:microsoft.com/office/officeart/2005/8/layout/orgChart1"/>
    <dgm:cxn modelId="{C15AE0D4-3768-4A9D-86C9-33FE1EC771B3}" srcId="{6837BB10-987C-4F6A-981E-A79610785CAB}" destId="{E41CBF92-333A-4D44-8505-B24B927F8006}" srcOrd="0" destOrd="0" parTransId="{F4DBBA38-2827-4778-9471-1ABCAB1A883B}" sibTransId="{5282F87E-714D-4FB6-8516-5142D8F5333A}"/>
    <dgm:cxn modelId="{CFE745E7-C3DE-4FB5-A59D-53FE529D4A95}" type="presOf" srcId="{E41CBF92-333A-4D44-8505-B24B927F8006}" destId="{DB0878A2-7F01-467E-8E10-E7D9210DD2D7}" srcOrd="1" destOrd="0" presId="urn:microsoft.com/office/officeart/2005/8/layout/orgChart1"/>
    <dgm:cxn modelId="{D16FF0E8-E736-4742-80F1-E479A14E94E4}" type="presOf" srcId="{78C85D6D-2AC1-4230-96D3-B8F7E4AEB2EE}" destId="{240796CE-84FF-4E1C-8089-A3889560AC36}" srcOrd="1" destOrd="0" presId="urn:microsoft.com/office/officeart/2005/8/layout/orgChart1"/>
    <dgm:cxn modelId="{AAC96CE9-B277-4008-969F-2C98403C55B3}" srcId="{E41CBF92-333A-4D44-8505-B24B927F8006}" destId="{C3065C6E-EBF3-410C-A327-0DB4FFB7FDA0}" srcOrd="2" destOrd="0" parTransId="{DBBB2174-A4E8-4150-907E-2F39F0CFC60F}" sibTransId="{52EF3B3B-E0CF-43F7-AFAE-BF1115070164}"/>
    <dgm:cxn modelId="{08C955E9-447E-4275-A8E4-4E4B14C7CE1C}" type="presOf" srcId="{3C45ED5A-A153-409A-8DF9-E1BF4E5B0C19}" destId="{2E4C9DF0-5B10-4844-A70F-01E45CC6FABD}" srcOrd="0" destOrd="0" presId="urn:microsoft.com/office/officeart/2005/8/layout/orgChart1"/>
    <dgm:cxn modelId="{A419BEEF-2806-4460-BBB0-EEEC8060BD03}" type="presOf" srcId="{C724F964-4CD8-4FBA-A669-53F0C6A4DBC6}" destId="{46E7579F-6DD0-400E-ADBE-E626749C776F}" srcOrd="0" destOrd="0" presId="urn:microsoft.com/office/officeart/2005/8/layout/orgChart1"/>
    <dgm:cxn modelId="{89A2E0D1-E7CF-4AE6-B010-069E5324CE15}" type="presParOf" srcId="{A4D1500D-E414-414D-80E6-41DC2AAB2F92}" destId="{58D71AAE-BD75-47A7-B389-2375321BA2D1}" srcOrd="0" destOrd="0" presId="urn:microsoft.com/office/officeart/2005/8/layout/orgChart1"/>
    <dgm:cxn modelId="{D3F6AFB6-D5D4-4985-A84C-262029A1862B}" type="presParOf" srcId="{58D71AAE-BD75-47A7-B389-2375321BA2D1}" destId="{2B3BE654-C2FC-45F2-8788-1EB22233CF7D}" srcOrd="0" destOrd="0" presId="urn:microsoft.com/office/officeart/2005/8/layout/orgChart1"/>
    <dgm:cxn modelId="{1885EFA5-E043-428C-99A8-3630D706172D}" type="presParOf" srcId="{2B3BE654-C2FC-45F2-8788-1EB22233CF7D}" destId="{E9AD8690-5DAD-474D-84EC-3FECA88802A9}" srcOrd="0" destOrd="0" presId="urn:microsoft.com/office/officeart/2005/8/layout/orgChart1"/>
    <dgm:cxn modelId="{3D9516F0-D18A-4D36-BFC6-6455F9E9CA99}" type="presParOf" srcId="{2B3BE654-C2FC-45F2-8788-1EB22233CF7D}" destId="{DB0878A2-7F01-467E-8E10-E7D9210DD2D7}" srcOrd="1" destOrd="0" presId="urn:microsoft.com/office/officeart/2005/8/layout/orgChart1"/>
    <dgm:cxn modelId="{6F244C87-11C3-4E7B-AC1D-BC53B089A426}" type="presParOf" srcId="{58D71AAE-BD75-47A7-B389-2375321BA2D1}" destId="{2E7F1226-8215-4892-A35D-03C6D532FD2A}" srcOrd="1" destOrd="0" presId="urn:microsoft.com/office/officeart/2005/8/layout/orgChart1"/>
    <dgm:cxn modelId="{AE80AD5B-E594-4C8F-B462-367CA35A1F28}" type="presParOf" srcId="{2E7F1226-8215-4892-A35D-03C6D532FD2A}" destId="{0441DAFA-3E1B-49C2-9328-716F1FBB5025}" srcOrd="0" destOrd="0" presId="urn:microsoft.com/office/officeart/2005/8/layout/orgChart1"/>
    <dgm:cxn modelId="{1115EC85-6B0D-49AD-8AF2-7078471477E9}" type="presParOf" srcId="{2E7F1226-8215-4892-A35D-03C6D532FD2A}" destId="{E16D1E64-22A4-435A-8695-7C07F59DBEDF}" srcOrd="1" destOrd="0" presId="urn:microsoft.com/office/officeart/2005/8/layout/orgChart1"/>
    <dgm:cxn modelId="{8EC75438-F971-4D80-97A5-AEC23586ADCB}" type="presParOf" srcId="{E16D1E64-22A4-435A-8695-7C07F59DBEDF}" destId="{D6E6FECC-EEFF-45E2-A98C-9AAC495B5F56}" srcOrd="0" destOrd="0" presId="urn:microsoft.com/office/officeart/2005/8/layout/orgChart1"/>
    <dgm:cxn modelId="{09FB1F48-E789-4FD9-8254-648BBB07F1BE}" type="presParOf" srcId="{D6E6FECC-EEFF-45E2-A98C-9AAC495B5F56}" destId="{CF7D6F96-10C0-4899-B31B-605C6D515E09}" srcOrd="0" destOrd="0" presId="urn:microsoft.com/office/officeart/2005/8/layout/orgChart1"/>
    <dgm:cxn modelId="{D0ABDD7F-F77B-4ADF-9246-94F783B628FC}" type="presParOf" srcId="{D6E6FECC-EEFF-45E2-A98C-9AAC495B5F56}" destId="{63ACC7F6-F842-458F-852A-593BE9396250}" srcOrd="1" destOrd="0" presId="urn:microsoft.com/office/officeart/2005/8/layout/orgChart1"/>
    <dgm:cxn modelId="{9F84A082-CCAE-45E9-96D2-6D12F9686135}" type="presParOf" srcId="{E16D1E64-22A4-435A-8695-7C07F59DBEDF}" destId="{B2E3459F-5C46-48D5-8DF3-BEFEF72E0B00}" srcOrd="1" destOrd="0" presId="urn:microsoft.com/office/officeart/2005/8/layout/orgChart1"/>
    <dgm:cxn modelId="{0D2FDAA8-C948-4985-9114-44673E734245}" type="presParOf" srcId="{E16D1E64-22A4-435A-8695-7C07F59DBEDF}" destId="{C85758E6-AE0F-4F75-90FD-BD28546012A9}" srcOrd="2" destOrd="0" presId="urn:microsoft.com/office/officeart/2005/8/layout/orgChart1"/>
    <dgm:cxn modelId="{793B097F-27D7-4E83-97A3-56EF1ABBECC4}" type="presParOf" srcId="{2E7F1226-8215-4892-A35D-03C6D532FD2A}" destId="{0F7BC1D3-C848-4ED8-BF31-BDF95EF3FCF5}" srcOrd="2" destOrd="0" presId="urn:microsoft.com/office/officeart/2005/8/layout/orgChart1"/>
    <dgm:cxn modelId="{171C9156-BAD9-4F32-A2B8-AB5F0B7229BC}" type="presParOf" srcId="{2E7F1226-8215-4892-A35D-03C6D532FD2A}" destId="{1B76FE1E-368A-42B4-817A-9C02F7AD74DB}" srcOrd="3" destOrd="0" presId="urn:microsoft.com/office/officeart/2005/8/layout/orgChart1"/>
    <dgm:cxn modelId="{386DD91D-0E00-407C-ADC4-2DADF1967FC9}" type="presParOf" srcId="{1B76FE1E-368A-42B4-817A-9C02F7AD74DB}" destId="{4AC51CAE-1685-4150-A694-945BC5459CBB}" srcOrd="0" destOrd="0" presId="urn:microsoft.com/office/officeart/2005/8/layout/orgChart1"/>
    <dgm:cxn modelId="{A892E2C8-50F9-4375-9A8A-8A9A7F9421D8}" type="presParOf" srcId="{4AC51CAE-1685-4150-A694-945BC5459CBB}" destId="{871A6ED8-8A9A-480E-8365-20FD2D07CB7C}" srcOrd="0" destOrd="0" presId="urn:microsoft.com/office/officeart/2005/8/layout/orgChart1"/>
    <dgm:cxn modelId="{D3FB02B8-CB5C-4806-BC01-6CF47F0316FB}" type="presParOf" srcId="{4AC51CAE-1685-4150-A694-945BC5459CBB}" destId="{C20E90A7-126F-44F8-898E-D37221F7BC07}" srcOrd="1" destOrd="0" presId="urn:microsoft.com/office/officeart/2005/8/layout/orgChart1"/>
    <dgm:cxn modelId="{D85F10AD-8A84-4C64-BE97-A1120BD12042}" type="presParOf" srcId="{1B76FE1E-368A-42B4-817A-9C02F7AD74DB}" destId="{7989F2A4-32BB-4A9B-84E0-8E5F80D16BA9}" srcOrd="1" destOrd="0" presId="urn:microsoft.com/office/officeart/2005/8/layout/orgChart1"/>
    <dgm:cxn modelId="{B378B7FE-9F40-41C5-9131-2DFA40E885AE}" type="presParOf" srcId="{1B76FE1E-368A-42B4-817A-9C02F7AD74DB}" destId="{6032EDF5-3564-42CB-BF7F-B21BBBDB03EF}" srcOrd="2" destOrd="0" presId="urn:microsoft.com/office/officeart/2005/8/layout/orgChart1"/>
    <dgm:cxn modelId="{C5B87B15-8144-4C2A-970E-85C1BCC79851}" type="presParOf" srcId="{2E7F1226-8215-4892-A35D-03C6D532FD2A}" destId="{0BE42FF7-0C1F-41B1-8568-6C0D154F1289}" srcOrd="4" destOrd="0" presId="urn:microsoft.com/office/officeart/2005/8/layout/orgChart1"/>
    <dgm:cxn modelId="{7467CE5A-2794-4730-BCBA-73984C1E9298}" type="presParOf" srcId="{2E7F1226-8215-4892-A35D-03C6D532FD2A}" destId="{FF795480-3F0C-43DF-874F-4DE1A60681FA}" srcOrd="5" destOrd="0" presId="urn:microsoft.com/office/officeart/2005/8/layout/orgChart1"/>
    <dgm:cxn modelId="{3C6E287E-7872-4DEA-BBF0-19D8860A9FD5}" type="presParOf" srcId="{FF795480-3F0C-43DF-874F-4DE1A60681FA}" destId="{8995986A-19A0-46C3-9B27-3ADB6CC823BB}" srcOrd="0" destOrd="0" presId="urn:microsoft.com/office/officeart/2005/8/layout/orgChart1"/>
    <dgm:cxn modelId="{3967E0B2-FCF7-4A37-998F-148DFE8DBD72}" type="presParOf" srcId="{8995986A-19A0-46C3-9B27-3ADB6CC823BB}" destId="{CB1FE7C7-E636-467B-8529-FE2557051543}" srcOrd="0" destOrd="0" presId="urn:microsoft.com/office/officeart/2005/8/layout/orgChart1"/>
    <dgm:cxn modelId="{37BFD686-3043-450A-8930-EA32E2A634AC}" type="presParOf" srcId="{8995986A-19A0-46C3-9B27-3ADB6CC823BB}" destId="{222E34FD-A162-4D07-97BF-62093F47E968}" srcOrd="1" destOrd="0" presId="urn:microsoft.com/office/officeart/2005/8/layout/orgChart1"/>
    <dgm:cxn modelId="{3D8096DC-F9C2-49ED-AB60-15E3A016338C}" type="presParOf" srcId="{FF795480-3F0C-43DF-874F-4DE1A60681FA}" destId="{B82E1E74-8948-4C65-B030-96BC7B5E36D7}" srcOrd="1" destOrd="0" presId="urn:microsoft.com/office/officeart/2005/8/layout/orgChart1"/>
    <dgm:cxn modelId="{A03C553C-50B2-4ED5-88D5-C31583912128}" type="presParOf" srcId="{FF795480-3F0C-43DF-874F-4DE1A60681FA}" destId="{B333FE3C-8C0D-4DE1-A2B5-1B00A7ABE366}" srcOrd="2" destOrd="0" presId="urn:microsoft.com/office/officeart/2005/8/layout/orgChart1"/>
    <dgm:cxn modelId="{DFFCD06A-3094-4BF3-8D14-F9C17E7AA422}" type="presParOf" srcId="{2E7F1226-8215-4892-A35D-03C6D532FD2A}" destId="{C0C7BDF1-1283-4D53-9E7C-AC29A9FCEEC7}" srcOrd="6" destOrd="0" presId="urn:microsoft.com/office/officeart/2005/8/layout/orgChart1"/>
    <dgm:cxn modelId="{389EEC7C-DE4E-4475-93D7-FE9F0BA71B0C}" type="presParOf" srcId="{2E7F1226-8215-4892-A35D-03C6D532FD2A}" destId="{41C302DC-6C17-4DB5-B629-7B92A83D41C0}" srcOrd="7" destOrd="0" presId="urn:microsoft.com/office/officeart/2005/8/layout/orgChart1"/>
    <dgm:cxn modelId="{AA243268-6ACD-4FB6-B050-9FBFB8FD8DBD}" type="presParOf" srcId="{41C302DC-6C17-4DB5-B629-7B92A83D41C0}" destId="{63B2F2FE-191C-46A5-A67B-EF1864DD276F}" srcOrd="0" destOrd="0" presId="urn:microsoft.com/office/officeart/2005/8/layout/orgChart1"/>
    <dgm:cxn modelId="{5E01284C-12C6-436B-9970-DD88C7E05192}" type="presParOf" srcId="{63B2F2FE-191C-46A5-A67B-EF1864DD276F}" destId="{17F839CA-601E-4CD0-ACD0-EB374AD36C4B}" srcOrd="0" destOrd="0" presId="urn:microsoft.com/office/officeart/2005/8/layout/orgChart1"/>
    <dgm:cxn modelId="{98BCCA75-981D-4F98-83C0-2954845005CC}" type="presParOf" srcId="{63B2F2FE-191C-46A5-A67B-EF1864DD276F}" destId="{ADCCA7EF-0503-4F6F-8B1C-C7BD55FCEADC}" srcOrd="1" destOrd="0" presId="urn:microsoft.com/office/officeart/2005/8/layout/orgChart1"/>
    <dgm:cxn modelId="{E38BE6A3-8ED8-4C3D-8854-4C9BB231E73B}" type="presParOf" srcId="{41C302DC-6C17-4DB5-B629-7B92A83D41C0}" destId="{1DFA3550-DE96-4094-AB8E-E02EA385D84A}" srcOrd="1" destOrd="0" presId="urn:microsoft.com/office/officeart/2005/8/layout/orgChart1"/>
    <dgm:cxn modelId="{2310481B-AD7D-4CA7-9AE1-8F0CD84D75C2}" type="presParOf" srcId="{1DFA3550-DE96-4094-AB8E-E02EA385D84A}" destId="{F73E0AAE-F99D-42A4-89DE-CACC9714C8C4}" srcOrd="0" destOrd="0" presId="urn:microsoft.com/office/officeart/2005/8/layout/orgChart1"/>
    <dgm:cxn modelId="{82DB1A6F-5A73-4EC1-ABCC-F691D3BD24C5}" type="presParOf" srcId="{1DFA3550-DE96-4094-AB8E-E02EA385D84A}" destId="{82F5166A-2980-4114-B033-45A838B36035}" srcOrd="1" destOrd="0" presId="urn:microsoft.com/office/officeart/2005/8/layout/orgChart1"/>
    <dgm:cxn modelId="{C02FD34C-B358-4066-B569-69E014ABA431}" type="presParOf" srcId="{82F5166A-2980-4114-B033-45A838B36035}" destId="{E0A95CF2-9E66-4CAA-BE15-F84B4AFB4855}" srcOrd="0" destOrd="0" presId="urn:microsoft.com/office/officeart/2005/8/layout/orgChart1"/>
    <dgm:cxn modelId="{CD7EB8AF-8BCC-429A-BC3B-7FF59AF1989E}" type="presParOf" srcId="{E0A95CF2-9E66-4CAA-BE15-F84B4AFB4855}" destId="{8D9D5234-8E0C-4A6E-AEC2-F5679278FC45}" srcOrd="0" destOrd="0" presId="urn:microsoft.com/office/officeart/2005/8/layout/orgChart1"/>
    <dgm:cxn modelId="{321F5A8F-B07B-429F-9B5B-D24C6535C5AF}" type="presParOf" srcId="{E0A95CF2-9E66-4CAA-BE15-F84B4AFB4855}" destId="{240796CE-84FF-4E1C-8089-A3889560AC36}" srcOrd="1" destOrd="0" presId="urn:microsoft.com/office/officeart/2005/8/layout/orgChart1"/>
    <dgm:cxn modelId="{D983F770-B60A-4D55-8F54-08C171486D33}" type="presParOf" srcId="{82F5166A-2980-4114-B033-45A838B36035}" destId="{F54DAC1F-796B-477E-88E1-39C080BF9A36}" srcOrd="1" destOrd="0" presId="urn:microsoft.com/office/officeart/2005/8/layout/orgChart1"/>
    <dgm:cxn modelId="{E5BFA486-98DC-4835-B051-C260F7E40860}" type="presParOf" srcId="{82F5166A-2980-4114-B033-45A838B36035}" destId="{B5A467ED-84DC-4F60-B4AF-F8C40BB44227}" srcOrd="2" destOrd="0" presId="urn:microsoft.com/office/officeart/2005/8/layout/orgChart1"/>
    <dgm:cxn modelId="{EEB03909-1BC2-4556-93F6-553A2CFDA6D5}" type="presParOf" srcId="{1DFA3550-DE96-4094-AB8E-E02EA385D84A}" destId="{46E7579F-6DD0-400E-ADBE-E626749C776F}" srcOrd="2" destOrd="0" presId="urn:microsoft.com/office/officeart/2005/8/layout/orgChart1"/>
    <dgm:cxn modelId="{6AFB04E5-251C-4D83-9AA6-1E1FD7D117FB}" type="presParOf" srcId="{1DFA3550-DE96-4094-AB8E-E02EA385D84A}" destId="{CC62BA39-093E-4C91-88A8-26FBDAE110B7}" srcOrd="3" destOrd="0" presId="urn:microsoft.com/office/officeart/2005/8/layout/orgChart1"/>
    <dgm:cxn modelId="{01D0E5E6-BDA4-486B-8A9B-A485E7240B91}" type="presParOf" srcId="{CC62BA39-093E-4C91-88A8-26FBDAE110B7}" destId="{AB823C65-E98A-4ECB-8769-7AF00E335EE5}" srcOrd="0" destOrd="0" presId="urn:microsoft.com/office/officeart/2005/8/layout/orgChart1"/>
    <dgm:cxn modelId="{383A8ED7-1CB9-4DD4-96D8-55D7D8084E44}" type="presParOf" srcId="{AB823C65-E98A-4ECB-8769-7AF00E335EE5}" destId="{2E4C9DF0-5B10-4844-A70F-01E45CC6FABD}" srcOrd="0" destOrd="0" presId="urn:microsoft.com/office/officeart/2005/8/layout/orgChart1"/>
    <dgm:cxn modelId="{396AF58E-5EED-4C97-9C3F-9D3BB45CB52D}" type="presParOf" srcId="{AB823C65-E98A-4ECB-8769-7AF00E335EE5}" destId="{DF6C6975-83E5-4391-A4EC-0AD7C0A1FD45}" srcOrd="1" destOrd="0" presId="urn:microsoft.com/office/officeart/2005/8/layout/orgChart1"/>
    <dgm:cxn modelId="{9F9FEE99-A57E-45CD-BBAB-F3532C18F60F}" type="presParOf" srcId="{CC62BA39-093E-4C91-88A8-26FBDAE110B7}" destId="{55768FFE-F474-44D2-B7EC-35FE4BE3F75C}" srcOrd="1" destOrd="0" presId="urn:microsoft.com/office/officeart/2005/8/layout/orgChart1"/>
    <dgm:cxn modelId="{47123983-0873-498D-8747-12BBC4C8EC57}" type="presParOf" srcId="{CC62BA39-093E-4C91-88A8-26FBDAE110B7}" destId="{82CC3FF0-E427-4791-87DC-BB7ED080552C}" srcOrd="2" destOrd="0" presId="urn:microsoft.com/office/officeart/2005/8/layout/orgChart1"/>
    <dgm:cxn modelId="{EB995FEE-6F7D-4B64-B6E5-F77D74011F5F}" type="presParOf" srcId="{1DFA3550-DE96-4094-AB8E-E02EA385D84A}" destId="{EB901FBC-406D-49A9-9299-174F089F6931}" srcOrd="4" destOrd="0" presId="urn:microsoft.com/office/officeart/2005/8/layout/orgChart1"/>
    <dgm:cxn modelId="{6FD6EFFA-0880-4CB6-BEB0-DEB505C03B5C}" type="presParOf" srcId="{1DFA3550-DE96-4094-AB8E-E02EA385D84A}" destId="{115234B8-599F-431A-B238-B3103623F5A8}" srcOrd="5" destOrd="0" presId="urn:microsoft.com/office/officeart/2005/8/layout/orgChart1"/>
    <dgm:cxn modelId="{7A557402-4BB3-4BC7-A58F-1F92EAF61A68}" type="presParOf" srcId="{115234B8-599F-431A-B238-B3103623F5A8}" destId="{FC5E53A2-06F9-43A8-A1CF-B955130F1022}" srcOrd="0" destOrd="0" presId="urn:microsoft.com/office/officeart/2005/8/layout/orgChart1"/>
    <dgm:cxn modelId="{7C67121B-B9EC-4839-A2A5-13CA22641B9B}" type="presParOf" srcId="{FC5E53A2-06F9-43A8-A1CF-B955130F1022}" destId="{3D326CBC-754A-4891-8CBB-52CAE366C635}" srcOrd="0" destOrd="0" presId="urn:microsoft.com/office/officeart/2005/8/layout/orgChart1"/>
    <dgm:cxn modelId="{52AB9157-A161-4EC5-AB50-94DB1E7CD06B}" type="presParOf" srcId="{FC5E53A2-06F9-43A8-A1CF-B955130F1022}" destId="{1D50F4E1-4745-4061-B0E9-61CA71EF6C60}" srcOrd="1" destOrd="0" presId="urn:microsoft.com/office/officeart/2005/8/layout/orgChart1"/>
    <dgm:cxn modelId="{A82375A9-A0E9-4E15-93EF-C6022B71DA2D}" type="presParOf" srcId="{115234B8-599F-431A-B238-B3103623F5A8}" destId="{5566E246-E3C0-449A-BD4E-0271E6FC4315}" srcOrd="1" destOrd="0" presId="urn:microsoft.com/office/officeart/2005/8/layout/orgChart1"/>
    <dgm:cxn modelId="{0C3DE95C-1CBD-4AF5-92CA-730EFBE0C878}" type="presParOf" srcId="{115234B8-599F-431A-B238-B3103623F5A8}" destId="{41AF8C94-E0D9-44CB-BDC4-1A39001D1084}" srcOrd="2" destOrd="0" presId="urn:microsoft.com/office/officeart/2005/8/layout/orgChart1"/>
    <dgm:cxn modelId="{34716CD1-18DD-4019-8C0E-7CBDE94A7A30}" type="presParOf" srcId="{41C302DC-6C17-4DB5-B629-7B92A83D41C0}" destId="{56216A17-16CC-42A6-A59B-740465FC16BA}" srcOrd="2" destOrd="0" presId="urn:microsoft.com/office/officeart/2005/8/layout/orgChart1"/>
    <dgm:cxn modelId="{F7ED3652-E7D0-4791-8EC2-7ADFFD6CD12D}" type="presParOf" srcId="{58D71AAE-BD75-47A7-B389-2375321BA2D1}" destId="{C1F317DA-546F-4085-B913-3101495D36C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9DFA01-D3F4-4ED9-B363-454C16221E43}">
      <dsp:nvSpPr>
        <dsp:cNvPr id="0" name=""/>
        <dsp:cNvSpPr/>
      </dsp:nvSpPr>
      <dsp:spPr>
        <a:xfrm>
          <a:off x="4631" y="526890"/>
          <a:ext cx="2182018" cy="2182018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258" t="-5106" r="-21496" b="-2572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8184776-F686-4818-BB65-A6A005522B8F}">
      <dsp:nvSpPr>
        <dsp:cNvPr id="0" name=""/>
        <dsp:cNvSpPr/>
      </dsp:nvSpPr>
      <dsp:spPr>
        <a:xfrm>
          <a:off x="359843" y="1836102"/>
          <a:ext cx="2182018" cy="21820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 baseline="0" dirty="0">
              <a:solidFill>
                <a:schemeClr val="tx1"/>
              </a:solidFill>
            </a:rPr>
            <a:t>Model</a:t>
          </a:r>
          <a:endParaRPr lang="en-US" sz="4800" kern="1200" dirty="0">
            <a:solidFill>
              <a:schemeClr val="tx1"/>
            </a:solidFill>
          </a:endParaRPr>
        </a:p>
      </dsp:txBody>
      <dsp:txXfrm>
        <a:off x="423752" y="1900011"/>
        <a:ext cx="2054200" cy="2054200"/>
      </dsp:txXfrm>
    </dsp:sp>
    <dsp:sp modelId="{9F66FC0B-D5F8-4D4B-90AB-E6BF88868E22}">
      <dsp:nvSpPr>
        <dsp:cNvPr id="0" name=""/>
        <dsp:cNvSpPr/>
      </dsp:nvSpPr>
      <dsp:spPr>
        <a:xfrm>
          <a:off x="2606955" y="1355746"/>
          <a:ext cx="420305" cy="5243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606955" y="1460608"/>
        <a:ext cx="294214" cy="314584"/>
      </dsp:txXfrm>
    </dsp:sp>
    <dsp:sp modelId="{F0C94EF1-AEB4-40D3-8670-2D18F8B0F4D4}">
      <dsp:nvSpPr>
        <dsp:cNvPr id="0" name=""/>
        <dsp:cNvSpPr/>
      </dsp:nvSpPr>
      <dsp:spPr>
        <a:xfrm>
          <a:off x="3387521" y="526890"/>
          <a:ext cx="2182018" cy="2182018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631" t="-15542" r="-86945" b="-15352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6FC56D33-F993-474A-ACBC-400B49AD7DDD}">
      <dsp:nvSpPr>
        <dsp:cNvPr id="0" name=""/>
        <dsp:cNvSpPr/>
      </dsp:nvSpPr>
      <dsp:spPr>
        <a:xfrm>
          <a:off x="3742734" y="1836102"/>
          <a:ext cx="2182018" cy="21820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 baseline="0" dirty="0">
              <a:solidFill>
                <a:schemeClr val="tx1"/>
              </a:solidFill>
            </a:rPr>
            <a:t>Slice</a:t>
          </a:r>
          <a:endParaRPr lang="en-US" sz="4800" kern="1200" dirty="0">
            <a:solidFill>
              <a:schemeClr val="tx1"/>
            </a:solidFill>
          </a:endParaRPr>
        </a:p>
      </dsp:txBody>
      <dsp:txXfrm>
        <a:off x="3806643" y="1900011"/>
        <a:ext cx="2054200" cy="2054200"/>
      </dsp:txXfrm>
    </dsp:sp>
    <dsp:sp modelId="{FD41A4BB-3A46-4EDC-B788-45B78510ADCE}">
      <dsp:nvSpPr>
        <dsp:cNvPr id="0" name=""/>
        <dsp:cNvSpPr/>
      </dsp:nvSpPr>
      <dsp:spPr>
        <a:xfrm>
          <a:off x="5989845" y="1355746"/>
          <a:ext cx="420305" cy="5243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989845" y="1460608"/>
        <a:ext cx="294214" cy="314584"/>
      </dsp:txXfrm>
    </dsp:sp>
    <dsp:sp modelId="{0CF9CFA1-1364-4A0D-8E3D-484F505163B2}">
      <dsp:nvSpPr>
        <dsp:cNvPr id="0" name=""/>
        <dsp:cNvSpPr/>
      </dsp:nvSpPr>
      <dsp:spPr>
        <a:xfrm>
          <a:off x="6770412" y="526890"/>
          <a:ext cx="2182018" cy="2182018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2370" t="-38298" r="-22234" b="3694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067F0EE2-AD8B-4E82-97B0-AF769421E850}">
      <dsp:nvSpPr>
        <dsp:cNvPr id="0" name=""/>
        <dsp:cNvSpPr/>
      </dsp:nvSpPr>
      <dsp:spPr>
        <a:xfrm>
          <a:off x="7125624" y="1836102"/>
          <a:ext cx="2182018" cy="21820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 baseline="0" dirty="0">
              <a:solidFill>
                <a:schemeClr val="tx1"/>
              </a:solidFill>
            </a:rPr>
            <a:t>Print</a:t>
          </a:r>
          <a:endParaRPr lang="en-US" sz="4800" kern="1200" dirty="0">
            <a:solidFill>
              <a:schemeClr val="tx1"/>
            </a:solidFill>
          </a:endParaRPr>
        </a:p>
      </dsp:txBody>
      <dsp:txXfrm>
        <a:off x="7189533" y="1900011"/>
        <a:ext cx="2054200" cy="20542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01FBC-406D-49A9-9299-174F089F6931}">
      <dsp:nvSpPr>
        <dsp:cNvPr id="0" name=""/>
        <dsp:cNvSpPr/>
      </dsp:nvSpPr>
      <dsp:spPr>
        <a:xfrm>
          <a:off x="5025074" y="1653078"/>
          <a:ext cx="201987" cy="25315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31572"/>
              </a:lnTo>
              <a:lnTo>
                <a:pt x="201987" y="253157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E7579F-6DD0-400E-ADBE-E626749C776F}">
      <dsp:nvSpPr>
        <dsp:cNvPr id="0" name=""/>
        <dsp:cNvSpPr/>
      </dsp:nvSpPr>
      <dsp:spPr>
        <a:xfrm>
          <a:off x="5025074" y="1653078"/>
          <a:ext cx="201987" cy="15754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5499"/>
              </a:lnTo>
              <a:lnTo>
                <a:pt x="201987" y="157549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3E0AAE-F99D-42A4-89DE-CACC9714C8C4}">
      <dsp:nvSpPr>
        <dsp:cNvPr id="0" name=""/>
        <dsp:cNvSpPr/>
      </dsp:nvSpPr>
      <dsp:spPr>
        <a:xfrm>
          <a:off x="5025074" y="1653078"/>
          <a:ext cx="201987" cy="6194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9427"/>
              </a:lnTo>
              <a:lnTo>
                <a:pt x="201987" y="61942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C7BDF1-1283-4D53-9E7C-AC29A9FCEEC7}">
      <dsp:nvSpPr>
        <dsp:cNvPr id="0" name=""/>
        <dsp:cNvSpPr/>
      </dsp:nvSpPr>
      <dsp:spPr>
        <a:xfrm>
          <a:off x="3119662" y="697006"/>
          <a:ext cx="2444044" cy="282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1"/>
              </a:lnTo>
              <a:lnTo>
                <a:pt x="2444044" y="141391"/>
              </a:lnTo>
              <a:lnTo>
                <a:pt x="2444044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E42FF7-0C1F-41B1-8568-6C0D154F1289}">
      <dsp:nvSpPr>
        <dsp:cNvPr id="0" name=""/>
        <dsp:cNvSpPr/>
      </dsp:nvSpPr>
      <dsp:spPr>
        <a:xfrm>
          <a:off x="3119662" y="697006"/>
          <a:ext cx="814681" cy="282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1"/>
              </a:lnTo>
              <a:lnTo>
                <a:pt x="814681" y="141391"/>
              </a:lnTo>
              <a:lnTo>
                <a:pt x="814681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7BC1D3-C848-4ED8-BF31-BDF95EF3FCF5}">
      <dsp:nvSpPr>
        <dsp:cNvPr id="0" name=""/>
        <dsp:cNvSpPr/>
      </dsp:nvSpPr>
      <dsp:spPr>
        <a:xfrm>
          <a:off x="2304981" y="697006"/>
          <a:ext cx="814681" cy="282782"/>
        </a:xfrm>
        <a:custGeom>
          <a:avLst/>
          <a:gdLst/>
          <a:ahLst/>
          <a:cxnLst/>
          <a:rect l="0" t="0" r="0" b="0"/>
          <a:pathLst>
            <a:path>
              <a:moveTo>
                <a:pt x="814681" y="0"/>
              </a:moveTo>
              <a:lnTo>
                <a:pt x="814681" y="141391"/>
              </a:lnTo>
              <a:lnTo>
                <a:pt x="0" y="141391"/>
              </a:lnTo>
              <a:lnTo>
                <a:pt x="0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41DAFA-3E1B-49C2-9328-716F1FBB5025}">
      <dsp:nvSpPr>
        <dsp:cNvPr id="0" name=""/>
        <dsp:cNvSpPr/>
      </dsp:nvSpPr>
      <dsp:spPr>
        <a:xfrm>
          <a:off x="675618" y="697006"/>
          <a:ext cx="2444044" cy="282782"/>
        </a:xfrm>
        <a:custGeom>
          <a:avLst/>
          <a:gdLst/>
          <a:ahLst/>
          <a:cxnLst/>
          <a:rect l="0" t="0" r="0" b="0"/>
          <a:pathLst>
            <a:path>
              <a:moveTo>
                <a:pt x="2444044" y="0"/>
              </a:moveTo>
              <a:lnTo>
                <a:pt x="2444044" y="141391"/>
              </a:lnTo>
              <a:lnTo>
                <a:pt x="0" y="141391"/>
              </a:lnTo>
              <a:lnTo>
                <a:pt x="0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AD8690-5DAD-474D-84EC-3FECA88802A9}">
      <dsp:nvSpPr>
        <dsp:cNvPr id="0" name=""/>
        <dsp:cNvSpPr/>
      </dsp:nvSpPr>
      <dsp:spPr>
        <a:xfrm>
          <a:off x="2446372" y="23715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3D printing magnetics</a:t>
          </a:r>
          <a:endParaRPr lang="en-DK" sz="1600" kern="1200" dirty="0"/>
        </a:p>
      </dsp:txBody>
      <dsp:txXfrm>
        <a:off x="2446372" y="23715"/>
        <a:ext cx="1346580" cy="673290"/>
      </dsp:txXfrm>
    </dsp:sp>
    <dsp:sp modelId="{CF7D6F96-10C0-4899-B31B-605C6D515E09}">
      <dsp:nvSpPr>
        <dsp:cNvPr id="0" name=""/>
        <dsp:cNvSpPr/>
      </dsp:nvSpPr>
      <dsp:spPr>
        <a:xfrm>
          <a:off x="2327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Vat polymerization</a:t>
          </a:r>
          <a:endParaRPr lang="en-DK" sz="1600" kern="1200" dirty="0"/>
        </a:p>
      </dsp:txBody>
      <dsp:txXfrm>
        <a:off x="2327" y="979788"/>
        <a:ext cx="1346580" cy="673290"/>
      </dsp:txXfrm>
    </dsp:sp>
    <dsp:sp modelId="{871A6ED8-8A9A-480E-8365-20FD2D07CB7C}">
      <dsp:nvSpPr>
        <dsp:cNvPr id="0" name=""/>
        <dsp:cNvSpPr/>
      </dsp:nvSpPr>
      <dsp:spPr>
        <a:xfrm>
          <a:off x="1631690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Powder bed fusion</a:t>
          </a:r>
          <a:endParaRPr lang="en-DK" sz="1600" kern="1200" dirty="0"/>
        </a:p>
      </dsp:txBody>
      <dsp:txXfrm>
        <a:off x="1631690" y="979788"/>
        <a:ext cx="1346580" cy="673290"/>
      </dsp:txXfrm>
    </dsp:sp>
    <dsp:sp modelId="{CB1FE7C7-E636-467B-8529-FE2557051543}">
      <dsp:nvSpPr>
        <dsp:cNvPr id="0" name=""/>
        <dsp:cNvSpPr/>
      </dsp:nvSpPr>
      <dsp:spPr>
        <a:xfrm>
          <a:off x="3261053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Binder jetting</a:t>
          </a:r>
          <a:endParaRPr lang="en-DK" sz="1600" kern="1200" dirty="0"/>
        </a:p>
      </dsp:txBody>
      <dsp:txXfrm>
        <a:off x="3261053" y="979788"/>
        <a:ext cx="1346580" cy="673290"/>
      </dsp:txXfrm>
    </dsp:sp>
    <dsp:sp modelId="{17F839CA-601E-4CD0-ACD0-EB374AD36C4B}">
      <dsp:nvSpPr>
        <dsp:cNvPr id="0" name=""/>
        <dsp:cNvSpPr/>
      </dsp:nvSpPr>
      <dsp:spPr>
        <a:xfrm>
          <a:off x="4890416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Material extrusion</a:t>
          </a:r>
          <a:endParaRPr lang="en-DK" sz="1600" kern="1200" dirty="0"/>
        </a:p>
      </dsp:txBody>
      <dsp:txXfrm>
        <a:off x="4890416" y="979788"/>
        <a:ext cx="1346580" cy="673290"/>
      </dsp:txXfrm>
    </dsp:sp>
    <dsp:sp modelId="{8D9D5234-8E0C-4A6E-AEC2-F5679278FC45}">
      <dsp:nvSpPr>
        <dsp:cNvPr id="0" name=""/>
        <dsp:cNvSpPr/>
      </dsp:nvSpPr>
      <dsp:spPr>
        <a:xfrm>
          <a:off x="5227062" y="1935860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deposition modeling</a:t>
          </a:r>
          <a:endParaRPr lang="en-DK" sz="1600" kern="1200" dirty="0"/>
        </a:p>
      </dsp:txBody>
      <dsp:txXfrm>
        <a:off x="5227062" y="1935860"/>
        <a:ext cx="1346580" cy="673290"/>
      </dsp:txXfrm>
    </dsp:sp>
    <dsp:sp modelId="{2E4C9DF0-5B10-4844-A70F-01E45CC6FABD}">
      <dsp:nvSpPr>
        <dsp:cNvPr id="0" name=""/>
        <dsp:cNvSpPr/>
      </dsp:nvSpPr>
      <dsp:spPr>
        <a:xfrm>
          <a:off x="5227062" y="2891933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Direct ink writing</a:t>
          </a:r>
          <a:endParaRPr lang="en-DK" sz="1600" kern="1200" dirty="0"/>
        </a:p>
      </dsp:txBody>
      <dsp:txXfrm>
        <a:off x="5227062" y="2891933"/>
        <a:ext cx="1346580" cy="673290"/>
      </dsp:txXfrm>
    </dsp:sp>
    <dsp:sp modelId="{3D326CBC-754A-4891-8CBB-52CAE366C635}">
      <dsp:nvSpPr>
        <dsp:cNvPr id="0" name=""/>
        <dsp:cNvSpPr/>
      </dsp:nvSpPr>
      <dsp:spPr>
        <a:xfrm>
          <a:off x="5227062" y="3848005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granulate fabrication</a:t>
          </a:r>
          <a:endParaRPr lang="en-DK" sz="1600" kern="1200" dirty="0"/>
        </a:p>
      </dsp:txBody>
      <dsp:txXfrm>
        <a:off x="5227062" y="3848005"/>
        <a:ext cx="1346580" cy="6732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01FBC-406D-49A9-9299-174F089F6931}">
      <dsp:nvSpPr>
        <dsp:cNvPr id="0" name=""/>
        <dsp:cNvSpPr/>
      </dsp:nvSpPr>
      <dsp:spPr>
        <a:xfrm>
          <a:off x="5025074" y="1653078"/>
          <a:ext cx="201987" cy="25315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31572"/>
              </a:lnTo>
              <a:lnTo>
                <a:pt x="201987" y="253157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E7579F-6DD0-400E-ADBE-E626749C776F}">
      <dsp:nvSpPr>
        <dsp:cNvPr id="0" name=""/>
        <dsp:cNvSpPr/>
      </dsp:nvSpPr>
      <dsp:spPr>
        <a:xfrm>
          <a:off x="5025074" y="1653078"/>
          <a:ext cx="201987" cy="15754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5499"/>
              </a:lnTo>
              <a:lnTo>
                <a:pt x="201987" y="157549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3E0AAE-F99D-42A4-89DE-CACC9714C8C4}">
      <dsp:nvSpPr>
        <dsp:cNvPr id="0" name=""/>
        <dsp:cNvSpPr/>
      </dsp:nvSpPr>
      <dsp:spPr>
        <a:xfrm>
          <a:off x="5025074" y="1653078"/>
          <a:ext cx="201987" cy="6194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9427"/>
              </a:lnTo>
              <a:lnTo>
                <a:pt x="201987" y="61942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C7BDF1-1283-4D53-9E7C-AC29A9FCEEC7}">
      <dsp:nvSpPr>
        <dsp:cNvPr id="0" name=""/>
        <dsp:cNvSpPr/>
      </dsp:nvSpPr>
      <dsp:spPr>
        <a:xfrm>
          <a:off x="3119662" y="697006"/>
          <a:ext cx="2444044" cy="282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1"/>
              </a:lnTo>
              <a:lnTo>
                <a:pt x="2444044" y="141391"/>
              </a:lnTo>
              <a:lnTo>
                <a:pt x="2444044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E42FF7-0C1F-41B1-8568-6C0D154F1289}">
      <dsp:nvSpPr>
        <dsp:cNvPr id="0" name=""/>
        <dsp:cNvSpPr/>
      </dsp:nvSpPr>
      <dsp:spPr>
        <a:xfrm>
          <a:off x="3119662" y="697006"/>
          <a:ext cx="814681" cy="282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1"/>
              </a:lnTo>
              <a:lnTo>
                <a:pt x="814681" y="141391"/>
              </a:lnTo>
              <a:lnTo>
                <a:pt x="814681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7BC1D3-C848-4ED8-BF31-BDF95EF3FCF5}">
      <dsp:nvSpPr>
        <dsp:cNvPr id="0" name=""/>
        <dsp:cNvSpPr/>
      </dsp:nvSpPr>
      <dsp:spPr>
        <a:xfrm>
          <a:off x="2304981" y="697006"/>
          <a:ext cx="814681" cy="282782"/>
        </a:xfrm>
        <a:custGeom>
          <a:avLst/>
          <a:gdLst/>
          <a:ahLst/>
          <a:cxnLst/>
          <a:rect l="0" t="0" r="0" b="0"/>
          <a:pathLst>
            <a:path>
              <a:moveTo>
                <a:pt x="814681" y="0"/>
              </a:moveTo>
              <a:lnTo>
                <a:pt x="814681" y="141391"/>
              </a:lnTo>
              <a:lnTo>
                <a:pt x="0" y="141391"/>
              </a:lnTo>
              <a:lnTo>
                <a:pt x="0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41DAFA-3E1B-49C2-9328-716F1FBB5025}">
      <dsp:nvSpPr>
        <dsp:cNvPr id="0" name=""/>
        <dsp:cNvSpPr/>
      </dsp:nvSpPr>
      <dsp:spPr>
        <a:xfrm>
          <a:off x="675618" y="697006"/>
          <a:ext cx="2444044" cy="282782"/>
        </a:xfrm>
        <a:custGeom>
          <a:avLst/>
          <a:gdLst/>
          <a:ahLst/>
          <a:cxnLst/>
          <a:rect l="0" t="0" r="0" b="0"/>
          <a:pathLst>
            <a:path>
              <a:moveTo>
                <a:pt x="2444044" y="0"/>
              </a:moveTo>
              <a:lnTo>
                <a:pt x="2444044" y="141391"/>
              </a:lnTo>
              <a:lnTo>
                <a:pt x="0" y="141391"/>
              </a:lnTo>
              <a:lnTo>
                <a:pt x="0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AD8690-5DAD-474D-84EC-3FECA88802A9}">
      <dsp:nvSpPr>
        <dsp:cNvPr id="0" name=""/>
        <dsp:cNvSpPr/>
      </dsp:nvSpPr>
      <dsp:spPr>
        <a:xfrm>
          <a:off x="2446372" y="23715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3D printing magnetics</a:t>
          </a:r>
          <a:endParaRPr lang="en-DK" sz="1600" kern="1200" dirty="0"/>
        </a:p>
      </dsp:txBody>
      <dsp:txXfrm>
        <a:off x="2446372" y="23715"/>
        <a:ext cx="1346580" cy="673290"/>
      </dsp:txXfrm>
    </dsp:sp>
    <dsp:sp modelId="{CF7D6F96-10C0-4899-B31B-605C6D515E09}">
      <dsp:nvSpPr>
        <dsp:cNvPr id="0" name=""/>
        <dsp:cNvSpPr/>
      </dsp:nvSpPr>
      <dsp:spPr>
        <a:xfrm>
          <a:off x="2327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Vat polymerization</a:t>
          </a:r>
          <a:endParaRPr lang="en-DK" sz="1600" kern="1200" dirty="0"/>
        </a:p>
      </dsp:txBody>
      <dsp:txXfrm>
        <a:off x="2327" y="979788"/>
        <a:ext cx="1346580" cy="673290"/>
      </dsp:txXfrm>
    </dsp:sp>
    <dsp:sp modelId="{871A6ED8-8A9A-480E-8365-20FD2D07CB7C}">
      <dsp:nvSpPr>
        <dsp:cNvPr id="0" name=""/>
        <dsp:cNvSpPr/>
      </dsp:nvSpPr>
      <dsp:spPr>
        <a:xfrm>
          <a:off x="1631690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Powder bed fusion</a:t>
          </a:r>
          <a:endParaRPr lang="en-DK" sz="1600" kern="1200" dirty="0"/>
        </a:p>
      </dsp:txBody>
      <dsp:txXfrm>
        <a:off x="1631690" y="979788"/>
        <a:ext cx="1346580" cy="673290"/>
      </dsp:txXfrm>
    </dsp:sp>
    <dsp:sp modelId="{CB1FE7C7-E636-467B-8529-FE2557051543}">
      <dsp:nvSpPr>
        <dsp:cNvPr id="0" name=""/>
        <dsp:cNvSpPr/>
      </dsp:nvSpPr>
      <dsp:spPr>
        <a:xfrm>
          <a:off x="3261053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Binder jetting</a:t>
          </a:r>
          <a:endParaRPr lang="en-DK" sz="1600" kern="1200" dirty="0"/>
        </a:p>
      </dsp:txBody>
      <dsp:txXfrm>
        <a:off x="3261053" y="979788"/>
        <a:ext cx="1346580" cy="673290"/>
      </dsp:txXfrm>
    </dsp:sp>
    <dsp:sp modelId="{17F839CA-601E-4CD0-ACD0-EB374AD36C4B}">
      <dsp:nvSpPr>
        <dsp:cNvPr id="0" name=""/>
        <dsp:cNvSpPr/>
      </dsp:nvSpPr>
      <dsp:spPr>
        <a:xfrm>
          <a:off x="4890416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Material extrusion</a:t>
          </a:r>
          <a:endParaRPr lang="en-DK" sz="1600" kern="1200" dirty="0"/>
        </a:p>
      </dsp:txBody>
      <dsp:txXfrm>
        <a:off x="4890416" y="979788"/>
        <a:ext cx="1346580" cy="673290"/>
      </dsp:txXfrm>
    </dsp:sp>
    <dsp:sp modelId="{8D9D5234-8E0C-4A6E-AEC2-F5679278FC45}">
      <dsp:nvSpPr>
        <dsp:cNvPr id="0" name=""/>
        <dsp:cNvSpPr/>
      </dsp:nvSpPr>
      <dsp:spPr>
        <a:xfrm>
          <a:off x="5227062" y="1935860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deposition modeling</a:t>
          </a:r>
          <a:endParaRPr lang="en-DK" sz="1600" kern="1200" dirty="0"/>
        </a:p>
      </dsp:txBody>
      <dsp:txXfrm>
        <a:off x="5227062" y="1935860"/>
        <a:ext cx="1346580" cy="673290"/>
      </dsp:txXfrm>
    </dsp:sp>
    <dsp:sp modelId="{2E4C9DF0-5B10-4844-A70F-01E45CC6FABD}">
      <dsp:nvSpPr>
        <dsp:cNvPr id="0" name=""/>
        <dsp:cNvSpPr/>
      </dsp:nvSpPr>
      <dsp:spPr>
        <a:xfrm>
          <a:off x="5227062" y="2891933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Direct ink writing</a:t>
          </a:r>
          <a:endParaRPr lang="en-DK" sz="1600" kern="1200" dirty="0"/>
        </a:p>
      </dsp:txBody>
      <dsp:txXfrm>
        <a:off x="5227062" y="2891933"/>
        <a:ext cx="1346580" cy="673290"/>
      </dsp:txXfrm>
    </dsp:sp>
    <dsp:sp modelId="{3D326CBC-754A-4891-8CBB-52CAE366C635}">
      <dsp:nvSpPr>
        <dsp:cNvPr id="0" name=""/>
        <dsp:cNvSpPr/>
      </dsp:nvSpPr>
      <dsp:spPr>
        <a:xfrm>
          <a:off x="5227062" y="3848005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granulate fabrication</a:t>
          </a:r>
          <a:endParaRPr lang="en-DK" sz="1600" kern="1200" dirty="0"/>
        </a:p>
      </dsp:txBody>
      <dsp:txXfrm>
        <a:off x="5227062" y="3848005"/>
        <a:ext cx="1346580" cy="6732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01FBC-406D-49A9-9299-174F089F6931}">
      <dsp:nvSpPr>
        <dsp:cNvPr id="0" name=""/>
        <dsp:cNvSpPr/>
      </dsp:nvSpPr>
      <dsp:spPr>
        <a:xfrm>
          <a:off x="5025074" y="1653078"/>
          <a:ext cx="201987" cy="25315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31572"/>
              </a:lnTo>
              <a:lnTo>
                <a:pt x="201987" y="253157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E7579F-6DD0-400E-ADBE-E626749C776F}">
      <dsp:nvSpPr>
        <dsp:cNvPr id="0" name=""/>
        <dsp:cNvSpPr/>
      </dsp:nvSpPr>
      <dsp:spPr>
        <a:xfrm>
          <a:off x="5025074" y="1653078"/>
          <a:ext cx="201987" cy="15754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5499"/>
              </a:lnTo>
              <a:lnTo>
                <a:pt x="201987" y="157549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3E0AAE-F99D-42A4-89DE-CACC9714C8C4}">
      <dsp:nvSpPr>
        <dsp:cNvPr id="0" name=""/>
        <dsp:cNvSpPr/>
      </dsp:nvSpPr>
      <dsp:spPr>
        <a:xfrm>
          <a:off x="5025074" y="1653078"/>
          <a:ext cx="201987" cy="6194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9427"/>
              </a:lnTo>
              <a:lnTo>
                <a:pt x="201987" y="61942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C7BDF1-1283-4D53-9E7C-AC29A9FCEEC7}">
      <dsp:nvSpPr>
        <dsp:cNvPr id="0" name=""/>
        <dsp:cNvSpPr/>
      </dsp:nvSpPr>
      <dsp:spPr>
        <a:xfrm>
          <a:off x="3119662" y="697006"/>
          <a:ext cx="2444044" cy="282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1"/>
              </a:lnTo>
              <a:lnTo>
                <a:pt x="2444044" y="141391"/>
              </a:lnTo>
              <a:lnTo>
                <a:pt x="2444044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E42FF7-0C1F-41B1-8568-6C0D154F1289}">
      <dsp:nvSpPr>
        <dsp:cNvPr id="0" name=""/>
        <dsp:cNvSpPr/>
      </dsp:nvSpPr>
      <dsp:spPr>
        <a:xfrm>
          <a:off x="3119662" y="697006"/>
          <a:ext cx="814681" cy="282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1"/>
              </a:lnTo>
              <a:lnTo>
                <a:pt x="814681" y="141391"/>
              </a:lnTo>
              <a:lnTo>
                <a:pt x="814681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7BC1D3-C848-4ED8-BF31-BDF95EF3FCF5}">
      <dsp:nvSpPr>
        <dsp:cNvPr id="0" name=""/>
        <dsp:cNvSpPr/>
      </dsp:nvSpPr>
      <dsp:spPr>
        <a:xfrm>
          <a:off x="2304981" y="697006"/>
          <a:ext cx="814681" cy="282782"/>
        </a:xfrm>
        <a:custGeom>
          <a:avLst/>
          <a:gdLst/>
          <a:ahLst/>
          <a:cxnLst/>
          <a:rect l="0" t="0" r="0" b="0"/>
          <a:pathLst>
            <a:path>
              <a:moveTo>
                <a:pt x="814681" y="0"/>
              </a:moveTo>
              <a:lnTo>
                <a:pt x="814681" y="141391"/>
              </a:lnTo>
              <a:lnTo>
                <a:pt x="0" y="141391"/>
              </a:lnTo>
              <a:lnTo>
                <a:pt x="0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41DAFA-3E1B-49C2-9328-716F1FBB5025}">
      <dsp:nvSpPr>
        <dsp:cNvPr id="0" name=""/>
        <dsp:cNvSpPr/>
      </dsp:nvSpPr>
      <dsp:spPr>
        <a:xfrm>
          <a:off x="675618" y="697006"/>
          <a:ext cx="2444044" cy="282782"/>
        </a:xfrm>
        <a:custGeom>
          <a:avLst/>
          <a:gdLst/>
          <a:ahLst/>
          <a:cxnLst/>
          <a:rect l="0" t="0" r="0" b="0"/>
          <a:pathLst>
            <a:path>
              <a:moveTo>
                <a:pt x="2444044" y="0"/>
              </a:moveTo>
              <a:lnTo>
                <a:pt x="2444044" y="141391"/>
              </a:lnTo>
              <a:lnTo>
                <a:pt x="0" y="141391"/>
              </a:lnTo>
              <a:lnTo>
                <a:pt x="0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AD8690-5DAD-474D-84EC-3FECA88802A9}">
      <dsp:nvSpPr>
        <dsp:cNvPr id="0" name=""/>
        <dsp:cNvSpPr/>
      </dsp:nvSpPr>
      <dsp:spPr>
        <a:xfrm>
          <a:off x="2446372" y="23715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3D printing magnetics</a:t>
          </a:r>
          <a:endParaRPr lang="en-DK" sz="1600" kern="1200" dirty="0"/>
        </a:p>
      </dsp:txBody>
      <dsp:txXfrm>
        <a:off x="2446372" y="23715"/>
        <a:ext cx="1346580" cy="673290"/>
      </dsp:txXfrm>
    </dsp:sp>
    <dsp:sp modelId="{CF7D6F96-10C0-4899-B31B-605C6D515E09}">
      <dsp:nvSpPr>
        <dsp:cNvPr id="0" name=""/>
        <dsp:cNvSpPr/>
      </dsp:nvSpPr>
      <dsp:spPr>
        <a:xfrm>
          <a:off x="2327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Vat polymerization</a:t>
          </a:r>
          <a:endParaRPr lang="en-DK" sz="1600" kern="1200" dirty="0"/>
        </a:p>
      </dsp:txBody>
      <dsp:txXfrm>
        <a:off x="2327" y="979788"/>
        <a:ext cx="1346580" cy="673290"/>
      </dsp:txXfrm>
    </dsp:sp>
    <dsp:sp modelId="{871A6ED8-8A9A-480E-8365-20FD2D07CB7C}">
      <dsp:nvSpPr>
        <dsp:cNvPr id="0" name=""/>
        <dsp:cNvSpPr/>
      </dsp:nvSpPr>
      <dsp:spPr>
        <a:xfrm>
          <a:off x="1631690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Powder bed fusion</a:t>
          </a:r>
          <a:endParaRPr lang="en-DK" sz="1600" kern="1200" dirty="0"/>
        </a:p>
      </dsp:txBody>
      <dsp:txXfrm>
        <a:off x="1631690" y="979788"/>
        <a:ext cx="1346580" cy="673290"/>
      </dsp:txXfrm>
    </dsp:sp>
    <dsp:sp modelId="{CB1FE7C7-E636-467B-8529-FE2557051543}">
      <dsp:nvSpPr>
        <dsp:cNvPr id="0" name=""/>
        <dsp:cNvSpPr/>
      </dsp:nvSpPr>
      <dsp:spPr>
        <a:xfrm>
          <a:off x="3261053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Binder jetting</a:t>
          </a:r>
          <a:endParaRPr lang="en-DK" sz="1600" kern="1200" dirty="0"/>
        </a:p>
      </dsp:txBody>
      <dsp:txXfrm>
        <a:off x="3261053" y="979788"/>
        <a:ext cx="1346580" cy="673290"/>
      </dsp:txXfrm>
    </dsp:sp>
    <dsp:sp modelId="{17F839CA-601E-4CD0-ACD0-EB374AD36C4B}">
      <dsp:nvSpPr>
        <dsp:cNvPr id="0" name=""/>
        <dsp:cNvSpPr/>
      </dsp:nvSpPr>
      <dsp:spPr>
        <a:xfrm>
          <a:off x="4890416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Material extrusion</a:t>
          </a:r>
          <a:endParaRPr lang="en-DK" sz="1600" kern="1200" dirty="0"/>
        </a:p>
      </dsp:txBody>
      <dsp:txXfrm>
        <a:off x="4890416" y="979788"/>
        <a:ext cx="1346580" cy="673290"/>
      </dsp:txXfrm>
    </dsp:sp>
    <dsp:sp modelId="{8D9D5234-8E0C-4A6E-AEC2-F5679278FC45}">
      <dsp:nvSpPr>
        <dsp:cNvPr id="0" name=""/>
        <dsp:cNvSpPr/>
      </dsp:nvSpPr>
      <dsp:spPr>
        <a:xfrm>
          <a:off x="5227062" y="1935860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deposition modeling</a:t>
          </a:r>
          <a:endParaRPr lang="en-DK" sz="1600" kern="1200" dirty="0"/>
        </a:p>
      </dsp:txBody>
      <dsp:txXfrm>
        <a:off x="5227062" y="1935860"/>
        <a:ext cx="1346580" cy="673290"/>
      </dsp:txXfrm>
    </dsp:sp>
    <dsp:sp modelId="{2E4C9DF0-5B10-4844-A70F-01E45CC6FABD}">
      <dsp:nvSpPr>
        <dsp:cNvPr id="0" name=""/>
        <dsp:cNvSpPr/>
      </dsp:nvSpPr>
      <dsp:spPr>
        <a:xfrm>
          <a:off x="5227062" y="2891933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Direct ink writing</a:t>
          </a:r>
          <a:endParaRPr lang="en-DK" sz="1600" kern="1200" dirty="0"/>
        </a:p>
      </dsp:txBody>
      <dsp:txXfrm>
        <a:off x="5227062" y="2891933"/>
        <a:ext cx="1346580" cy="673290"/>
      </dsp:txXfrm>
    </dsp:sp>
    <dsp:sp modelId="{3D326CBC-754A-4891-8CBB-52CAE366C635}">
      <dsp:nvSpPr>
        <dsp:cNvPr id="0" name=""/>
        <dsp:cNvSpPr/>
      </dsp:nvSpPr>
      <dsp:spPr>
        <a:xfrm>
          <a:off x="5227062" y="3848005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granulate fabrication</a:t>
          </a:r>
          <a:endParaRPr lang="en-DK" sz="1600" kern="1200" dirty="0"/>
        </a:p>
      </dsp:txBody>
      <dsp:txXfrm>
        <a:off x="5227062" y="3848005"/>
        <a:ext cx="1346580" cy="67329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01FBC-406D-49A9-9299-174F089F6931}">
      <dsp:nvSpPr>
        <dsp:cNvPr id="0" name=""/>
        <dsp:cNvSpPr/>
      </dsp:nvSpPr>
      <dsp:spPr>
        <a:xfrm>
          <a:off x="5025074" y="1653078"/>
          <a:ext cx="201987" cy="25315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31572"/>
              </a:lnTo>
              <a:lnTo>
                <a:pt x="201987" y="253157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E7579F-6DD0-400E-ADBE-E626749C776F}">
      <dsp:nvSpPr>
        <dsp:cNvPr id="0" name=""/>
        <dsp:cNvSpPr/>
      </dsp:nvSpPr>
      <dsp:spPr>
        <a:xfrm>
          <a:off x="5025074" y="1653078"/>
          <a:ext cx="201987" cy="15754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5499"/>
              </a:lnTo>
              <a:lnTo>
                <a:pt x="201987" y="157549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3E0AAE-F99D-42A4-89DE-CACC9714C8C4}">
      <dsp:nvSpPr>
        <dsp:cNvPr id="0" name=""/>
        <dsp:cNvSpPr/>
      </dsp:nvSpPr>
      <dsp:spPr>
        <a:xfrm>
          <a:off x="5025074" y="1653078"/>
          <a:ext cx="201987" cy="6194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9427"/>
              </a:lnTo>
              <a:lnTo>
                <a:pt x="201987" y="61942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C7BDF1-1283-4D53-9E7C-AC29A9FCEEC7}">
      <dsp:nvSpPr>
        <dsp:cNvPr id="0" name=""/>
        <dsp:cNvSpPr/>
      </dsp:nvSpPr>
      <dsp:spPr>
        <a:xfrm>
          <a:off x="3119662" y="697006"/>
          <a:ext cx="2444044" cy="282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1"/>
              </a:lnTo>
              <a:lnTo>
                <a:pt x="2444044" y="141391"/>
              </a:lnTo>
              <a:lnTo>
                <a:pt x="2444044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E42FF7-0C1F-41B1-8568-6C0D154F1289}">
      <dsp:nvSpPr>
        <dsp:cNvPr id="0" name=""/>
        <dsp:cNvSpPr/>
      </dsp:nvSpPr>
      <dsp:spPr>
        <a:xfrm>
          <a:off x="3119662" y="697006"/>
          <a:ext cx="814681" cy="282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1"/>
              </a:lnTo>
              <a:lnTo>
                <a:pt x="814681" y="141391"/>
              </a:lnTo>
              <a:lnTo>
                <a:pt x="814681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7BC1D3-C848-4ED8-BF31-BDF95EF3FCF5}">
      <dsp:nvSpPr>
        <dsp:cNvPr id="0" name=""/>
        <dsp:cNvSpPr/>
      </dsp:nvSpPr>
      <dsp:spPr>
        <a:xfrm>
          <a:off x="2304981" y="697006"/>
          <a:ext cx="814681" cy="282782"/>
        </a:xfrm>
        <a:custGeom>
          <a:avLst/>
          <a:gdLst/>
          <a:ahLst/>
          <a:cxnLst/>
          <a:rect l="0" t="0" r="0" b="0"/>
          <a:pathLst>
            <a:path>
              <a:moveTo>
                <a:pt x="814681" y="0"/>
              </a:moveTo>
              <a:lnTo>
                <a:pt x="814681" y="141391"/>
              </a:lnTo>
              <a:lnTo>
                <a:pt x="0" y="141391"/>
              </a:lnTo>
              <a:lnTo>
                <a:pt x="0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41DAFA-3E1B-49C2-9328-716F1FBB5025}">
      <dsp:nvSpPr>
        <dsp:cNvPr id="0" name=""/>
        <dsp:cNvSpPr/>
      </dsp:nvSpPr>
      <dsp:spPr>
        <a:xfrm>
          <a:off x="675618" y="697006"/>
          <a:ext cx="2444044" cy="282782"/>
        </a:xfrm>
        <a:custGeom>
          <a:avLst/>
          <a:gdLst/>
          <a:ahLst/>
          <a:cxnLst/>
          <a:rect l="0" t="0" r="0" b="0"/>
          <a:pathLst>
            <a:path>
              <a:moveTo>
                <a:pt x="2444044" y="0"/>
              </a:moveTo>
              <a:lnTo>
                <a:pt x="2444044" y="141391"/>
              </a:lnTo>
              <a:lnTo>
                <a:pt x="0" y="141391"/>
              </a:lnTo>
              <a:lnTo>
                <a:pt x="0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AD8690-5DAD-474D-84EC-3FECA88802A9}">
      <dsp:nvSpPr>
        <dsp:cNvPr id="0" name=""/>
        <dsp:cNvSpPr/>
      </dsp:nvSpPr>
      <dsp:spPr>
        <a:xfrm>
          <a:off x="2446372" y="23715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3D printing magnetics</a:t>
          </a:r>
          <a:endParaRPr lang="en-DK" sz="1600" kern="1200" dirty="0"/>
        </a:p>
      </dsp:txBody>
      <dsp:txXfrm>
        <a:off x="2446372" y="23715"/>
        <a:ext cx="1346580" cy="673290"/>
      </dsp:txXfrm>
    </dsp:sp>
    <dsp:sp modelId="{CF7D6F96-10C0-4899-B31B-605C6D515E09}">
      <dsp:nvSpPr>
        <dsp:cNvPr id="0" name=""/>
        <dsp:cNvSpPr/>
      </dsp:nvSpPr>
      <dsp:spPr>
        <a:xfrm>
          <a:off x="2327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Vat polymerization</a:t>
          </a:r>
          <a:endParaRPr lang="en-DK" sz="1600" kern="1200" dirty="0"/>
        </a:p>
      </dsp:txBody>
      <dsp:txXfrm>
        <a:off x="2327" y="979788"/>
        <a:ext cx="1346580" cy="673290"/>
      </dsp:txXfrm>
    </dsp:sp>
    <dsp:sp modelId="{871A6ED8-8A9A-480E-8365-20FD2D07CB7C}">
      <dsp:nvSpPr>
        <dsp:cNvPr id="0" name=""/>
        <dsp:cNvSpPr/>
      </dsp:nvSpPr>
      <dsp:spPr>
        <a:xfrm>
          <a:off x="1631690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Powder bed fusion</a:t>
          </a:r>
          <a:endParaRPr lang="en-DK" sz="1600" kern="1200" dirty="0"/>
        </a:p>
      </dsp:txBody>
      <dsp:txXfrm>
        <a:off x="1631690" y="979788"/>
        <a:ext cx="1346580" cy="673290"/>
      </dsp:txXfrm>
    </dsp:sp>
    <dsp:sp modelId="{CB1FE7C7-E636-467B-8529-FE2557051543}">
      <dsp:nvSpPr>
        <dsp:cNvPr id="0" name=""/>
        <dsp:cNvSpPr/>
      </dsp:nvSpPr>
      <dsp:spPr>
        <a:xfrm>
          <a:off x="3261053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Binder jetting</a:t>
          </a:r>
          <a:endParaRPr lang="en-DK" sz="1600" kern="1200" dirty="0"/>
        </a:p>
      </dsp:txBody>
      <dsp:txXfrm>
        <a:off x="3261053" y="979788"/>
        <a:ext cx="1346580" cy="673290"/>
      </dsp:txXfrm>
    </dsp:sp>
    <dsp:sp modelId="{17F839CA-601E-4CD0-ACD0-EB374AD36C4B}">
      <dsp:nvSpPr>
        <dsp:cNvPr id="0" name=""/>
        <dsp:cNvSpPr/>
      </dsp:nvSpPr>
      <dsp:spPr>
        <a:xfrm>
          <a:off x="4890416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Material extrusion</a:t>
          </a:r>
          <a:endParaRPr lang="en-DK" sz="1600" kern="1200" dirty="0"/>
        </a:p>
      </dsp:txBody>
      <dsp:txXfrm>
        <a:off x="4890416" y="979788"/>
        <a:ext cx="1346580" cy="673290"/>
      </dsp:txXfrm>
    </dsp:sp>
    <dsp:sp modelId="{8D9D5234-8E0C-4A6E-AEC2-F5679278FC45}">
      <dsp:nvSpPr>
        <dsp:cNvPr id="0" name=""/>
        <dsp:cNvSpPr/>
      </dsp:nvSpPr>
      <dsp:spPr>
        <a:xfrm>
          <a:off x="5227062" y="1935860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deposition modeling</a:t>
          </a:r>
          <a:endParaRPr lang="en-DK" sz="1600" kern="1200" dirty="0"/>
        </a:p>
      </dsp:txBody>
      <dsp:txXfrm>
        <a:off x="5227062" y="1935860"/>
        <a:ext cx="1346580" cy="673290"/>
      </dsp:txXfrm>
    </dsp:sp>
    <dsp:sp modelId="{2E4C9DF0-5B10-4844-A70F-01E45CC6FABD}">
      <dsp:nvSpPr>
        <dsp:cNvPr id="0" name=""/>
        <dsp:cNvSpPr/>
      </dsp:nvSpPr>
      <dsp:spPr>
        <a:xfrm>
          <a:off x="5227062" y="2891933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Direct ink writing</a:t>
          </a:r>
          <a:endParaRPr lang="en-DK" sz="1600" kern="1200" dirty="0"/>
        </a:p>
      </dsp:txBody>
      <dsp:txXfrm>
        <a:off x="5227062" y="2891933"/>
        <a:ext cx="1346580" cy="673290"/>
      </dsp:txXfrm>
    </dsp:sp>
    <dsp:sp modelId="{3D326CBC-754A-4891-8CBB-52CAE366C635}">
      <dsp:nvSpPr>
        <dsp:cNvPr id="0" name=""/>
        <dsp:cNvSpPr/>
      </dsp:nvSpPr>
      <dsp:spPr>
        <a:xfrm>
          <a:off x="5227062" y="3848005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granulate fabrication</a:t>
          </a:r>
          <a:endParaRPr lang="en-DK" sz="1600" kern="1200" dirty="0"/>
        </a:p>
      </dsp:txBody>
      <dsp:txXfrm>
        <a:off x="5227062" y="3848005"/>
        <a:ext cx="1346580" cy="6732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01FBC-406D-49A9-9299-174F089F6931}">
      <dsp:nvSpPr>
        <dsp:cNvPr id="0" name=""/>
        <dsp:cNvSpPr/>
      </dsp:nvSpPr>
      <dsp:spPr>
        <a:xfrm>
          <a:off x="5025074" y="1653078"/>
          <a:ext cx="201987" cy="25315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31572"/>
              </a:lnTo>
              <a:lnTo>
                <a:pt x="201987" y="253157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E7579F-6DD0-400E-ADBE-E626749C776F}">
      <dsp:nvSpPr>
        <dsp:cNvPr id="0" name=""/>
        <dsp:cNvSpPr/>
      </dsp:nvSpPr>
      <dsp:spPr>
        <a:xfrm>
          <a:off x="5025074" y="1653078"/>
          <a:ext cx="201987" cy="15754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5499"/>
              </a:lnTo>
              <a:lnTo>
                <a:pt x="201987" y="157549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3E0AAE-F99D-42A4-89DE-CACC9714C8C4}">
      <dsp:nvSpPr>
        <dsp:cNvPr id="0" name=""/>
        <dsp:cNvSpPr/>
      </dsp:nvSpPr>
      <dsp:spPr>
        <a:xfrm>
          <a:off x="5025074" y="1653078"/>
          <a:ext cx="201987" cy="6194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9427"/>
              </a:lnTo>
              <a:lnTo>
                <a:pt x="201987" y="61942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C7BDF1-1283-4D53-9E7C-AC29A9FCEEC7}">
      <dsp:nvSpPr>
        <dsp:cNvPr id="0" name=""/>
        <dsp:cNvSpPr/>
      </dsp:nvSpPr>
      <dsp:spPr>
        <a:xfrm>
          <a:off x="3119662" y="697006"/>
          <a:ext cx="2444044" cy="282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1"/>
              </a:lnTo>
              <a:lnTo>
                <a:pt x="2444044" y="141391"/>
              </a:lnTo>
              <a:lnTo>
                <a:pt x="2444044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E42FF7-0C1F-41B1-8568-6C0D154F1289}">
      <dsp:nvSpPr>
        <dsp:cNvPr id="0" name=""/>
        <dsp:cNvSpPr/>
      </dsp:nvSpPr>
      <dsp:spPr>
        <a:xfrm>
          <a:off x="3119662" y="697006"/>
          <a:ext cx="814681" cy="282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1"/>
              </a:lnTo>
              <a:lnTo>
                <a:pt x="814681" y="141391"/>
              </a:lnTo>
              <a:lnTo>
                <a:pt x="814681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7BC1D3-C848-4ED8-BF31-BDF95EF3FCF5}">
      <dsp:nvSpPr>
        <dsp:cNvPr id="0" name=""/>
        <dsp:cNvSpPr/>
      </dsp:nvSpPr>
      <dsp:spPr>
        <a:xfrm>
          <a:off x="2304981" y="697006"/>
          <a:ext cx="814681" cy="282782"/>
        </a:xfrm>
        <a:custGeom>
          <a:avLst/>
          <a:gdLst/>
          <a:ahLst/>
          <a:cxnLst/>
          <a:rect l="0" t="0" r="0" b="0"/>
          <a:pathLst>
            <a:path>
              <a:moveTo>
                <a:pt x="814681" y="0"/>
              </a:moveTo>
              <a:lnTo>
                <a:pt x="814681" y="141391"/>
              </a:lnTo>
              <a:lnTo>
                <a:pt x="0" y="141391"/>
              </a:lnTo>
              <a:lnTo>
                <a:pt x="0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41DAFA-3E1B-49C2-9328-716F1FBB5025}">
      <dsp:nvSpPr>
        <dsp:cNvPr id="0" name=""/>
        <dsp:cNvSpPr/>
      </dsp:nvSpPr>
      <dsp:spPr>
        <a:xfrm>
          <a:off x="675618" y="697006"/>
          <a:ext cx="2444044" cy="282782"/>
        </a:xfrm>
        <a:custGeom>
          <a:avLst/>
          <a:gdLst/>
          <a:ahLst/>
          <a:cxnLst/>
          <a:rect l="0" t="0" r="0" b="0"/>
          <a:pathLst>
            <a:path>
              <a:moveTo>
                <a:pt x="2444044" y="0"/>
              </a:moveTo>
              <a:lnTo>
                <a:pt x="2444044" y="141391"/>
              </a:lnTo>
              <a:lnTo>
                <a:pt x="0" y="141391"/>
              </a:lnTo>
              <a:lnTo>
                <a:pt x="0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AD8690-5DAD-474D-84EC-3FECA88802A9}">
      <dsp:nvSpPr>
        <dsp:cNvPr id="0" name=""/>
        <dsp:cNvSpPr/>
      </dsp:nvSpPr>
      <dsp:spPr>
        <a:xfrm>
          <a:off x="2446372" y="23715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3D printing magnetics</a:t>
          </a:r>
          <a:endParaRPr lang="en-DK" sz="1600" kern="1200" dirty="0"/>
        </a:p>
      </dsp:txBody>
      <dsp:txXfrm>
        <a:off x="2446372" y="23715"/>
        <a:ext cx="1346580" cy="673290"/>
      </dsp:txXfrm>
    </dsp:sp>
    <dsp:sp modelId="{CF7D6F96-10C0-4899-B31B-605C6D515E09}">
      <dsp:nvSpPr>
        <dsp:cNvPr id="0" name=""/>
        <dsp:cNvSpPr/>
      </dsp:nvSpPr>
      <dsp:spPr>
        <a:xfrm>
          <a:off x="2327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Vat polymerization</a:t>
          </a:r>
          <a:endParaRPr lang="en-DK" sz="1600" kern="1200" dirty="0"/>
        </a:p>
      </dsp:txBody>
      <dsp:txXfrm>
        <a:off x="2327" y="979788"/>
        <a:ext cx="1346580" cy="673290"/>
      </dsp:txXfrm>
    </dsp:sp>
    <dsp:sp modelId="{871A6ED8-8A9A-480E-8365-20FD2D07CB7C}">
      <dsp:nvSpPr>
        <dsp:cNvPr id="0" name=""/>
        <dsp:cNvSpPr/>
      </dsp:nvSpPr>
      <dsp:spPr>
        <a:xfrm>
          <a:off x="1631690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Powder bed fusion</a:t>
          </a:r>
          <a:endParaRPr lang="en-DK" sz="1600" kern="1200" dirty="0"/>
        </a:p>
      </dsp:txBody>
      <dsp:txXfrm>
        <a:off x="1631690" y="979788"/>
        <a:ext cx="1346580" cy="673290"/>
      </dsp:txXfrm>
    </dsp:sp>
    <dsp:sp modelId="{CB1FE7C7-E636-467B-8529-FE2557051543}">
      <dsp:nvSpPr>
        <dsp:cNvPr id="0" name=""/>
        <dsp:cNvSpPr/>
      </dsp:nvSpPr>
      <dsp:spPr>
        <a:xfrm>
          <a:off x="3261053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Binder jetting</a:t>
          </a:r>
          <a:endParaRPr lang="en-DK" sz="1600" kern="1200" dirty="0"/>
        </a:p>
      </dsp:txBody>
      <dsp:txXfrm>
        <a:off x="3261053" y="979788"/>
        <a:ext cx="1346580" cy="673290"/>
      </dsp:txXfrm>
    </dsp:sp>
    <dsp:sp modelId="{17F839CA-601E-4CD0-ACD0-EB374AD36C4B}">
      <dsp:nvSpPr>
        <dsp:cNvPr id="0" name=""/>
        <dsp:cNvSpPr/>
      </dsp:nvSpPr>
      <dsp:spPr>
        <a:xfrm>
          <a:off x="4890416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Material extrusion</a:t>
          </a:r>
          <a:endParaRPr lang="en-DK" sz="1600" kern="1200" dirty="0"/>
        </a:p>
      </dsp:txBody>
      <dsp:txXfrm>
        <a:off x="4890416" y="979788"/>
        <a:ext cx="1346580" cy="673290"/>
      </dsp:txXfrm>
    </dsp:sp>
    <dsp:sp modelId="{8D9D5234-8E0C-4A6E-AEC2-F5679278FC45}">
      <dsp:nvSpPr>
        <dsp:cNvPr id="0" name=""/>
        <dsp:cNvSpPr/>
      </dsp:nvSpPr>
      <dsp:spPr>
        <a:xfrm>
          <a:off x="5227062" y="1935860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deposition modeling</a:t>
          </a:r>
          <a:endParaRPr lang="en-DK" sz="1600" kern="1200" dirty="0"/>
        </a:p>
      </dsp:txBody>
      <dsp:txXfrm>
        <a:off x="5227062" y="1935860"/>
        <a:ext cx="1346580" cy="673290"/>
      </dsp:txXfrm>
    </dsp:sp>
    <dsp:sp modelId="{2E4C9DF0-5B10-4844-A70F-01E45CC6FABD}">
      <dsp:nvSpPr>
        <dsp:cNvPr id="0" name=""/>
        <dsp:cNvSpPr/>
      </dsp:nvSpPr>
      <dsp:spPr>
        <a:xfrm>
          <a:off x="5227062" y="2891933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Direct ink writing</a:t>
          </a:r>
          <a:endParaRPr lang="en-DK" sz="1600" kern="1200" dirty="0"/>
        </a:p>
      </dsp:txBody>
      <dsp:txXfrm>
        <a:off x="5227062" y="2891933"/>
        <a:ext cx="1346580" cy="673290"/>
      </dsp:txXfrm>
    </dsp:sp>
    <dsp:sp modelId="{3D326CBC-754A-4891-8CBB-52CAE366C635}">
      <dsp:nvSpPr>
        <dsp:cNvPr id="0" name=""/>
        <dsp:cNvSpPr/>
      </dsp:nvSpPr>
      <dsp:spPr>
        <a:xfrm>
          <a:off x="5227062" y="3848005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granulate fabrication</a:t>
          </a:r>
          <a:endParaRPr lang="en-DK" sz="1600" kern="1200" dirty="0"/>
        </a:p>
      </dsp:txBody>
      <dsp:txXfrm>
        <a:off x="5227062" y="3848005"/>
        <a:ext cx="1346580" cy="67329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01FBC-406D-49A9-9299-174F089F6931}">
      <dsp:nvSpPr>
        <dsp:cNvPr id="0" name=""/>
        <dsp:cNvSpPr/>
      </dsp:nvSpPr>
      <dsp:spPr>
        <a:xfrm>
          <a:off x="5025074" y="1653078"/>
          <a:ext cx="201987" cy="25315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31572"/>
              </a:lnTo>
              <a:lnTo>
                <a:pt x="201987" y="253157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E7579F-6DD0-400E-ADBE-E626749C776F}">
      <dsp:nvSpPr>
        <dsp:cNvPr id="0" name=""/>
        <dsp:cNvSpPr/>
      </dsp:nvSpPr>
      <dsp:spPr>
        <a:xfrm>
          <a:off x="5025074" y="1653078"/>
          <a:ext cx="201987" cy="15754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5499"/>
              </a:lnTo>
              <a:lnTo>
                <a:pt x="201987" y="157549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3E0AAE-F99D-42A4-89DE-CACC9714C8C4}">
      <dsp:nvSpPr>
        <dsp:cNvPr id="0" name=""/>
        <dsp:cNvSpPr/>
      </dsp:nvSpPr>
      <dsp:spPr>
        <a:xfrm>
          <a:off x="5025074" y="1653078"/>
          <a:ext cx="201987" cy="6194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9427"/>
              </a:lnTo>
              <a:lnTo>
                <a:pt x="201987" y="61942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C7BDF1-1283-4D53-9E7C-AC29A9FCEEC7}">
      <dsp:nvSpPr>
        <dsp:cNvPr id="0" name=""/>
        <dsp:cNvSpPr/>
      </dsp:nvSpPr>
      <dsp:spPr>
        <a:xfrm>
          <a:off x="3119662" y="697006"/>
          <a:ext cx="2444044" cy="282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1"/>
              </a:lnTo>
              <a:lnTo>
                <a:pt x="2444044" y="141391"/>
              </a:lnTo>
              <a:lnTo>
                <a:pt x="2444044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E42FF7-0C1F-41B1-8568-6C0D154F1289}">
      <dsp:nvSpPr>
        <dsp:cNvPr id="0" name=""/>
        <dsp:cNvSpPr/>
      </dsp:nvSpPr>
      <dsp:spPr>
        <a:xfrm>
          <a:off x="3119662" y="697006"/>
          <a:ext cx="814681" cy="2827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391"/>
              </a:lnTo>
              <a:lnTo>
                <a:pt x="814681" y="141391"/>
              </a:lnTo>
              <a:lnTo>
                <a:pt x="814681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7BC1D3-C848-4ED8-BF31-BDF95EF3FCF5}">
      <dsp:nvSpPr>
        <dsp:cNvPr id="0" name=""/>
        <dsp:cNvSpPr/>
      </dsp:nvSpPr>
      <dsp:spPr>
        <a:xfrm>
          <a:off x="2304981" y="697006"/>
          <a:ext cx="814681" cy="282782"/>
        </a:xfrm>
        <a:custGeom>
          <a:avLst/>
          <a:gdLst/>
          <a:ahLst/>
          <a:cxnLst/>
          <a:rect l="0" t="0" r="0" b="0"/>
          <a:pathLst>
            <a:path>
              <a:moveTo>
                <a:pt x="814681" y="0"/>
              </a:moveTo>
              <a:lnTo>
                <a:pt x="814681" y="141391"/>
              </a:lnTo>
              <a:lnTo>
                <a:pt x="0" y="141391"/>
              </a:lnTo>
              <a:lnTo>
                <a:pt x="0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41DAFA-3E1B-49C2-9328-716F1FBB5025}">
      <dsp:nvSpPr>
        <dsp:cNvPr id="0" name=""/>
        <dsp:cNvSpPr/>
      </dsp:nvSpPr>
      <dsp:spPr>
        <a:xfrm>
          <a:off x="675618" y="697006"/>
          <a:ext cx="2444044" cy="282782"/>
        </a:xfrm>
        <a:custGeom>
          <a:avLst/>
          <a:gdLst/>
          <a:ahLst/>
          <a:cxnLst/>
          <a:rect l="0" t="0" r="0" b="0"/>
          <a:pathLst>
            <a:path>
              <a:moveTo>
                <a:pt x="2444044" y="0"/>
              </a:moveTo>
              <a:lnTo>
                <a:pt x="2444044" y="141391"/>
              </a:lnTo>
              <a:lnTo>
                <a:pt x="0" y="141391"/>
              </a:lnTo>
              <a:lnTo>
                <a:pt x="0" y="2827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AD8690-5DAD-474D-84EC-3FECA88802A9}">
      <dsp:nvSpPr>
        <dsp:cNvPr id="0" name=""/>
        <dsp:cNvSpPr/>
      </dsp:nvSpPr>
      <dsp:spPr>
        <a:xfrm>
          <a:off x="2446372" y="23715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3D printing magnetics</a:t>
          </a:r>
          <a:endParaRPr lang="en-DK" sz="1600" kern="1200" dirty="0"/>
        </a:p>
      </dsp:txBody>
      <dsp:txXfrm>
        <a:off x="2446372" y="23715"/>
        <a:ext cx="1346580" cy="673290"/>
      </dsp:txXfrm>
    </dsp:sp>
    <dsp:sp modelId="{CF7D6F96-10C0-4899-B31B-605C6D515E09}">
      <dsp:nvSpPr>
        <dsp:cNvPr id="0" name=""/>
        <dsp:cNvSpPr/>
      </dsp:nvSpPr>
      <dsp:spPr>
        <a:xfrm>
          <a:off x="2327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Vat polymerization</a:t>
          </a:r>
          <a:endParaRPr lang="en-DK" sz="1600" kern="1200" dirty="0"/>
        </a:p>
      </dsp:txBody>
      <dsp:txXfrm>
        <a:off x="2327" y="979788"/>
        <a:ext cx="1346580" cy="673290"/>
      </dsp:txXfrm>
    </dsp:sp>
    <dsp:sp modelId="{871A6ED8-8A9A-480E-8365-20FD2D07CB7C}">
      <dsp:nvSpPr>
        <dsp:cNvPr id="0" name=""/>
        <dsp:cNvSpPr/>
      </dsp:nvSpPr>
      <dsp:spPr>
        <a:xfrm>
          <a:off x="1631690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Powder bed fusion</a:t>
          </a:r>
          <a:endParaRPr lang="en-DK" sz="1600" kern="1200" dirty="0"/>
        </a:p>
      </dsp:txBody>
      <dsp:txXfrm>
        <a:off x="1631690" y="979788"/>
        <a:ext cx="1346580" cy="673290"/>
      </dsp:txXfrm>
    </dsp:sp>
    <dsp:sp modelId="{CB1FE7C7-E636-467B-8529-FE2557051543}">
      <dsp:nvSpPr>
        <dsp:cNvPr id="0" name=""/>
        <dsp:cNvSpPr/>
      </dsp:nvSpPr>
      <dsp:spPr>
        <a:xfrm>
          <a:off x="3261053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Binder jetting</a:t>
          </a:r>
          <a:endParaRPr lang="en-DK" sz="1600" kern="1200" dirty="0"/>
        </a:p>
      </dsp:txBody>
      <dsp:txXfrm>
        <a:off x="3261053" y="979788"/>
        <a:ext cx="1346580" cy="673290"/>
      </dsp:txXfrm>
    </dsp:sp>
    <dsp:sp modelId="{17F839CA-601E-4CD0-ACD0-EB374AD36C4B}">
      <dsp:nvSpPr>
        <dsp:cNvPr id="0" name=""/>
        <dsp:cNvSpPr/>
      </dsp:nvSpPr>
      <dsp:spPr>
        <a:xfrm>
          <a:off x="4890416" y="979788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Material extrusion</a:t>
          </a:r>
          <a:endParaRPr lang="en-DK" sz="1600" kern="1200" dirty="0"/>
        </a:p>
      </dsp:txBody>
      <dsp:txXfrm>
        <a:off x="4890416" y="979788"/>
        <a:ext cx="1346580" cy="673290"/>
      </dsp:txXfrm>
    </dsp:sp>
    <dsp:sp modelId="{8D9D5234-8E0C-4A6E-AEC2-F5679278FC45}">
      <dsp:nvSpPr>
        <dsp:cNvPr id="0" name=""/>
        <dsp:cNvSpPr/>
      </dsp:nvSpPr>
      <dsp:spPr>
        <a:xfrm>
          <a:off x="5227062" y="1935860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deposition modeling</a:t>
          </a:r>
          <a:endParaRPr lang="en-DK" sz="1600" kern="1200" dirty="0"/>
        </a:p>
      </dsp:txBody>
      <dsp:txXfrm>
        <a:off x="5227062" y="1935860"/>
        <a:ext cx="1346580" cy="673290"/>
      </dsp:txXfrm>
    </dsp:sp>
    <dsp:sp modelId="{2E4C9DF0-5B10-4844-A70F-01E45CC6FABD}">
      <dsp:nvSpPr>
        <dsp:cNvPr id="0" name=""/>
        <dsp:cNvSpPr/>
      </dsp:nvSpPr>
      <dsp:spPr>
        <a:xfrm>
          <a:off x="5227062" y="2891933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Direct ink writing</a:t>
          </a:r>
          <a:endParaRPr lang="en-DK" sz="1600" kern="1200" dirty="0"/>
        </a:p>
      </dsp:txBody>
      <dsp:txXfrm>
        <a:off x="5227062" y="2891933"/>
        <a:ext cx="1346580" cy="673290"/>
      </dsp:txXfrm>
    </dsp:sp>
    <dsp:sp modelId="{3D326CBC-754A-4891-8CBB-52CAE366C635}">
      <dsp:nvSpPr>
        <dsp:cNvPr id="0" name=""/>
        <dsp:cNvSpPr/>
      </dsp:nvSpPr>
      <dsp:spPr>
        <a:xfrm>
          <a:off x="5227062" y="3848005"/>
          <a:ext cx="1346580" cy="673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granulate fabrication</a:t>
          </a:r>
          <a:endParaRPr lang="en-DK" sz="1600" kern="1200" dirty="0"/>
        </a:p>
      </dsp:txBody>
      <dsp:txXfrm>
        <a:off x="5227062" y="3848005"/>
        <a:ext cx="1346580" cy="6732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9F1F7C4A-2B31-4E5D-9C10-7A0E4B6D2F88}" type="datetime1">
              <a:rPr lang="en-GB"/>
              <a:t>26/10/2026</a:t>
            </a:fld>
            <a:endParaRPr lang="en-GB"/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en-GB" smtClean="0">
                <a:latin typeface="Arial" panose="020B0604020202020204" pitchFamily="34" charset="0"/>
              </a:rPr>
              <a:pPr/>
              <a:t>‹#›</a:t>
            </a:fld>
            <a:endParaRPr lang="en-GB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9F1F7C4A-2B31-4E5D-9C10-7A0E4B6D2F88}" type="datetime1">
              <a:rPr lang="en-GB"/>
              <a:t>26/10/2026</a:t>
            </a:fld>
            <a:endParaRPr lang="en-GB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err="1"/>
              <a:t>Click to edit Master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 err="1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2F3E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58E75EC-EF76-589D-0066-5EFD3256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511-03A0-407C-9AB0-197B93397DAD}" type="datetime1">
              <a:rPr lang="en-GB" smtClean="0"/>
              <a:t>26/10/2026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B2228E-DECD-A1FF-31EB-394A357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6E83F-35F3-7C0A-C83E-AFDCA3467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AEFD-D2EF-4E95-B6F7-1ADD4A6597E1}" type="datetime1">
              <a:rPr lang="en-GB" smtClean="0"/>
              <a:t>26/10/2026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2648B-3179-ABFE-F3AA-42761383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800" y="1706400"/>
            <a:ext cx="9312374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09954EC-B8D9-8075-FC9F-D3764E46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0F59C-5F3D-4D97-9078-7C0B90C981F3}" type="datetime1">
              <a:rPr lang="en-GB" smtClean="0"/>
              <a:t>26/10/2026</a:t>
            </a:fld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8AD440C-0797-9C1A-F3D9-3529DA26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775E03-BE23-9277-8686-60549E4E73B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F3A0CF7-8AAD-41EB-9C9E-5DEC083E413E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71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 userDrawn="1">
          <p15:clr>
            <a:srgbClr val="F26B43"/>
          </p15:clr>
        </p15:guide>
        <p15:guide id="2" pos="3896" userDrawn="1">
          <p15:clr>
            <a:srgbClr val="F26B43"/>
          </p15:clr>
        </p15:guide>
        <p15:guide id="3" pos="4205" userDrawn="1">
          <p15:clr>
            <a:srgbClr val="F26B43"/>
          </p15:clr>
        </p15:guide>
        <p15:guide id="4" pos="6984" userDrawn="1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6AB93-5959-29D5-C0C8-6B37FCF5F14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A6CEB261-FF26-4013-828D-E829D128BACB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45D79-EFF9-98D6-B066-40CEED6C2E2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4DF225E8-8987-4791-A54E-51EE2815FD94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DBA22-AE55-C68A-132F-A826D0B0C740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DFB9FCE2-5D22-4417-A88A-E5FDCCAF6551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33A1D-DD6A-46E6-9477-D1471332CB1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A38DE3E-309E-475D-BC77-B13943922463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183DE-20D3-DB32-ED9D-43A02E676CA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B506315-1001-4DBC-B935-2C599067E55D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A24D6D2E-088E-4ED5-9182-6852E04A50E3}" type="datetime1">
              <a:rPr lang="en-GB" smtClean="0"/>
              <a:t>26/10/2026</a:t>
            </a:fld>
            <a:endParaRPr lang="en-GB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2F3E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B115DC22-7054-4627-820C-E27A5E0F9E24}" type="datetime1">
              <a:rPr lang="en-GB" smtClean="0"/>
              <a:t>26/10/2026</a:t>
            </a:fld>
            <a:endParaRPr lang="en-GB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2F3EE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2F3EE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2F3E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3676" name="text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dirty="0">
                <a:solidFill>
                  <a:schemeClr val="bg1"/>
                </a:solidFill>
                <a:latin typeface="+mn-lt"/>
              </a:rPr>
              <a:t>Technical University of Denmark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4E9AE0-170F-0C2B-DFF5-DC7F65F4B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fld id="{D577F55D-3CD0-496C-BBD4-3CA0688F9099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jpg"/><Relationship Id="rId4" Type="http://schemas.openxmlformats.org/officeDocument/2006/relationships/image" Target="../media/image33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1393C32-4593-A727-A772-60975780A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0" dirty="0"/>
              <a:t>Towards Multi-Permeability Cores Through</a:t>
            </a:r>
            <a:br>
              <a:rPr lang="en-US" sz="4400" b="0" dirty="0"/>
            </a:br>
            <a:r>
              <a:rPr lang="en-US" sz="4400" b="0" dirty="0"/>
              <a:t>Composition-Controlled Pellet Extrusion</a:t>
            </a:r>
            <a:endParaRPr lang="en-GB" sz="4400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2A505916-C26B-4D8F-DD23-7BF9A136D3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Brainstorming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450" y="6541200"/>
            <a:ext cx="432600" cy="316800"/>
          </a:xfrm>
        </p:spPr>
        <p:txBody>
          <a:bodyPr/>
          <a:lstStyle/>
          <a:p>
            <a:fld id="{24C8C45C-947F-4981-8B3F-4F32E973C901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A068D229-C10D-E6D4-5477-85C69A8B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fld id="{72262320-D00B-410D-AC7A-A003CB2AB423}" type="datetime1">
              <a:rPr lang="en-GB" smtClean="0"/>
              <a:t>26/10/2026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0714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5F25C04-C688-8745-55C1-FF305389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0DCCB2E-72B2-BC43-E1A5-5E43226B8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Who am I?</a:t>
            </a:r>
          </a:p>
          <a:p>
            <a:pPr marL="0" indent="0">
              <a:buNone/>
            </a:pPr>
            <a:r>
              <a:rPr lang="en-US" sz="2400" dirty="0"/>
              <a:t>Introduction to additive manufacturing (AM)</a:t>
            </a:r>
          </a:p>
          <a:p>
            <a:pPr marL="0" indent="0">
              <a:buNone/>
            </a:pPr>
            <a:r>
              <a:rPr lang="en-US" sz="2400" dirty="0"/>
              <a:t>My previous work</a:t>
            </a:r>
          </a:p>
          <a:p>
            <a:pPr marL="0" indent="0">
              <a:buNone/>
            </a:pPr>
            <a:r>
              <a:rPr lang="en-US" sz="2400" dirty="0"/>
              <a:t>Constant flux inductor (CFI)</a:t>
            </a:r>
          </a:p>
          <a:p>
            <a:pPr marL="0" indent="0">
              <a:buNone/>
            </a:pPr>
            <a:r>
              <a:rPr lang="en-US" sz="2400" dirty="0"/>
              <a:t>Multi-permeability magnetic cores</a:t>
            </a:r>
          </a:p>
          <a:p>
            <a:pPr marL="0" indent="0">
              <a:buNone/>
            </a:pPr>
            <a:r>
              <a:rPr lang="en-US" sz="2400" dirty="0"/>
              <a:t>Current field of 3D printing magnetics</a:t>
            </a:r>
          </a:p>
          <a:p>
            <a:pPr marL="0" indent="0">
              <a:buNone/>
            </a:pPr>
            <a:r>
              <a:rPr lang="en-US" sz="2400" dirty="0"/>
              <a:t>Outlined research direction</a:t>
            </a:r>
          </a:p>
          <a:p>
            <a:pPr marL="0" indent="0">
              <a:buNone/>
            </a:pPr>
            <a:r>
              <a:rPr lang="en-US" sz="2400" dirty="0"/>
              <a:t>Research questions</a:t>
            </a:r>
          </a:p>
          <a:p>
            <a:pPr marL="0" indent="0">
              <a:buNone/>
            </a:pPr>
            <a:r>
              <a:rPr lang="en-US" sz="2400" dirty="0"/>
              <a:t>Requirements and methodology</a:t>
            </a:r>
          </a:p>
          <a:p>
            <a:pPr marL="0" indent="0">
              <a:buNone/>
            </a:pPr>
            <a:r>
              <a:rPr lang="en-US" sz="2400" dirty="0"/>
              <a:t>Potential collaboration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C572E-2DBB-9E06-E5A2-04C6E7CFE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8E4F-06C2-4FC9-A188-24C8C0CDFA3E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D2C858-DF37-AC25-2E3B-A311E4A9A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</a:t>
            </a:fld>
            <a:endParaRPr lang="en-GB" dirty="0"/>
          </a:p>
        </p:txBody>
      </p:sp>
      <p:pic>
        <p:nvPicPr>
          <p:cNvPr id="8" name="Picture 7" descr="Agenda - Free files and folders icons">
            <a:extLst>
              <a:ext uri="{FF2B5EF4-FFF2-40B4-BE49-F238E27FC236}">
                <a16:creationId xmlns:a16="http://schemas.microsoft.com/office/drawing/2014/main" id="{BAFCBCCB-6578-4A11-E8F6-87442C667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232" y="1676684"/>
            <a:ext cx="4085393" cy="408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566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B3455F6-4A2A-6399-77AC-63B5A3DC4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am I?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8BC03D5-2149-B223-5926-4CD69110B1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08010" y="1706399"/>
            <a:ext cx="5080078" cy="454680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Artis Fils</a:t>
            </a:r>
          </a:p>
          <a:p>
            <a:pPr marL="0" indent="0">
              <a:buNone/>
            </a:pPr>
            <a:r>
              <a:rPr lang="en-US" sz="1600" dirty="0"/>
              <a:t>Experience:</a:t>
            </a:r>
          </a:p>
          <a:p>
            <a:r>
              <a:rPr lang="en-US" sz="1600" dirty="0"/>
              <a:t>BSc in Mechatronics from University of Southern Denmark (SDU)</a:t>
            </a:r>
          </a:p>
          <a:p>
            <a:r>
              <a:rPr lang="en-US" sz="1600" dirty="0"/>
              <a:t>MSc in Mechatronics from University of Southern Denmark (SDU)</a:t>
            </a:r>
          </a:p>
          <a:p>
            <a:r>
              <a:rPr lang="en-US" sz="1600" dirty="0"/>
              <a:t>Additive Manufacturing student worker for 4.5 years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Interests:</a:t>
            </a:r>
          </a:p>
          <a:p>
            <a:r>
              <a:rPr lang="en-US" sz="1600" dirty="0"/>
              <a:t>Additive manufacturing</a:t>
            </a:r>
          </a:p>
          <a:p>
            <a:r>
              <a:rPr lang="en-US" sz="1600" dirty="0"/>
              <a:t>3D printed electronics</a:t>
            </a:r>
          </a:p>
          <a:p>
            <a:r>
              <a:rPr lang="en-US" sz="1600" dirty="0"/>
              <a:t>Hybrid manufacturing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Currently:</a:t>
            </a:r>
          </a:p>
          <a:p>
            <a:pPr marL="0" indent="0">
              <a:buNone/>
            </a:pPr>
            <a:r>
              <a:rPr lang="en-US" sz="1600" dirty="0"/>
              <a:t>Research assistant focusing on 3D printing magnetics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52592AF-0459-743F-B57D-1D207559F0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89470" y="1556792"/>
            <a:ext cx="3031066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A889E-F502-E683-E7A9-E1D2500ADF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341B2-1528-CAF3-DC4F-672D8EA9704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05BE46F-3514-4ABD-B60D-51AEE8516A40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9553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D75E2-6DBC-7BCF-7FAF-8A8C3EF17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additive manufacturing?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227642-ED85-E762-C754-9D0AFF965E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B56A736-61FA-0ACC-DA7D-1BF124813C1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ED112F6-23F0-4B94-A331-D532CBD381CE}" type="datetime1">
              <a:rPr lang="en-GB" smtClean="0"/>
              <a:t>26/10/2026</a:t>
            </a:fld>
            <a:endParaRPr lang="en-GB"/>
          </a:p>
        </p:txBody>
      </p:sp>
      <p:pic>
        <p:nvPicPr>
          <p:cNvPr id="8" name="Content Placeholder 4" descr="A diagram of different types of metal&#10;&#10;Description automatically generated">
            <a:extLst>
              <a:ext uri="{FF2B5EF4-FFF2-40B4-BE49-F238E27FC236}">
                <a16:creationId xmlns:a16="http://schemas.microsoft.com/office/drawing/2014/main" id="{6D199EA2-0785-635C-747C-25D4B37DFB0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825" y="2566567"/>
            <a:ext cx="4410075" cy="2826591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94B804-8159-848D-2418-F8F10F49B9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72514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A267D-F2EA-EEB6-6E49-B7D29800E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BBEC8-23C5-1374-761B-84E16CD0C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additive manufacturing?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151BE-748D-5537-B235-90C3EEE6EA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7B32BB1-54B5-A696-189C-07EB6E0EA75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9FEBDE3-F679-47A7-9C70-2A444C78B620}" type="datetime1">
              <a:rPr lang="en-GB" smtClean="0"/>
              <a:t>26/10/2026</a:t>
            </a:fld>
            <a:endParaRPr lang="en-GB"/>
          </a:p>
        </p:txBody>
      </p:sp>
      <p:pic>
        <p:nvPicPr>
          <p:cNvPr id="8" name="Content Placeholder 4" descr="A diagram of different types of metal&#10;&#10;Description automatically generated">
            <a:extLst>
              <a:ext uri="{FF2B5EF4-FFF2-40B4-BE49-F238E27FC236}">
                <a16:creationId xmlns:a16="http://schemas.microsoft.com/office/drawing/2014/main" id="{FF276222-942F-843C-0378-E531AD065C1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825" y="2566567"/>
            <a:ext cx="4410075" cy="2826591"/>
          </a:xfrm>
          <a:prstGeom prst="rect">
            <a:avLst/>
          </a:prstGeom>
        </p:spPr>
      </p:pic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A10E0B02-4F96-A25E-7263-4E745B05261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78613" y="2573913"/>
            <a:ext cx="4408487" cy="281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659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27C7A-C28F-3CDE-576D-C5EA12C96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additive manufacturing?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D00DA-44C0-D3EB-EA68-71832A6B5B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Advantages</a:t>
            </a:r>
          </a:p>
          <a:p>
            <a:r>
              <a:rPr lang="en-US" sz="2400" dirty="0"/>
              <a:t>Fast design iterations</a:t>
            </a:r>
          </a:p>
          <a:p>
            <a:r>
              <a:rPr lang="en-US" sz="2400" dirty="0"/>
              <a:t>Cheaper failures</a:t>
            </a:r>
          </a:p>
          <a:p>
            <a:r>
              <a:rPr lang="en-US" sz="2400" dirty="0"/>
              <a:t>Complex geometries</a:t>
            </a:r>
          </a:p>
          <a:p>
            <a:r>
              <a:rPr lang="en-US" sz="2400" dirty="0"/>
              <a:t>Lighter stronger parts</a:t>
            </a:r>
          </a:p>
          <a:p>
            <a:r>
              <a:rPr lang="en-US" sz="2400" dirty="0"/>
              <a:t>On demand manufacturing</a:t>
            </a:r>
          </a:p>
          <a:p>
            <a:r>
              <a:rPr lang="en-US" sz="2400" dirty="0"/>
              <a:t>Waste reduction</a:t>
            </a:r>
          </a:p>
          <a:p>
            <a:r>
              <a:rPr lang="en-US" sz="2400" dirty="0"/>
              <a:t>Multi material capabilities</a:t>
            </a:r>
            <a:endParaRPr lang="en-DK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433EE8-CFB4-257F-83CB-EAF0EF05D4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Disadvantages</a:t>
            </a:r>
          </a:p>
          <a:p>
            <a:r>
              <a:rPr lang="en-US" sz="2400" dirty="0"/>
              <a:t>Slow</a:t>
            </a:r>
          </a:p>
          <a:p>
            <a:r>
              <a:rPr lang="en-US" sz="2400" dirty="0"/>
              <a:t>Resolution &amp; surface finish</a:t>
            </a:r>
          </a:p>
          <a:p>
            <a:r>
              <a:rPr lang="en-US" sz="2400" dirty="0"/>
              <a:t>Size constraints</a:t>
            </a:r>
          </a:p>
          <a:p>
            <a:r>
              <a:rPr lang="en-US" sz="2400" dirty="0"/>
              <a:t>Hardware reliability</a:t>
            </a:r>
          </a:p>
          <a:p>
            <a:r>
              <a:rPr lang="en-US" sz="2400" dirty="0"/>
              <a:t>Material limitations</a:t>
            </a:r>
          </a:p>
          <a:p>
            <a:r>
              <a:rPr lang="en-US" sz="2400" dirty="0"/>
              <a:t>Expensive at scale</a:t>
            </a:r>
            <a:endParaRPr lang="en-DK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AFAFAE-9A5A-EE25-DA6C-AD30386FE5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81635DC-0B3D-1702-F8C8-0F28E6395E2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318546-C0A2-4350-8016-B37848FB9D79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224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4B855F8-A169-6BE9-ADFA-351D8CDB2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printing vs additive manufacturing</a:t>
            </a:r>
            <a:endParaRPr lang="en-DK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75A69C2-2F90-59E6-3964-4E2808CFD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A028-459D-4C7B-BEE0-23E1BF94982D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9564D2-DE5F-1E89-304B-63AEEACA2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7</a:t>
            </a:fld>
            <a:endParaRPr lang="en-GB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051D0047-3EBA-E3A5-5CAD-FF546565BC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9511576"/>
              </p:ext>
            </p:extLst>
          </p:nvPr>
        </p:nvGraphicFramePr>
        <p:xfrm>
          <a:off x="1774825" y="1706563"/>
          <a:ext cx="9312275" cy="4545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1796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7D3D2-BCB4-DEC4-7813-F7F17FBD7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common methods of additive manufacturing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D2BFE-D02D-6887-AF98-3FC2E6430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E1BDD-FA9D-4967-BE9E-F8F6D6884008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65157-D707-4556-9926-9EA52FDA6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8</a:t>
            </a:fld>
            <a:endParaRPr lang="en-GB" dirty="0"/>
          </a:p>
        </p:txBody>
      </p:sp>
      <p:pic>
        <p:nvPicPr>
          <p:cNvPr id="6" name="Picture 4" descr="https://www.design-engineering.com/wp-content/uploads/2017/06/additive-manufacturing-infographic1.png">
            <a:extLst>
              <a:ext uri="{FF2B5EF4-FFF2-40B4-BE49-F238E27FC236}">
                <a16:creationId xmlns:a16="http://schemas.microsoft.com/office/drawing/2014/main" id="{B3146D05-7E9F-AA08-BDB8-255E6E07B6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732" y="1706563"/>
            <a:ext cx="8504460" cy="4545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0852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884A0-056D-D938-28AD-E3796F097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Fused Deposition Modeling (FDM)?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7C2F6-8CC8-9EE5-A0EF-E20847DD6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E8828-38FE-4879-9663-9790F3C00922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4BD4F9-D967-ECB6-2754-A3D5329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7" name="Picture 6" descr="3D Printing | Center on Science and Technology">
            <a:extLst>
              <a:ext uri="{FF2B5EF4-FFF2-40B4-BE49-F238E27FC236}">
                <a16:creationId xmlns:a16="http://schemas.microsoft.com/office/drawing/2014/main" id="{8A7F55C1-F2DC-3F36-3D36-80AB638408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00" r="4325"/>
          <a:stretch>
            <a:fillRect/>
          </a:stretch>
        </p:blipFill>
        <p:spPr>
          <a:xfrm>
            <a:off x="979229" y="1988841"/>
            <a:ext cx="3771167" cy="396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230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CA3DE-FD79-01F9-875F-CB42920EF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E1986-AD12-B66F-0173-3D76A9FA5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Fused Deposition Modeling (FDM)?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A8263-AF25-645A-416E-DBA828C94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9BE71-AFEA-41A7-94DB-AF1E38509AFD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D5DA7-8B7A-ECE2-A716-ADB2FC58E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10</a:t>
            </a:fld>
            <a:endParaRPr lang="en-GB" dirty="0"/>
          </a:p>
        </p:txBody>
      </p:sp>
      <p:pic>
        <p:nvPicPr>
          <p:cNvPr id="6" name="Picture 2" descr="FDM Technology">
            <a:extLst>
              <a:ext uri="{FF2B5EF4-FFF2-40B4-BE49-F238E27FC236}">
                <a16:creationId xmlns:a16="http://schemas.microsoft.com/office/drawing/2014/main" id="{3CC7AED9-E954-E756-D8B1-168F9A743EA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7" t="7795" r="5308" b="17742"/>
          <a:stretch>
            <a:fillRect/>
          </a:stretch>
        </p:blipFill>
        <p:spPr bwMode="auto">
          <a:xfrm>
            <a:off x="4750396" y="1988840"/>
            <a:ext cx="6336704" cy="3960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3D Printing | Center on Science and Technology">
            <a:extLst>
              <a:ext uri="{FF2B5EF4-FFF2-40B4-BE49-F238E27FC236}">
                <a16:creationId xmlns:a16="http://schemas.microsoft.com/office/drawing/2014/main" id="{30DD25BF-3F6F-3441-1CD4-DAB7983A6D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600" r="4325"/>
          <a:stretch>
            <a:fillRect/>
          </a:stretch>
        </p:blipFill>
        <p:spPr>
          <a:xfrm>
            <a:off x="979229" y="1988841"/>
            <a:ext cx="3771167" cy="396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46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07168-8E28-F2B5-F3B6-E1ACBE9A0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BSc Thesis and Publication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B7DC6-DCC6-C48E-1E31-4515009FE4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9073728" cy="45468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“From Composite Filaments to Low-loss Circuits: A Novel Hybrid Manufacturing Approach to 3D-Printed Electronics”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2BDDC-2AA9-90FE-1578-6B457CC60D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ED868FC-B411-7DCF-B06D-6595A10B1C7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E45E841-F51A-403C-9947-ADF411AA62C6}" type="datetime1">
              <a:rPr lang="en-GB" smtClean="0"/>
              <a:t>26/10/2026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7EAD0C-DD04-41AC-0CEF-DF99DD3FB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633" y="2366314"/>
            <a:ext cx="2530377" cy="3733800"/>
          </a:xfrm>
          <a:prstGeom prst="rect">
            <a:avLst/>
          </a:prstGeom>
        </p:spPr>
      </p:pic>
      <p:pic>
        <p:nvPicPr>
          <p:cNvPr id="12" name="Picture 11" descr="A diagram of a machine&#10;&#10;Description automatically generated">
            <a:extLst>
              <a:ext uri="{FF2B5EF4-FFF2-40B4-BE49-F238E27FC236}">
                <a16:creationId xmlns:a16="http://schemas.microsoft.com/office/drawing/2014/main" id="{79EB7DF2-EDDF-16DA-3FE0-4F96420FA0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519" y="2685309"/>
            <a:ext cx="2749549" cy="3328856"/>
          </a:xfrm>
          <a:prstGeom prst="rect">
            <a:avLst/>
          </a:prstGeom>
        </p:spPr>
      </p:pic>
      <p:sp>
        <p:nvSpPr>
          <p:cNvPr id="16" name="Plus Sign 15">
            <a:extLst>
              <a:ext uri="{FF2B5EF4-FFF2-40B4-BE49-F238E27FC236}">
                <a16:creationId xmlns:a16="http://schemas.microsoft.com/office/drawing/2014/main" id="{B0A58535-225B-88DE-1030-8C57699E7CC5}"/>
              </a:ext>
            </a:extLst>
          </p:cNvPr>
          <p:cNvSpPr/>
          <p:nvPr/>
        </p:nvSpPr>
        <p:spPr bwMode="auto">
          <a:xfrm>
            <a:off x="5487327" y="3831915"/>
            <a:ext cx="1080120" cy="108012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D62201AA-138C-9A5D-A91C-F14DC8572D46}"/>
              </a:ext>
            </a:extLst>
          </p:cNvPr>
          <p:cNvSpPr txBox="1">
            <a:spLocks/>
          </p:cNvSpPr>
          <p:nvPr/>
        </p:nvSpPr>
        <p:spPr bwMode="auto">
          <a:xfrm>
            <a:off x="1559496" y="6100114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FDM</a:t>
            </a:r>
            <a:endParaRPr lang="en-DK" sz="2000" b="1" kern="0" dirty="0"/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C883521E-DA35-74EF-9565-9A96F2DBAA60}"/>
              </a:ext>
            </a:extLst>
          </p:cNvPr>
          <p:cNvSpPr txBox="1">
            <a:spLocks/>
          </p:cNvSpPr>
          <p:nvPr/>
        </p:nvSpPr>
        <p:spPr bwMode="auto">
          <a:xfrm>
            <a:off x="6895183" y="6100114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Electroplating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2320814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702F7-708B-D5A5-23B2-F07CE6055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0D03-3893-C94D-70D3-C0E5CC5F5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BSc Thesis and Publication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7C73C-6609-91CD-9A50-2A5EE0CB9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9073728" cy="45468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“From Composite Filaments to Low-loss Circuits: A Novel Hybrid Manufacturing Approach to 3D-Printed Electronics”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384EE-E21C-2018-BFC9-9C74DAB3C8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F83F1F6-C629-C0C7-96B7-75BF6396073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D476B2B-8859-4C38-9FA1-923B9D38320D}" type="datetime1">
              <a:rPr lang="en-GB" smtClean="0"/>
              <a:t>26/10/2026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5D81024-26B9-E947-E51E-D9EB6ECEE3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999" y="2492896"/>
            <a:ext cx="3491030" cy="3535301"/>
          </a:xfrm>
          <a:prstGeom prst="rect">
            <a:avLst/>
          </a:prstGeom>
        </p:spPr>
      </p:pic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EDAF2D44-A7B9-108B-27FA-5CE9FF29C13A}"/>
              </a:ext>
            </a:extLst>
          </p:cNvPr>
          <p:cNvSpPr txBox="1">
            <a:spLocks/>
          </p:cNvSpPr>
          <p:nvPr/>
        </p:nvSpPr>
        <p:spPr bwMode="auto">
          <a:xfrm>
            <a:off x="820830" y="6100114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Cup-based electroplating 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3217928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8B897-A007-F29A-23EA-AEB6895CA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CAC6C-93D5-F4B6-B0D0-18BB93845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BSc Thesis and Publication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B1BF5-33A6-7413-673E-D19FD7148A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9073728" cy="45468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“From Composite Filaments to Low-loss Circuits: A Novel Hybrid Manufacturing Approach to 3D-Printed Electronics”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18A625-47F1-6FAB-A531-BBC8C9270E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F4D744-1E1B-3107-4733-0D34D56A4E6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A37869C-57E9-4E53-8663-031DAA71CA73}" type="datetime1">
              <a:rPr lang="en-GB" smtClean="0"/>
              <a:t>26/10/2026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4396292-D9A5-44C5-2D0B-AFD6AB82F9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999" y="2492896"/>
            <a:ext cx="3491030" cy="35353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246680-0526-E3C3-72AB-84974FF52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848" y="2343634"/>
            <a:ext cx="2813011" cy="3684563"/>
          </a:xfrm>
          <a:prstGeom prst="rect">
            <a:avLst/>
          </a:prstGeom>
        </p:spPr>
      </p:pic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A178A34E-ABDC-A1BE-F016-B90675A8F0E2}"/>
              </a:ext>
            </a:extLst>
          </p:cNvPr>
          <p:cNvSpPr txBox="1">
            <a:spLocks/>
          </p:cNvSpPr>
          <p:nvPr/>
        </p:nvSpPr>
        <p:spPr bwMode="auto">
          <a:xfrm>
            <a:off x="820830" y="6100114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Cup-based electroplating </a:t>
            </a:r>
            <a:endParaRPr lang="en-DK" sz="2000" b="1" kern="0" dirty="0"/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89795045-43FB-E63D-B257-D9EC0E3DAFE7}"/>
              </a:ext>
            </a:extLst>
          </p:cNvPr>
          <p:cNvSpPr txBox="1">
            <a:spLocks/>
          </p:cNvSpPr>
          <p:nvPr/>
        </p:nvSpPr>
        <p:spPr bwMode="auto">
          <a:xfrm>
            <a:off x="4383424" y="6094992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Physical setup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2816604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90EA-0A3F-7654-3676-21627C58B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4FE23-E904-A9BE-99B9-550C62B53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BSc Thesis and Publication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201C4-25E2-B53B-F0E5-1E6A4A6C3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9073728" cy="45468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“From Composite Filaments to Low-loss Circuits: A Novel Hybrid Manufacturing Approach to 3D-Printed Electronics”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927B5-45B7-3B06-8793-A614CC03DB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8831A9B-2EC8-937F-2C23-8438F636811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45E8498-E465-41AE-8621-5FA80C42D031}" type="datetime1">
              <a:rPr lang="en-GB" smtClean="0"/>
              <a:t>26/10/2026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54A5903-E6C8-3165-EAA4-503FF11722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999" y="2492896"/>
            <a:ext cx="3491030" cy="35353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8FFC26F-0719-B127-A7AE-4BB86AF3B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475" y="2343347"/>
            <a:ext cx="2658906" cy="36845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3D872A-8F62-B474-472F-BC633EB7D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848" y="2343634"/>
            <a:ext cx="2813011" cy="3684563"/>
          </a:xfrm>
          <a:prstGeom prst="rect">
            <a:avLst/>
          </a:prstGeom>
        </p:spPr>
      </p:pic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891E8D9E-87A1-4448-F272-935291DEDE3D}"/>
              </a:ext>
            </a:extLst>
          </p:cNvPr>
          <p:cNvSpPr txBox="1">
            <a:spLocks/>
          </p:cNvSpPr>
          <p:nvPr/>
        </p:nvSpPr>
        <p:spPr bwMode="auto">
          <a:xfrm>
            <a:off x="820830" y="6100114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Cup-based electroplating </a:t>
            </a:r>
            <a:endParaRPr lang="en-DK" sz="2000" b="1" kern="0" dirty="0"/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BF8EEBC3-B061-84E8-D6D0-779AF062DDAA}"/>
              </a:ext>
            </a:extLst>
          </p:cNvPr>
          <p:cNvSpPr txBox="1">
            <a:spLocks/>
          </p:cNvSpPr>
          <p:nvPr/>
        </p:nvSpPr>
        <p:spPr bwMode="auto">
          <a:xfrm>
            <a:off x="4383424" y="6094992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Physical setup</a:t>
            </a:r>
            <a:endParaRPr lang="en-DK" sz="2000" b="1" kern="0" dirty="0"/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7B59A38A-8C82-AD00-BBCE-C4F60A89961E}"/>
              </a:ext>
            </a:extLst>
          </p:cNvPr>
          <p:cNvSpPr txBox="1">
            <a:spLocks/>
          </p:cNvSpPr>
          <p:nvPr/>
        </p:nvSpPr>
        <p:spPr bwMode="auto">
          <a:xfrm>
            <a:off x="7943856" y="6089870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Resulting speaker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396860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1970-20A7-F2C9-E9B6-3BAF9C051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D00B5-5A0B-335E-E7A1-C0F0EF767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MSc Thesis</a:t>
            </a:r>
            <a:endParaRPr lang="en-D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1E954-2D96-B68D-2441-4F1474C9A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57200" y="1706399"/>
            <a:ext cx="9729901" cy="45468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“Recyclable 3D Printing of Aqueous PNIPAM for Sustainable Electroforming”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D7A8ED-345D-8D8C-7529-22DE71D5F8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4D93E7A-4D60-FAE4-4200-4C21415DC2C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93B4F34-ED2C-4E77-8923-F8BC350CBCC7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653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9AA7C-2A24-66EA-3AF3-C65A08DAF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E5BAE-AF49-17B5-61DC-534031BCB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MSc Thesis</a:t>
            </a:r>
            <a:endParaRPr lang="en-D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1A1CD-0252-DE93-C242-0920801E7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57200" y="1706399"/>
            <a:ext cx="9729901" cy="45468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“Recyclable 3D Printing of Aqueous PNIPAM for Sustainable Electroforming”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103553-69B9-CCCD-9094-BC3FB6BBC6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BFD20CF-6415-FC5C-DD73-CB199E0259E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D05F9F4-F92A-4FBF-A9A7-6BAF0071DE22}" type="datetime1">
              <a:rPr lang="en-GB" smtClean="0"/>
              <a:t>26/10/2026</a:t>
            </a:fld>
            <a:endParaRPr lang="en-GB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04740CC-EF06-BB15-735F-68B4014B60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11" y="3300794"/>
            <a:ext cx="4937365" cy="1879209"/>
          </a:xfrm>
          <a:prstGeom prst="rect">
            <a:avLst/>
          </a:prstGeom>
        </p:spPr>
      </p:pic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B333B55B-265F-F122-1FDA-88F207AE8C35}"/>
              </a:ext>
            </a:extLst>
          </p:cNvPr>
          <p:cNvSpPr txBox="1">
            <a:spLocks/>
          </p:cNvSpPr>
          <p:nvPr/>
        </p:nvSpPr>
        <p:spPr bwMode="auto">
          <a:xfrm>
            <a:off x="1757144" y="5419515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PNIPAM solidification cycle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1692921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11B89-D671-D7D3-9970-3A9815486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100A6-0B5C-D321-9F0A-F6A84FC58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MSc Thesis</a:t>
            </a:r>
            <a:endParaRPr lang="en-D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D8B25-E440-BD71-A741-8BEDD992C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57200" y="1706399"/>
            <a:ext cx="9729901" cy="45468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“Recyclable 3D Printing of Aqueous PNIPAM for Sustainable Electroforming”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5F0F88-1D27-C30B-A592-87EDD52B17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741DEB1-4217-8D35-A372-5F39F29052E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773B6D9-BCC8-4D8B-B831-89295B4D83A8}" type="datetime1">
              <a:rPr lang="en-GB" smtClean="0"/>
              <a:t>26/10/2026</a:t>
            </a:fld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2A5059A-CA48-9B55-24CE-6D5B3B947C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160" y="2348880"/>
            <a:ext cx="3011331" cy="34812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5368F27-32B6-8E21-649A-AB07949712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11" y="3300794"/>
            <a:ext cx="4937365" cy="1879209"/>
          </a:xfrm>
          <a:prstGeom prst="rect">
            <a:avLst/>
          </a:prstGeom>
        </p:spPr>
      </p:pic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88284F58-4B22-234B-8590-2FACCB2AC08F}"/>
              </a:ext>
            </a:extLst>
          </p:cNvPr>
          <p:cNvSpPr txBox="1">
            <a:spLocks/>
          </p:cNvSpPr>
          <p:nvPr/>
        </p:nvSpPr>
        <p:spPr bwMode="auto">
          <a:xfrm>
            <a:off x="1757144" y="5419515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PNIPAM solidification cycle</a:t>
            </a:r>
            <a:endParaRPr lang="en-DK" sz="2000" b="1" kern="0" dirty="0"/>
          </a:p>
        </p:txBody>
      </p:sp>
      <p:sp>
        <p:nvSpPr>
          <p:cNvPr id="23" name="Content Placeholder 6">
            <a:extLst>
              <a:ext uri="{FF2B5EF4-FFF2-40B4-BE49-F238E27FC236}">
                <a16:creationId xmlns:a16="http://schemas.microsoft.com/office/drawing/2014/main" id="{088D2711-4D5C-70F6-8C6F-A9D0E363DF2F}"/>
              </a:ext>
            </a:extLst>
          </p:cNvPr>
          <p:cNvSpPr txBox="1">
            <a:spLocks/>
          </p:cNvSpPr>
          <p:nvPr/>
        </p:nvSpPr>
        <p:spPr bwMode="auto">
          <a:xfrm>
            <a:off x="7536160" y="5888640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Electroforming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1053699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90CC1-F5EE-D997-3EF0-3596572F3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A6824-0693-137C-A220-35C680445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MSc Thesis</a:t>
            </a:r>
            <a:endParaRPr lang="en-D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1BB6B-E64F-1C65-ABCB-93B396C3C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57200" y="1706399"/>
            <a:ext cx="9729901" cy="45468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“Recyclable 3D Printing of Aqueous PNIPAM for Sustainable Electroforming”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53549-88F8-9F69-835B-E1F200B5E9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8EACBD4-9ABA-EC05-A18F-9475BCDE3AD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7AA4217-E55C-4D9C-A1C5-604B852671EF}" type="datetime1">
              <a:rPr lang="en-GB" smtClean="0"/>
              <a:t>26/10/2026</a:t>
            </a:fld>
            <a:endParaRPr lang="en-GB"/>
          </a:p>
        </p:txBody>
      </p:sp>
      <p:pic>
        <p:nvPicPr>
          <p:cNvPr id="3" name="Picture Placeholder 8">
            <a:extLst>
              <a:ext uri="{FF2B5EF4-FFF2-40B4-BE49-F238E27FC236}">
                <a16:creationId xmlns:a16="http://schemas.microsoft.com/office/drawing/2014/main" id="{5C3771FD-244D-B049-8C2A-8797C4FDA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3" b="-53"/>
          <a:stretch>
            <a:fillRect/>
          </a:stretch>
        </p:blipFill>
        <p:spPr>
          <a:xfrm>
            <a:off x="623392" y="2287540"/>
            <a:ext cx="3328756" cy="3570683"/>
          </a:xfrm>
          <a:prstGeom prst="rect">
            <a:avLst/>
          </a:prstGeom>
        </p:spPr>
      </p:pic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F617F34B-3B4D-7375-3E24-3D3B96F4F16F}"/>
              </a:ext>
            </a:extLst>
          </p:cNvPr>
          <p:cNvSpPr txBox="1">
            <a:spLocks/>
          </p:cNvSpPr>
          <p:nvPr/>
        </p:nvSpPr>
        <p:spPr bwMode="auto">
          <a:xfrm>
            <a:off x="505251" y="5858223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Developed 3D printer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3116698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F05A2-DE6F-ADBC-2D0F-A34FA6DF6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BEBEC-0155-22C5-9F19-59A9053D1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MSc Thesis</a:t>
            </a:r>
            <a:endParaRPr lang="en-D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1A07B-178B-2730-5435-9F7517874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57200" y="1706399"/>
            <a:ext cx="9729901" cy="45468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“Recyclable 3D Printing of Aqueous PNIPAM for Sustainable Electroforming”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7912D-A422-3EAA-3F33-F49B9A52C1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C64770D-F13F-44ED-1FE8-35FBA8E5C6A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EFF0D66-DC6D-4533-8D41-2E2D8CBE9BF8}" type="datetime1">
              <a:rPr lang="en-GB" smtClean="0"/>
              <a:t>26/10/2026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A6EAEF-9128-3BA0-CED8-390EAB6CAB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1" r="9924" b="11328"/>
          <a:stretch>
            <a:fillRect/>
          </a:stretch>
        </p:blipFill>
        <p:spPr>
          <a:xfrm>
            <a:off x="4439816" y="2673464"/>
            <a:ext cx="3623606" cy="2612670"/>
          </a:xfrm>
          <a:prstGeom prst="rect">
            <a:avLst/>
          </a:prstGeom>
        </p:spPr>
      </p:pic>
      <p:pic>
        <p:nvPicPr>
          <p:cNvPr id="3" name="Picture Placeholder 8">
            <a:extLst>
              <a:ext uri="{FF2B5EF4-FFF2-40B4-BE49-F238E27FC236}">
                <a16:creationId xmlns:a16="http://schemas.microsoft.com/office/drawing/2014/main" id="{A0C85A29-00F7-DAEC-2231-C1942BD75B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3" b="-53"/>
          <a:stretch>
            <a:fillRect/>
          </a:stretch>
        </p:blipFill>
        <p:spPr>
          <a:xfrm>
            <a:off x="623392" y="2287540"/>
            <a:ext cx="3328756" cy="3570683"/>
          </a:xfrm>
          <a:prstGeom prst="rect">
            <a:avLst/>
          </a:prstGeom>
        </p:spPr>
      </p:pic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2639B638-AFAA-B67E-C4DA-5AF673792B23}"/>
              </a:ext>
            </a:extLst>
          </p:cNvPr>
          <p:cNvSpPr txBox="1">
            <a:spLocks/>
          </p:cNvSpPr>
          <p:nvPr/>
        </p:nvSpPr>
        <p:spPr bwMode="auto">
          <a:xfrm>
            <a:off x="505251" y="5858223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Developed 3D printer</a:t>
            </a:r>
            <a:endParaRPr lang="en-DK" sz="2000" b="1" kern="0" dirty="0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5AAEFD3-4D75-7E0E-11F8-8E07F8A2497A}"/>
              </a:ext>
            </a:extLst>
          </p:cNvPr>
          <p:cNvSpPr txBox="1">
            <a:spLocks/>
          </p:cNvSpPr>
          <p:nvPr/>
        </p:nvSpPr>
        <p:spPr bwMode="auto">
          <a:xfrm>
            <a:off x="4439816" y="5328580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PNIPAM/CNT specimen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575478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4D884-1F40-08A3-0FFA-F3CCFACDB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BC238-AEA3-0ACE-C739-84D35AC6F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MSc Thesis</a:t>
            </a:r>
            <a:endParaRPr lang="en-D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E1B600-1FB5-5B78-D403-1EE08B6E2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57200" y="1706399"/>
            <a:ext cx="9729901" cy="45468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“Recyclable 3D Printing of Aqueous PNIPAM for Sustainable Electroforming”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297F9-F201-62DA-C7CF-0CE872DAB1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69B4A74-8052-FB47-909C-12BF0214580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EFF0D66-DC6D-4533-8D41-2E2D8CBE9BF8}" type="datetime1">
              <a:rPr lang="en-GB" smtClean="0"/>
              <a:t>26/10/2026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FD7AB2-F223-F789-AA94-40A3C698CE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31" t="3676" r="15478" b="15332"/>
          <a:stretch>
            <a:fillRect/>
          </a:stretch>
        </p:blipFill>
        <p:spPr>
          <a:xfrm>
            <a:off x="8412540" y="2879512"/>
            <a:ext cx="3347216" cy="23867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E32846-7977-3BE3-DC08-9AE15D4522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1" r="9924" b="11328"/>
          <a:stretch>
            <a:fillRect/>
          </a:stretch>
        </p:blipFill>
        <p:spPr>
          <a:xfrm>
            <a:off x="4439816" y="2673464"/>
            <a:ext cx="3623606" cy="2612670"/>
          </a:xfrm>
          <a:prstGeom prst="rect">
            <a:avLst/>
          </a:prstGeom>
        </p:spPr>
      </p:pic>
      <p:pic>
        <p:nvPicPr>
          <p:cNvPr id="3" name="Picture Placeholder 8">
            <a:extLst>
              <a:ext uri="{FF2B5EF4-FFF2-40B4-BE49-F238E27FC236}">
                <a16:creationId xmlns:a16="http://schemas.microsoft.com/office/drawing/2014/main" id="{524BDF03-F3B3-E39B-E78E-3104470E33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3" b="-53"/>
          <a:stretch>
            <a:fillRect/>
          </a:stretch>
        </p:blipFill>
        <p:spPr>
          <a:xfrm>
            <a:off x="623392" y="2287540"/>
            <a:ext cx="3328756" cy="3570683"/>
          </a:xfrm>
          <a:prstGeom prst="rect">
            <a:avLst/>
          </a:prstGeom>
        </p:spPr>
      </p:pic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31A595A0-02F4-8363-10FC-22FBF71EFEED}"/>
              </a:ext>
            </a:extLst>
          </p:cNvPr>
          <p:cNvSpPr txBox="1">
            <a:spLocks/>
          </p:cNvSpPr>
          <p:nvPr/>
        </p:nvSpPr>
        <p:spPr bwMode="auto">
          <a:xfrm>
            <a:off x="505251" y="5858223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Developed 3D printer</a:t>
            </a:r>
            <a:endParaRPr lang="en-DK" sz="2000" b="1" kern="0" dirty="0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94574291-6588-E966-592B-0F26AEA1FFEF}"/>
              </a:ext>
            </a:extLst>
          </p:cNvPr>
          <p:cNvSpPr txBox="1">
            <a:spLocks/>
          </p:cNvSpPr>
          <p:nvPr/>
        </p:nvSpPr>
        <p:spPr bwMode="auto">
          <a:xfrm>
            <a:off x="4439816" y="5328580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PNIPAM/CNT specimen</a:t>
            </a:r>
            <a:endParaRPr lang="en-DK" sz="2000" b="1" kern="0" dirty="0"/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8D0B3E73-A7D6-A741-2822-5E9C6BD406AA}"/>
              </a:ext>
            </a:extLst>
          </p:cNvPr>
          <p:cNvSpPr txBox="1">
            <a:spLocks/>
          </p:cNvSpPr>
          <p:nvPr/>
        </p:nvSpPr>
        <p:spPr bwMode="auto">
          <a:xfrm>
            <a:off x="8304851" y="5353263"/>
            <a:ext cx="3562594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PNIPAM/CNT electroform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3395220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733BC-DF3C-FA00-F2F7-BA038FD86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Constant-flux inductor (CFI)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6AE4AEA-A15E-C93A-081F-E537BB059F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825256" cy="4546800"/>
          </a:xfrm>
        </p:spPr>
        <p:txBody>
          <a:bodyPr/>
          <a:lstStyle/>
          <a:p>
            <a:pPr marL="0" indent="0">
              <a:buNone/>
            </a:pPr>
            <a:r>
              <a:rPr lang="en-DK" sz="2000" dirty="0"/>
              <a:t>A constant-flux inductor is an magnetic component designed to distribute magnetic flux uniformly across its core.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E2878-8BE0-44C0-0CE7-D2FC97C93F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2B8F6-4184-7885-87FD-DED50F545A7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6E5E7B2-52FE-437D-BAB9-848C298B9E9A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6575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FC634-6B4B-5B4B-DB0E-03BCF3B0D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8E4EE-AA8B-5131-1910-AF94578A0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Constant-flux inductor (CFI)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2A5B2A-D615-B5F6-B989-8384E48A29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825256" cy="4546800"/>
          </a:xfrm>
        </p:spPr>
        <p:txBody>
          <a:bodyPr/>
          <a:lstStyle/>
          <a:p>
            <a:pPr marL="0" indent="0">
              <a:buNone/>
            </a:pPr>
            <a:r>
              <a:rPr lang="en-DK" sz="2000" dirty="0"/>
              <a:t>A constant-flux inductor is an magnetic component designed to distribute magnetic flux uniformly across its core.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Benefits:</a:t>
            </a:r>
          </a:p>
          <a:p>
            <a:r>
              <a:rPr lang="en-US" sz="2000" dirty="0"/>
              <a:t>Prevents localized saturation</a:t>
            </a:r>
          </a:p>
          <a:p>
            <a:r>
              <a:rPr lang="en-US" sz="2000" dirty="0"/>
              <a:t>Distributes the temperature</a:t>
            </a:r>
          </a:p>
          <a:p>
            <a:r>
              <a:rPr lang="en-US" sz="2000" dirty="0"/>
              <a:t>Reduces the footprint</a:t>
            </a:r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D1ED37-ACE7-70D6-6D60-69664B9056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102BB-BBFE-C011-2E92-E76D4662151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8D405FB-DF4A-4899-AA59-ADE4657F679D}" type="datetime1">
              <a:rPr lang="en-GB" smtClean="0"/>
              <a:t>26/10/2026</a:t>
            </a:fld>
            <a:endParaRPr lang="en-GB"/>
          </a:p>
        </p:txBody>
      </p:sp>
      <p:pic>
        <p:nvPicPr>
          <p:cNvPr id="6" name="Picture 5" descr="PDF] Design and evaluation of the constant-flux inductor with  enclosed-winding | Semantic Scholar">
            <a:extLst>
              <a:ext uri="{FF2B5EF4-FFF2-40B4-BE49-F238E27FC236}">
                <a16:creationId xmlns:a16="http://schemas.microsoft.com/office/drawing/2014/main" id="{7BF3E781-99B9-455C-355D-8A932B5810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65"/>
          <a:stretch>
            <a:fillRect/>
          </a:stretch>
        </p:blipFill>
        <p:spPr>
          <a:xfrm>
            <a:off x="6430913" y="1988840"/>
            <a:ext cx="4958227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055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78C0E-E2BA-5A50-4717-FAEA86834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B6601-32F3-D0D8-80CA-0B16B5D6F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Constant-flux inductor (CFI)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B28B234-33F9-CC0C-6EC2-9A254A3B06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825256" cy="4546800"/>
          </a:xfrm>
        </p:spPr>
        <p:txBody>
          <a:bodyPr/>
          <a:lstStyle/>
          <a:p>
            <a:pPr marL="0" indent="0">
              <a:buNone/>
            </a:pPr>
            <a:r>
              <a:rPr lang="en-DK" sz="2000" dirty="0"/>
              <a:t>A constant-flux inductor is an magnetic component designed to distribute magnetic flux uniformly across its core.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Benefits:</a:t>
            </a:r>
          </a:p>
          <a:p>
            <a:r>
              <a:rPr lang="en-US" sz="2000" dirty="0"/>
              <a:t>Prevents localized saturation</a:t>
            </a:r>
          </a:p>
          <a:p>
            <a:r>
              <a:rPr lang="en-US" sz="2000" dirty="0"/>
              <a:t>Distributes the temperature</a:t>
            </a:r>
          </a:p>
          <a:p>
            <a:r>
              <a:rPr lang="en-US" sz="2000" dirty="0"/>
              <a:t>Reduces the footprint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Tradeoff:</a:t>
            </a:r>
          </a:p>
          <a:p>
            <a:r>
              <a:rPr lang="en-US" sz="2000" dirty="0"/>
              <a:t>Manufacturing complexity</a:t>
            </a:r>
          </a:p>
          <a:p>
            <a:r>
              <a:rPr lang="en-US" sz="2000" dirty="0"/>
              <a:t>Cost</a:t>
            </a:r>
          </a:p>
          <a:p>
            <a:r>
              <a:rPr lang="en-US" sz="2000" dirty="0"/>
              <a:t>Physical tuning</a:t>
            </a:r>
            <a:endParaRPr lang="en-DK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2D0A77-E9CA-25CB-35D3-464C6EBC6F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23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AB245-EEB5-8D72-6DF8-75DB432F507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6EDB821-564D-4E0C-B616-A564CBCDB8AA}" type="datetime1">
              <a:rPr lang="en-GB" smtClean="0"/>
              <a:t>26/10/2026</a:t>
            </a:fld>
            <a:endParaRPr lang="en-GB"/>
          </a:p>
        </p:txBody>
      </p:sp>
      <p:pic>
        <p:nvPicPr>
          <p:cNvPr id="6" name="Picture 5" descr="PDF] Design and evaluation of the constant-flux inductor with  enclosed-winding | Semantic Scholar">
            <a:extLst>
              <a:ext uri="{FF2B5EF4-FFF2-40B4-BE49-F238E27FC236}">
                <a16:creationId xmlns:a16="http://schemas.microsoft.com/office/drawing/2014/main" id="{CE9679A8-0007-9D17-D31F-5142ACCFCA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65"/>
          <a:stretch>
            <a:fillRect/>
          </a:stretch>
        </p:blipFill>
        <p:spPr>
          <a:xfrm>
            <a:off x="6430913" y="1988840"/>
            <a:ext cx="4958227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241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2BFAF6C-90FD-BB98-9553-16C5B532B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designing a CFI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77608-41C7-0A28-3AC2-B208DCB540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24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495EF-E962-25D2-05E1-074D7A6591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3180453-47FC-4E7F-9EEE-68F576D15870}" type="datetime1">
              <a:rPr lang="en-GB" smtClean="0"/>
              <a:t>26/10/2026</a:t>
            </a:fld>
            <a:endParaRPr lang="en-GB"/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57D44451-3B91-7CA1-8325-A41780FA6699}"/>
              </a:ext>
            </a:extLst>
          </p:cNvPr>
          <p:cNvSpPr txBox="1">
            <a:spLocks/>
          </p:cNvSpPr>
          <p:nvPr/>
        </p:nvSpPr>
        <p:spPr bwMode="auto">
          <a:xfrm>
            <a:off x="1528274" y="1700808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Specialized geometry</a:t>
            </a:r>
            <a:endParaRPr lang="en-DK" sz="2000" b="1" kern="0" dirty="0"/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2C1B7CB0-AED8-3CBC-E96F-F2106441570E}"/>
              </a:ext>
            </a:extLst>
          </p:cNvPr>
          <p:cNvSpPr txBox="1">
            <a:spLocks/>
          </p:cNvSpPr>
          <p:nvPr/>
        </p:nvSpPr>
        <p:spPr bwMode="auto">
          <a:xfrm>
            <a:off x="7242591" y="1700808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Multi-permeability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24477453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C94DC-4D46-95BF-5A0C-A826C7D42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F38B1BD-CE85-B51C-3A88-E4AA19B4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designing a CFI</a:t>
            </a:r>
            <a:endParaRPr lang="en-D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25C881D-BD95-1107-6115-104875B176B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1129638" y="2222542"/>
            <a:ext cx="3667637" cy="2486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C95F3-14B3-418B-9B15-8EA223710D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096C6-DEA3-8A63-6E07-AC75CBE90D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A9A5353-58EB-4E1F-9892-AD2A266DB1CC}" type="datetime1">
              <a:rPr lang="en-GB" smtClean="0"/>
              <a:t>26/10/2026</a:t>
            </a:fld>
            <a:endParaRPr lang="en-GB"/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4AFD6808-015F-13E4-570E-18E5B785CE7D}"/>
              </a:ext>
            </a:extLst>
          </p:cNvPr>
          <p:cNvSpPr txBox="1">
            <a:spLocks/>
          </p:cNvSpPr>
          <p:nvPr/>
        </p:nvSpPr>
        <p:spPr bwMode="auto">
          <a:xfrm>
            <a:off x="1528274" y="1700808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Specialized geometry</a:t>
            </a:r>
            <a:endParaRPr lang="en-DK" sz="2000" b="1" kern="0" dirty="0"/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9EF09612-662C-54C3-09CD-9A01E4C844EC}"/>
              </a:ext>
            </a:extLst>
          </p:cNvPr>
          <p:cNvSpPr txBox="1">
            <a:spLocks/>
          </p:cNvSpPr>
          <p:nvPr/>
        </p:nvSpPr>
        <p:spPr bwMode="auto">
          <a:xfrm>
            <a:off x="7242591" y="1700808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Multi-permeability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3433227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831A6-5227-AB7E-B5F7-A6992D793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5696581-6ECF-4615-A779-EDFE6D6BF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designing a CFI</a:t>
            </a:r>
            <a:endParaRPr lang="en-D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1C2C262-9B9E-A801-FBC9-D5E78CF17C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1129638" y="2222542"/>
            <a:ext cx="3667637" cy="2486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CD9824-371A-81D3-B792-D607A42820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7A9DB-C948-7DFE-F8A4-61125FC00EE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48A3802-6E7D-49AF-8BB5-75F2A47592D0}" type="datetime1">
              <a:rPr lang="en-GB" smtClean="0"/>
              <a:t>26/10/2026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BB4A0CD-C0BF-1AE8-B21A-398AD76A5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944" y="2289227"/>
            <a:ext cx="5772956" cy="2353003"/>
          </a:xfrm>
          <a:prstGeom prst="rect">
            <a:avLst/>
          </a:prstGeom>
        </p:spPr>
      </p:pic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22E4165C-6427-FEA4-6775-84C3FD71BFFA}"/>
              </a:ext>
            </a:extLst>
          </p:cNvPr>
          <p:cNvSpPr txBox="1">
            <a:spLocks/>
          </p:cNvSpPr>
          <p:nvPr/>
        </p:nvSpPr>
        <p:spPr bwMode="auto">
          <a:xfrm>
            <a:off x="1528274" y="1700808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Specialized geometry</a:t>
            </a:r>
            <a:endParaRPr lang="en-DK" sz="2000" b="1" kern="0" dirty="0"/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AE53D11C-826A-76BC-F63E-F707C7D7FBC9}"/>
              </a:ext>
            </a:extLst>
          </p:cNvPr>
          <p:cNvSpPr txBox="1">
            <a:spLocks/>
          </p:cNvSpPr>
          <p:nvPr/>
        </p:nvSpPr>
        <p:spPr bwMode="auto">
          <a:xfrm>
            <a:off x="7242591" y="1700808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Multi-permeability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5651235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A4F28-F38F-5E6C-FCCB-A2DA58ADE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A7C07FC-56C1-C3CC-4FA2-F22A54389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designing a CFI</a:t>
            </a:r>
            <a:endParaRPr lang="en-D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FA15B0D-F3F5-EAA8-1525-898D5535071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1129638" y="2222542"/>
            <a:ext cx="3667637" cy="2486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F5BABD-3B37-CC4A-53C5-8DAB58FE2D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23115-AC77-E4FB-0A6D-91CB335083B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BB0096F-671B-4CCD-9A6A-A9B38826ED57}" type="datetime1">
              <a:rPr lang="en-GB" smtClean="0"/>
              <a:t>26/10/2026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46FA2A-A5E8-D96C-6825-5906A3A11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944" y="2289227"/>
            <a:ext cx="5772956" cy="2353003"/>
          </a:xfrm>
          <a:prstGeom prst="rect">
            <a:avLst/>
          </a:prstGeom>
        </p:spPr>
      </p:pic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F425D9E6-FCA5-B62A-5EE4-E51EC3B0D7FD}"/>
              </a:ext>
            </a:extLst>
          </p:cNvPr>
          <p:cNvSpPr txBox="1">
            <a:spLocks/>
          </p:cNvSpPr>
          <p:nvPr/>
        </p:nvSpPr>
        <p:spPr bwMode="auto">
          <a:xfrm>
            <a:off x="1847528" y="4930872"/>
            <a:ext cx="8663508" cy="454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lang="en-US" sz="2000" kern="0" dirty="0"/>
              <a:t>Geometry and permeability are not mutually exclusive design variables, and optimizing both may offer further benefits.</a:t>
            </a:r>
          </a:p>
          <a:p>
            <a:pPr marL="0" indent="0">
              <a:buFontTx/>
              <a:buNone/>
            </a:pPr>
            <a:endParaRPr lang="en-US" sz="2000" kern="0" dirty="0"/>
          </a:p>
          <a:p>
            <a:pPr marL="0" indent="0" algn="ctr">
              <a:buFontTx/>
              <a:buNone/>
            </a:pPr>
            <a:r>
              <a:rPr lang="en-US" sz="2000" kern="0" dirty="0"/>
              <a:t>Custom and complex -&gt; perfectly suited for AM.</a:t>
            </a:r>
            <a:endParaRPr lang="en-DK" sz="2000" kern="0" dirty="0"/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9616F1ED-E1BA-ED90-B1D7-044DFE80FF36}"/>
              </a:ext>
            </a:extLst>
          </p:cNvPr>
          <p:cNvSpPr txBox="1">
            <a:spLocks/>
          </p:cNvSpPr>
          <p:nvPr/>
        </p:nvSpPr>
        <p:spPr bwMode="auto">
          <a:xfrm>
            <a:off x="1528274" y="1700808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Specialized geometry</a:t>
            </a:r>
            <a:endParaRPr lang="en-DK" sz="2000" b="1" kern="0" dirty="0"/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9F27F206-D689-280E-33C6-5A4B141B6047}"/>
              </a:ext>
            </a:extLst>
          </p:cNvPr>
          <p:cNvSpPr txBox="1">
            <a:spLocks/>
          </p:cNvSpPr>
          <p:nvPr/>
        </p:nvSpPr>
        <p:spPr bwMode="auto">
          <a:xfrm>
            <a:off x="7242591" y="1700808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Multi-permeability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38115362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75B5D-9F07-1B66-16BF-F2558F17E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EECF206-CCA9-3A11-6175-A69E78DE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433842" cy="972716"/>
          </a:xfrm>
        </p:spPr>
        <p:txBody>
          <a:bodyPr/>
          <a:lstStyle/>
          <a:p>
            <a:r>
              <a:rPr lang="en-US" dirty="0"/>
              <a:t>Methods of manufacturing a multi-permeability core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5DF4DA-2629-F92D-0973-011D707972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28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A4D97-9ACA-2086-A643-C34E4223CEE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0273713-0652-45B1-A18F-C2246E183095}" type="datetime1">
              <a:rPr lang="en-GB" smtClean="0"/>
              <a:t>26/10/2026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C140D5-716F-2957-54CF-04F3CE7B9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000" y="2161050"/>
            <a:ext cx="2845963" cy="3713093"/>
          </a:xfrm>
          <a:prstGeom prst="rect">
            <a:avLst/>
          </a:prstGeom>
        </p:spPr>
      </p:pic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7C30882F-6E40-FC3F-59D7-705BA3E30CFB}"/>
              </a:ext>
            </a:extLst>
          </p:cNvPr>
          <p:cNvSpPr txBox="1">
            <a:spLocks/>
          </p:cNvSpPr>
          <p:nvPr/>
        </p:nvSpPr>
        <p:spPr bwMode="auto">
          <a:xfrm>
            <a:off x="804600" y="171183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Multi-step pressing</a:t>
            </a:r>
            <a:endParaRPr lang="en-DK" sz="2000" b="1" kern="0" dirty="0"/>
          </a:p>
        </p:txBody>
      </p:sp>
      <p:sp>
        <p:nvSpPr>
          <p:cNvPr id="27" name="Content Placeholder 6">
            <a:extLst>
              <a:ext uri="{FF2B5EF4-FFF2-40B4-BE49-F238E27FC236}">
                <a16:creationId xmlns:a16="http://schemas.microsoft.com/office/drawing/2014/main" id="{300A82C3-9FA0-2385-C6D1-DA1A11633A85}"/>
              </a:ext>
            </a:extLst>
          </p:cNvPr>
          <p:cNvSpPr txBox="1">
            <a:spLocks/>
          </p:cNvSpPr>
          <p:nvPr/>
        </p:nvSpPr>
        <p:spPr bwMode="auto">
          <a:xfrm>
            <a:off x="829000" y="5863309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kern="0" dirty="0"/>
              <a:t>Complex tooling </a:t>
            </a:r>
          </a:p>
          <a:p>
            <a:pPr marL="0" indent="0" algn="ctr">
              <a:buFontTx/>
              <a:buNone/>
            </a:pPr>
            <a:r>
              <a:rPr lang="en-US" kern="0" dirty="0"/>
              <a:t>Limited design freedom</a:t>
            </a:r>
            <a:endParaRPr lang="en-DK" kern="0" dirty="0"/>
          </a:p>
        </p:txBody>
      </p:sp>
    </p:spTree>
    <p:extLst>
      <p:ext uri="{BB962C8B-B14F-4D97-AF65-F5344CB8AC3E}">
        <p14:creationId xmlns:p14="http://schemas.microsoft.com/office/powerpoint/2010/main" val="5024275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754F3-1038-D99E-D450-86F22DFD6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0736B8C-23C1-8300-9941-0C3E3A66F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433842" cy="972716"/>
          </a:xfrm>
        </p:spPr>
        <p:txBody>
          <a:bodyPr/>
          <a:lstStyle/>
          <a:p>
            <a:r>
              <a:rPr lang="en-US" dirty="0"/>
              <a:t>Methods of manufacturing a multi-permeability core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739636-DE61-F96B-E700-0B9BBBFE5D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29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8CD62-5BBB-35A8-2A30-729A9F86A1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B4E069D-7CA6-48E5-B1C5-22C077CAD6E3}" type="datetime1">
              <a:rPr lang="en-GB" smtClean="0"/>
              <a:t>26/10/2026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748995-D974-7F72-B734-E514C8E0D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000" y="2161050"/>
            <a:ext cx="2845963" cy="37130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034DA5-FE47-F657-92C6-E41675AF8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478" y="3212976"/>
            <a:ext cx="4320480" cy="1669768"/>
          </a:xfrm>
          <a:prstGeom prst="rect">
            <a:avLst/>
          </a:prstGeom>
        </p:spPr>
      </p:pic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DC5FBA39-7B89-132A-80B0-28200DCAB515}"/>
              </a:ext>
            </a:extLst>
          </p:cNvPr>
          <p:cNvSpPr txBox="1">
            <a:spLocks/>
          </p:cNvSpPr>
          <p:nvPr/>
        </p:nvSpPr>
        <p:spPr bwMode="auto">
          <a:xfrm>
            <a:off x="804600" y="171183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Multi-step pressing</a:t>
            </a:r>
            <a:endParaRPr lang="en-DK" sz="2000" b="1" kern="0" dirty="0"/>
          </a:p>
        </p:txBody>
      </p:sp>
      <p:sp>
        <p:nvSpPr>
          <p:cNvPr id="23" name="Content Placeholder 6">
            <a:extLst>
              <a:ext uri="{FF2B5EF4-FFF2-40B4-BE49-F238E27FC236}">
                <a16:creationId xmlns:a16="http://schemas.microsoft.com/office/drawing/2014/main" id="{ADBBBD32-D2A4-7E3D-E21C-4B0F51015466}"/>
              </a:ext>
            </a:extLst>
          </p:cNvPr>
          <p:cNvSpPr txBox="1">
            <a:spLocks/>
          </p:cNvSpPr>
          <p:nvPr/>
        </p:nvSpPr>
        <p:spPr bwMode="auto">
          <a:xfrm>
            <a:off x="4173979" y="1719964"/>
            <a:ext cx="4099478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Temperature gradient sintering</a:t>
            </a:r>
            <a:endParaRPr lang="en-DK" sz="2000" b="1" kern="0" dirty="0"/>
          </a:p>
        </p:txBody>
      </p:sp>
      <p:sp>
        <p:nvSpPr>
          <p:cNvPr id="27" name="Content Placeholder 6">
            <a:extLst>
              <a:ext uri="{FF2B5EF4-FFF2-40B4-BE49-F238E27FC236}">
                <a16:creationId xmlns:a16="http://schemas.microsoft.com/office/drawing/2014/main" id="{EB6CD91B-C2CE-72DF-34F4-0C7FAAB7592E}"/>
              </a:ext>
            </a:extLst>
          </p:cNvPr>
          <p:cNvSpPr txBox="1">
            <a:spLocks/>
          </p:cNvSpPr>
          <p:nvPr/>
        </p:nvSpPr>
        <p:spPr bwMode="auto">
          <a:xfrm>
            <a:off x="829000" y="5863309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kern="0" dirty="0"/>
              <a:t>Complex tooling </a:t>
            </a:r>
          </a:p>
          <a:p>
            <a:pPr marL="0" indent="0" algn="ctr">
              <a:buFontTx/>
              <a:buNone/>
            </a:pPr>
            <a:r>
              <a:rPr lang="en-US" kern="0" dirty="0"/>
              <a:t>Limited design freedom</a:t>
            </a:r>
            <a:endParaRPr lang="en-DK" kern="0" dirty="0"/>
          </a:p>
        </p:txBody>
      </p:sp>
      <p:sp>
        <p:nvSpPr>
          <p:cNvPr id="29" name="Content Placeholder 6">
            <a:extLst>
              <a:ext uri="{FF2B5EF4-FFF2-40B4-BE49-F238E27FC236}">
                <a16:creationId xmlns:a16="http://schemas.microsoft.com/office/drawing/2014/main" id="{36ED8114-E951-4CAF-7A90-50808C69D06A}"/>
              </a:ext>
            </a:extLst>
          </p:cNvPr>
          <p:cNvSpPr txBox="1">
            <a:spLocks/>
          </p:cNvSpPr>
          <p:nvPr/>
        </p:nvSpPr>
        <p:spPr bwMode="auto">
          <a:xfrm>
            <a:off x="4660818" y="587414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kern="0" dirty="0"/>
              <a:t>Complex sintering</a:t>
            </a:r>
          </a:p>
          <a:p>
            <a:pPr marL="0" indent="0" algn="ctr">
              <a:buFontTx/>
              <a:buNone/>
            </a:pPr>
            <a:r>
              <a:rPr lang="en-US" kern="0" dirty="0"/>
              <a:t>Limited design freedom</a:t>
            </a:r>
            <a:endParaRPr lang="en-DK" kern="0" dirty="0"/>
          </a:p>
        </p:txBody>
      </p:sp>
    </p:spTree>
    <p:extLst>
      <p:ext uri="{BB962C8B-B14F-4D97-AF65-F5344CB8AC3E}">
        <p14:creationId xmlns:p14="http://schemas.microsoft.com/office/powerpoint/2010/main" val="2596848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EDC70-E1C3-B195-02BF-E56B5D587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D18F48-5A96-D8AC-B2E6-E98F7D4F6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433842" cy="972716"/>
          </a:xfrm>
        </p:spPr>
        <p:txBody>
          <a:bodyPr/>
          <a:lstStyle/>
          <a:p>
            <a:r>
              <a:rPr lang="en-US" dirty="0"/>
              <a:t>Methods of manufacturing a multi-permeability core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CC4B59-BA08-9B1C-71CE-B51157AFFA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30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EEE31-6C44-6252-5E7A-678A44FADFF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FA65CF2-CDE2-4267-98E1-73A3F0D256C0}" type="datetime1">
              <a:rPr lang="en-GB" smtClean="0"/>
              <a:t>26/10/2026</a:t>
            </a:fld>
            <a:endParaRPr lang="en-GB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B794603-3646-65D9-7CA0-EC2136CCB16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9002978" y="2164180"/>
            <a:ext cx="2587668" cy="3729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90DC2D-A04D-E69E-D5BB-B8E01307D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00" y="2161050"/>
            <a:ext cx="2845963" cy="37130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D6E80E-0888-7A09-3D09-E88B331B3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478" y="3212976"/>
            <a:ext cx="4320480" cy="1669768"/>
          </a:xfrm>
          <a:prstGeom prst="rect">
            <a:avLst/>
          </a:prstGeom>
        </p:spPr>
      </p:pic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FBFA2C3E-BBB6-9014-B0A3-2D987DD86F9B}"/>
              </a:ext>
            </a:extLst>
          </p:cNvPr>
          <p:cNvSpPr txBox="1">
            <a:spLocks/>
          </p:cNvSpPr>
          <p:nvPr/>
        </p:nvSpPr>
        <p:spPr bwMode="auto">
          <a:xfrm>
            <a:off x="804600" y="171183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Multi-step pressing</a:t>
            </a:r>
            <a:endParaRPr lang="en-DK" sz="2000" b="1" kern="0" dirty="0"/>
          </a:p>
        </p:txBody>
      </p:sp>
      <p:sp>
        <p:nvSpPr>
          <p:cNvPr id="23" name="Content Placeholder 6">
            <a:extLst>
              <a:ext uri="{FF2B5EF4-FFF2-40B4-BE49-F238E27FC236}">
                <a16:creationId xmlns:a16="http://schemas.microsoft.com/office/drawing/2014/main" id="{CB9DC379-A854-96DE-BFCA-BC4D8810B425}"/>
              </a:ext>
            </a:extLst>
          </p:cNvPr>
          <p:cNvSpPr txBox="1">
            <a:spLocks/>
          </p:cNvSpPr>
          <p:nvPr/>
        </p:nvSpPr>
        <p:spPr bwMode="auto">
          <a:xfrm>
            <a:off x="4173979" y="1719964"/>
            <a:ext cx="4099478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Temperature gradient sintering</a:t>
            </a:r>
            <a:endParaRPr lang="en-DK" sz="2000" b="1" kern="0" dirty="0"/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F0CF69E0-D5FB-A56F-CFDD-1126A906157E}"/>
              </a:ext>
            </a:extLst>
          </p:cNvPr>
          <p:cNvSpPr txBox="1">
            <a:spLocks/>
          </p:cNvSpPr>
          <p:nvPr/>
        </p:nvSpPr>
        <p:spPr bwMode="auto">
          <a:xfrm>
            <a:off x="8184232" y="1711833"/>
            <a:ext cx="4099478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Multi-material AM</a:t>
            </a:r>
            <a:endParaRPr lang="en-DK" sz="2000" b="1" kern="0" dirty="0"/>
          </a:p>
        </p:txBody>
      </p:sp>
      <p:sp>
        <p:nvSpPr>
          <p:cNvPr id="27" name="Content Placeholder 6">
            <a:extLst>
              <a:ext uri="{FF2B5EF4-FFF2-40B4-BE49-F238E27FC236}">
                <a16:creationId xmlns:a16="http://schemas.microsoft.com/office/drawing/2014/main" id="{1D023C1D-0D9E-CDE3-4366-4405337A2243}"/>
              </a:ext>
            </a:extLst>
          </p:cNvPr>
          <p:cNvSpPr txBox="1">
            <a:spLocks/>
          </p:cNvSpPr>
          <p:nvPr/>
        </p:nvSpPr>
        <p:spPr bwMode="auto">
          <a:xfrm>
            <a:off x="829000" y="5863309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kern="0" dirty="0"/>
              <a:t>Complex tooling </a:t>
            </a:r>
          </a:p>
          <a:p>
            <a:pPr marL="0" indent="0" algn="ctr">
              <a:buFontTx/>
              <a:buNone/>
            </a:pPr>
            <a:r>
              <a:rPr lang="en-US" kern="0" dirty="0"/>
              <a:t>Limited design freedom</a:t>
            </a:r>
            <a:endParaRPr lang="en-DK" kern="0" dirty="0"/>
          </a:p>
        </p:txBody>
      </p:sp>
      <p:sp>
        <p:nvSpPr>
          <p:cNvPr id="29" name="Content Placeholder 6">
            <a:extLst>
              <a:ext uri="{FF2B5EF4-FFF2-40B4-BE49-F238E27FC236}">
                <a16:creationId xmlns:a16="http://schemas.microsoft.com/office/drawing/2014/main" id="{2F05AEB7-FBD8-695F-6A61-EF9799B852B2}"/>
              </a:ext>
            </a:extLst>
          </p:cNvPr>
          <p:cNvSpPr txBox="1">
            <a:spLocks/>
          </p:cNvSpPr>
          <p:nvPr/>
        </p:nvSpPr>
        <p:spPr bwMode="auto">
          <a:xfrm>
            <a:off x="4660818" y="587414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kern="0" dirty="0"/>
              <a:t>Complex sintering</a:t>
            </a:r>
          </a:p>
          <a:p>
            <a:pPr marL="0" indent="0" algn="ctr">
              <a:buFontTx/>
              <a:buNone/>
            </a:pPr>
            <a:r>
              <a:rPr lang="en-US" kern="0" dirty="0"/>
              <a:t>Limited design freedom</a:t>
            </a:r>
            <a:endParaRPr lang="en-DK" kern="0" dirty="0"/>
          </a:p>
        </p:txBody>
      </p:sp>
      <p:sp>
        <p:nvSpPr>
          <p:cNvPr id="31" name="Content Placeholder 6">
            <a:extLst>
              <a:ext uri="{FF2B5EF4-FFF2-40B4-BE49-F238E27FC236}">
                <a16:creationId xmlns:a16="http://schemas.microsoft.com/office/drawing/2014/main" id="{8B3303CC-CB60-956D-8145-3D818037E9F9}"/>
              </a:ext>
            </a:extLst>
          </p:cNvPr>
          <p:cNvSpPr txBox="1">
            <a:spLocks/>
          </p:cNvSpPr>
          <p:nvPr/>
        </p:nvSpPr>
        <p:spPr bwMode="auto">
          <a:xfrm>
            <a:off x="8861630" y="5863309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kern="0" dirty="0"/>
              <a:t>Requires sintering</a:t>
            </a:r>
          </a:p>
        </p:txBody>
      </p:sp>
    </p:spTree>
    <p:extLst>
      <p:ext uri="{BB962C8B-B14F-4D97-AF65-F5344CB8AC3E}">
        <p14:creationId xmlns:p14="http://schemas.microsoft.com/office/powerpoint/2010/main" val="12543735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BA523-24D7-09E0-5303-CD6C54B8D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field of 3D printing magnetics</a:t>
            </a:r>
            <a:endParaRPr lang="en-DK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5F8F5EF-88EB-2462-21EC-7A016E720D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5489978"/>
              </p:ext>
            </p:extLst>
          </p:nvPr>
        </p:nvGraphicFramePr>
        <p:xfrm>
          <a:off x="623392" y="1728353"/>
          <a:ext cx="6575971" cy="4545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CEC73-A421-A9E3-9DFC-BD6EEFC34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6BE3-DFA7-4C03-8985-F61C4AFAE131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361E7B-92A9-AD5D-5300-F1603C5F7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5186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7E70F-21EA-1562-E3A3-5D4FF7FAC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6E5E5-DB6C-6428-FAB3-55035B22C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field of 3D printing magnetics</a:t>
            </a:r>
            <a:endParaRPr lang="en-DK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7DE01DA-63B7-BBC5-6E14-B18F8F3603D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3392" y="1728353"/>
          <a:ext cx="6575971" cy="4545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DA779-3994-421E-11B3-00672F637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C7A23-A872-4B24-9D40-EBEA5895BF4E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AFB26-CAC0-4715-EEBF-8D55AF258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32</a:t>
            </a:fld>
            <a:endParaRPr lang="en-GB" dirty="0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907D1682-B3E3-FDF3-CB9D-0AB9E8E1A68C}"/>
              </a:ext>
            </a:extLst>
          </p:cNvPr>
          <p:cNvSpPr txBox="1">
            <a:spLocks/>
          </p:cNvSpPr>
          <p:nvPr/>
        </p:nvSpPr>
        <p:spPr>
          <a:xfrm>
            <a:off x="7626273" y="2612195"/>
            <a:ext cx="4409100" cy="808133"/>
          </a:xfrm>
          <a:prstGeom prst="rect">
            <a:avLst/>
          </a:prstGeom>
        </p:spPr>
        <p:txBody>
          <a:bodyPr/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000" kern="0" dirty="0">
                <a:solidFill>
                  <a:srgbClr val="FF0000"/>
                </a:solidFill>
              </a:rPr>
              <a:t>Inability to perform multi-material printing in the same layer</a:t>
            </a:r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28EB243C-1525-8328-DC02-E46CE84C49EC}"/>
              </a:ext>
            </a:extLst>
          </p:cNvPr>
          <p:cNvSpPr/>
          <p:nvPr/>
        </p:nvSpPr>
        <p:spPr bwMode="auto">
          <a:xfrm>
            <a:off x="400721" y="266036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96FBE0BA-D385-B3BA-1EAF-97C6EEAB952D}"/>
              </a:ext>
            </a:extLst>
          </p:cNvPr>
          <p:cNvSpPr/>
          <p:nvPr/>
        </p:nvSpPr>
        <p:spPr bwMode="auto">
          <a:xfrm>
            <a:off x="3705451" y="2669546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C96636E3-80C1-E6F2-00E7-04062D3497EF}"/>
              </a:ext>
            </a:extLst>
          </p:cNvPr>
          <p:cNvSpPr/>
          <p:nvPr/>
        </p:nvSpPr>
        <p:spPr bwMode="auto">
          <a:xfrm>
            <a:off x="2053746" y="266036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679844-963E-D078-88B0-27AAAA8CE6D6}"/>
              </a:ext>
            </a:extLst>
          </p:cNvPr>
          <p:cNvSpPr/>
          <p:nvPr/>
        </p:nvSpPr>
        <p:spPr bwMode="auto">
          <a:xfrm>
            <a:off x="5563903" y="2707464"/>
            <a:ext cx="1318694" cy="684123"/>
          </a:xfrm>
          <a:prstGeom prst="rect">
            <a:avLst/>
          </a:prstGeom>
          <a:noFill/>
          <a:ln w="76200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603969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D5DD0-AE42-9DB5-A93D-8D5B51930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FDM vs FGF vs DIW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4CF7A-6D8C-57D8-6204-7B127DBC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03A9-C100-49BE-9B29-7E5FC8495FD4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E3B5C-2BA0-EDB2-61E9-F67D22B14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33</a:t>
            </a:fld>
            <a:endParaRPr lang="en-GB" dirty="0"/>
          </a:p>
        </p:txBody>
      </p:sp>
      <p:pic>
        <p:nvPicPr>
          <p:cNvPr id="8" name="Content Placeholder 7" descr="https://ars.els-cdn.com/content/image/1-s2.0-S2214860422006418-gr1_lrg.jpg">
            <a:extLst>
              <a:ext uri="{FF2B5EF4-FFF2-40B4-BE49-F238E27FC236}">
                <a16:creationId xmlns:a16="http://schemas.microsoft.com/office/drawing/2014/main" id="{9B20E113-7BDD-D272-0A36-AD83483827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769"/>
          <a:stretch>
            <a:fillRect/>
          </a:stretch>
        </p:blipFill>
        <p:spPr>
          <a:xfrm>
            <a:off x="1525294" y="1844824"/>
            <a:ext cx="9811238" cy="3528392"/>
          </a:xfrm>
          <a:prstGeom prst="rect">
            <a:avLst/>
          </a:prstGeom>
        </p:spPr>
      </p:pic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4BB927EF-EFAC-1C3A-6101-87F7F1C2F536}"/>
              </a:ext>
            </a:extLst>
          </p:cNvPr>
          <p:cNvSpPr txBox="1">
            <a:spLocks/>
          </p:cNvSpPr>
          <p:nvPr/>
        </p:nvSpPr>
        <p:spPr bwMode="auto">
          <a:xfrm>
            <a:off x="1525294" y="5618189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Fused Deposition Modeling (FDM)</a:t>
            </a:r>
            <a:endParaRPr lang="en-DK" sz="2000" b="1" kern="0" dirty="0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AE7ABC7E-B3E4-06FF-0271-678A67F38AD1}"/>
              </a:ext>
            </a:extLst>
          </p:cNvPr>
          <p:cNvSpPr txBox="1">
            <a:spLocks/>
          </p:cNvSpPr>
          <p:nvPr/>
        </p:nvSpPr>
        <p:spPr bwMode="auto">
          <a:xfrm>
            <a:off x="4417082" y="5618189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Fused Granulate Fabrication (FGF)</a:t>
            </a:r>
            <a:endParaRPr lang="en-DK" sz="2000" b="1" kern="0" dirty="0"/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FE0E2D33-05AB-2D34-C568-ED098005E6D2}"/>
              </a:ext>
            </a:extLst>
          </p:cNvPr>
          <p:cNvSpPr txBox="1">
            <a:spLocks/>
          </p:cNvSpPr>
          <p:nvPr/>
        </p:nvSpPr>
        <p:spPr bwMode="auto">
          <a:xfrm>
            <a:off x="7464152" y="5619429"/>
            <a:ext cx="2661189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Direct Ink Writing (DIW)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32266417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8E0DE-499E-E0BA-8A35-9A13C283A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423EB-D165-6C0C-F7B5-0C480A757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field of 3D printing magnetics</a:t>
            </a:r>
            <a:endParaRPr lang="en-DK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3F529BF-171D-5E3D-B901-A0381CCBDA3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3392" y="1728353"/>
          <a:ext cx="6575971" cy="4545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441CC-51D2-581E-45C4-432DEFBBA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BA698-B9B0-41E2-BE7D-B263D69AAD5A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0C5A5-663C-59B4-E145-60C7B005A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34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C1FB0-544B-CBFB-AE9E-18AD53F32DE5}"/>
              </a:ext>
            </a:extLst>
          </p:cNvPr>
          <p:cNvSpPr txBox="1"/>
          <p:nvPr/>
        </p:nvSpPr>
        <p:spPr>
          <a:xfrm>
            <a:off x="4367808" y="5827054"/>
            <a:ext cx="79208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DK" dirty="0"/>
              <a:t>μ</a:t>
            </a:r>
            <a:r>
              <a:rPr lang="en-US" baseline="-25000" dirty="0"/>
              <a:t>r</a:t>
            </a:r>
            <a:r>
              <a:rPr lang="en-US" dirty="0"/>
              <a:t> = 42</a:t>
            </a:r>
            <a:endParaRPr lang="en-DK" dirty="0" err="1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BE7BED-2BCD-3826-95E2-B575EBB9CC52}"/>
              </a:ext>
            </a:extLst>
          </p:cNvPr>
          <p:cNvSpPr txBox="1"/>
          <p:nvPr/>
        </p:nvSpPr>
        <p:spPr>
          <a:xfrm>
            <a:off x="4367808" y="4818942"/>
            <a:ext cx="122413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DK" dirty="0"/>
              <a:t>μ</a:t>
            </a:r>
            <a:r>
              <a:rPr lang="en-US" baseline="-25000" dirty="0"/>
              <a:t>r</a:t>
            </a:r>
            <a:r>
              <a:rPr lang="en-US" dirty="0"/>
              <a:t> = 35 - 500</a:t>
            </a:r>
            <a:endParaRPr lang="en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C1CB84-6EB5-2663-402C-186C099C8F9D}"/>
              </a:ext>
            </a:extLst>
          </p:cNvPr>
          <p:cNvSpPr txBox="1"/>
          <p:nvPr/>
        </p:nvSpPr>
        <p:spPr>
          <a:xfrm>
            <a:off x="4353405" y="3877748"/>
            <a:ext cx="122413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DK" dirty="0"/>
              <a:t>μ</a:t>
            </a:r>
            <a:r>
              <a:rPr lang="en-US" baseline="-25000" dirty="0"/>
              <a:t>r</a:t>
            </a:r>
            <a:r>
              <a:rPr lang="en-US" dirty="0"/>
              <a:t> = 1.4 - 4</a:t>
            </a:r>
            <a:endParaRPr lang="en-DK" dirty="0" err="1">
              <a:latin typeface="+mn-lt"/>
            </a:endParaRP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511FCC03-CB83-E45B-D8BE-37E6A51E3135}"/>
              </a:ext>
            </a:extLst>
          </p:cNvPr>
          <p:cNvSpPr txBox="1">
            <a:spLocks/>
          </p:cNvSpPr>
          <p:nvPr/>
        </p:nvSpPr>
        <p:spPr>
          <a:xfrm>
            <a:off x="7626273" y="2612195"/>
            <a:ext cx="4409100" cy="808133"/>
          </a:xfrm>
          <a:prstGeom prst="rect">
            <a:avLst/>
          </a:prstGeom>
        </p:spPr>
        <p:txBody>
          <a:bodyPr/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000" kern="0" dirty="0">
                <a:solidFill>
                  <a:srgbClr val="FF0000"/>
                </a:solidFill>
              </a:rPr>
              <a:t>Inability to perform multi-material printing in the same layer</a:t>
            </a:r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D67B0CDD-6F17-4552-E693-3ECD0E9428A8}"/>
              </a:ext>
            </a:extLst>
          </p:cNvPr>
          <p:cNvSpPr/>
          <p:nvPr/>
        </p:nvSpPr>
        <p:spPr bwMode="auto">
          <a:xfrm>
            <a:off x="400721" y="266036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82A74AED-9F3C-544A-28FB-1A2DEC310E77}"/>
              </a:ext>
            </a:extLst>
          </p:cNvPr>
          <p:cNvSpPr/>
          <p:nvPr/>
        </p:nvSpPr>
        <p:spPr bwMode="auto">
          <a:xfrm>
            <a:off x="3705451" y="2669546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2A68A34C-6D50-F5F1-8B46-09F7D5BC271F}"/>
              </a:ext>
            </a:extLst>
          </p:cNvPr>
          <p:cNvSpPr/>
          <p:nvPr/>
        </p:nvSpPr>
        <p:spPr bwMode="auto">
          <a:xfrm>
            <a:off x="2053746" y="266036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E7A1628-912F-887C-1BFA-56D13E95E4BC}"/>
              </a:ext>
            </a:extLst>
          </p:cNvPr>
          <p:cNvSpPr/>
          <p:nvPr/>
        </p:nvSpPr>
        <p:spPr bwMode="auto">
          <a:xfrm>
            <a:off x="5563903" y="2707464"/>
            <a:ext cx="1318694" cy="684123"/>
          </a:xfrm>
          <a:prstGeom prst="rect">
            <a:avLst/>
          </a:prstGeom>
          <a:noFill/>
          <a:ln w="76200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193626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C3085-C02B-9594-9F0E-5788A1D59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5A318-2C73-DCC0-F098-D94D86B34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field of 3D printing magnetics</a:t>
            </a:r>
            <a:endParaRPr lang="en-DK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FB91315-8C91-1E3B-E2B1-4DCEF228795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3392" y="1728353"/>
          <a:ext cx="6575971" cy="4545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67736-DCFA-5556-4B7D-D6F3B5C4A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297B-A9D1-4AFC-8911-715D3E653CEB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43EE0C-324F-8AB9-136F-20E1C7761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35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16F872-D863-8F77-5676-53C6635859DC}"/>
              </a:ext>
            </a:extLst>
          </p:cNvPr>
          <p:cNvSpPr txBox="1"/>
          <p:nvPr/>
        </p:nvSpPr>
        <p:spPr>
          <a:xfrm>
            <a:off x="4367808" y="5827054"/>
            <a:ext cx="79208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DK" dirty="0"/>
              <a:t>μ</a:t>
            </a:r>
            <a:r>
              <a:rPr lang="en-US" baseline="-25000" dirty="0"/>
              <a:t>r</a:t>
            </a:r>
            <a:r>
              <a:rPr lang="en-US" dirty="0"/>
              <a:t> = 42</a:t>
            </a:r>
            <a:endParaRPr lang="en-DK" dirty="0" err="1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2DB8F-05BE-9261-4FDF-C399AC357F20}"/>
              </a:ext>
            </a:extLst>
          </p:cNvPr>
          <p:cNvSpPr txBox="1"/>
          <p:nvPr/>
        </p:nvSpPr>
        <p:spPr>
          <a:xfrm>
            <a:off x="4367808" y="4818942"/>
            <a:ext cx="122413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DK" dirty="0"/>
              <a:t>μ</a:t>
            </a:r>
            <a:r>
              <a:rPr lang="en-US" baseline="-25000" dirty="0"/>
              <a:t>r</a:t>
            </a:r>
            <a:r>
              <a:rPr lang="en-US" dirty="0"/>
              <a:t> = 35 - 500</a:t>
            </a:r>
            <a:endParaRPr lang="en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A03540-5676-9187-6048-43A0F64B5B2E}"/>
              </a:ext>
            </a:extLst>
          </p:cNvPr>
          <p:cNvSpPr txBox="1"/>
          <p:nvPr/>
        </p:nvSpPr>
        <p:spPr>
          <a:xfrm>
            <a:off x="4353405" y="3877748"/>
            <a:ext cx="122413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DK" dirty="0"/>
              <a:t>μ</a:t>
            </a:r>
            <a:r>
              <a:rPr lang="en-US" baseline="-25000" dirty="0"/>
              <a:t>r</a:t>
            </a:r>
            <a:r>
              <a:rPr lang="en-US" dirty="0"/>
              <a:t> = 1.4 - 4</a:t>
            </a:r>
            <a:endParaRPr lang="en-DK" dirty="0" err="1">
              <a:latin typeface="+mn-lt"/>
            </a:endParaRP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6C1BD43B-6ED0-5C9E-4CD0-8BA06841FE26}"/>
              </a:ext>
            </a:extLst>
          </p:cNvPr>
          <p:cNvSpPr txBox="1">
            <a:spLocks/>
          </p:cNvSpPr>
          <p:nvPr/>
        </p:nvSpPr>
        <p:spPr>
          <a:xfrm>
            <a:off x="7626273" y="2612195"/>
            <a:ext cx="4409100" cy="808133"/>
          </a:xfrm>
          <a:prstGeom prst="rect">
            <a:avLst/>
          </a:prstGeom>
        </p:spPr>
        <p:txBody>
          <a:bodyPr/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000" kern="0" dirty="0">
                <a:solidFill>
                  <a:srgbClr val="FF0000"/>
                </a:solidFill>
              </a:rPr>
              <a:t>Inability to perform multi-material printing in the same layer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AD0F246A-199F-9FF3-D496-6EE6ADC90C09}"/>
              </a:ext>
            </a:extLst>
          </p:cNvPr>
          <p:cNvSpPr txBox="1">
            <a:spLocks/>
          </p:cNvSpPr>
          <p:nvPr/>
        </p:nvSpPr>
        <p:spPr>
          <a:xfrm>
            <a:off x="7651393" y="3808284"/>
            <a:ext cx="4409100" cy="385147"/>
          </a:xfrm>
          <a:prstGeom prst="rect">
            <a:avLst/>
          </a:prstGeom>
        </p:spPr>
        <p:txBody>
          <a:bodyPr/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000" kern="0" dirty="0">
                <a:solidFill>
                  <a:srgbClr val="FF0000"/>
                </a:solidFill>
              </a:rPr>
              <a:t>Low permeability</a:t>
            </a:r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A8A706C9-B54E-EFEC-5562-399D805602D8}"/>
              </a:ext>
            </a:extLst>
          </p:cNvPr>
          <p:cNvSpPr/>
          <p:nvPr/>
        </p:nvSpPr>
        <p:spPr bwMode="auto">
          <a:xfrm>
            <a:off x="400721" y="266036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3F8AE2D7-F124-FDFB-D826-7D7CAD89A861}"/>
              </a:ext>
            </a:extLst>
          </p:cNvPr>
          <p:cNvSpPr/>
          <p:nvPr/>
        </p:nvSpPr>
        <p:spPr bwMode="auto">
          <a:xfrm>
            <a:off x="3705451" y="2669546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2B377550-684B-BD27-91D0-058A37A6E14E}"/>
              </a:ext>
            </a:extLst>
          </p:cNvPr>
          <p:cNvSpPr/>
          <p:nvPr/>
        </p:nvSpPr>
        <p:spPr bwMode="auto">
          <a:xfrm>
            <a:off x="2053746" y="266036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EADDB3D8-3342-3F72-DFA3-F1C40C297FA2}"/>
              </a:ext>
            </a:extLst>
          </p:cNvPr>
          <p:cNvSpPr/>
          <p:nvPr/>
        </p:nvSpPr>
        <p:spPr bwMode="auto">
          <a:xfrm>
            <a:off x="5658037" y="362087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155BE71-E417-DD2B-8702-EBF63A8E056E}"/>
              </a:ext>
            </a:extLst>
          </p:cNvPr>
          <p:cNvSpPr/>
          <p:nvPr/>
        </p:nvSpPr>
        <p:spPr bwMode="auto">
          <a:xfrm>
            <a:off x="5563903" y="2707464"/>
            <a:ext cx="1318694" cy="684123"/>
          </a:xfrm>
          <a:prstGeom prst="rect">
            <a:avLst/>
          </a:prstGeom>
          <a:noFill/>
          <a:ln w="76200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55189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5DB77-2108-1703-F4B2-CBD7C3CF6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B0F8B-50E1-37C1-74AA-D81C7288D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field of 3D printing magnetics</a:t>
            </a:r>
            <a:endParaRPr lang="en-DK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D4F1B34-3598-4277-AAE1-445FDF3A190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3392" y="1728353"/>
          <a:ext cx="6575971" cy="4545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A4C9D-C78D-0F1D-21B3-0B3667285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A3685-8C76-4286-AD44-75B7C5128ED9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C1326D-C3C0-9B39-6294-13CA38524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36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3A3354-C554-C77D-0203-9924B4F592F6}"/>
              </a:ext>
            </a:extLst>
          </p:cNvPr>
          <p:cNvSpPr txBox="1"/>
          <p:nvPr/>
        </p:nvSpPr>
        <p:spPr>
          <a:xfrm>
            <a:off x="4367808" y="5827054"/>
            <a:ext cx="79208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DK" dirty="0"/>
              <a:t>μ</a:t>
            </a:r>
            <a:r>
              <a:rPr lang="en-US" baseline="-25000" dirty="0"/>
              <a:t>r</a:t>
            </a:r>
            <a:r>
              <a:rPr lang="en-US" dirty="0"/>
              <a:t> = 42</a:t>
            </a:r>
            <a:endParaRPr lang="en-DK" dirty="0" err="1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0BF2DC-1C68-6960-683C-89F0240ADB71}"/>
              </a:ext>
            </a:extLst>
          </p:cNvPr>
          <p:cNvSpPr txBox="1"/>
          <p:nvPr/>
        </p:nvSpPr>
        <p:spPr>
          <a:xfrm>
            <a:off x="4367808" y="4818942"/>
            <a:ext cx="122413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DK" dirty="0"/>
              <a:t>μ</a:t>
            </a:r>
            <a:r>
              <a:rPr lang="en-US" baseline="-25000" dirty="0"/>
              <a:t>r</a:t>
            </a:r>
            <a:r>
              <a:rPr lang="en-US" dirty="0"/>
              <a:t> = 35 - 500</a:t>
            </a:r>
            <a:endParaRPr lang="en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9C3767-3197-7DCD-8127-48B233D86D3F}"/>
              </a:ext>
            </a:extLst>
          </p:cNvPr>
          <p:cNvSpPr txBox="1"/>
          <p:nvPr/>
        </p:nvSpPr>
        <p:spPr>
          <a:xfrm>
            <a:off x="4353405" y="3877748"/>
            <a:ext cx="122413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DK" dirty="0"/>
              <a:t>μ</a:t>
            </a:r>
            <a:r>
              <a:rPr lang="en-US" baseline="-25000" dirty="0"/>
              <a:t>r</a:t>
            </a:r>
            <a:r>
              <a:rPr lang="en-US" dirty="0"/>
              <a:t> = 1.4 - 4</a:t>
            </a:r>
            <a:endParaRPr lang="en-DK" dirty="0" err="1">
              <a:latin typeface="+mn-lt"/>
            </a:endParaRP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5B83BB8D-8A4F-DA52-DEE0-4ADC5A467117}"/>
              </a:ext>
            </a:extLst>
          </p:cNvPr>
          <p:cNvSpPr txBox="1">
            <a:spLocks/>
          </p:cNvSpPr>
          <p:nvPr/>
        </p:nvSpPr>
        <p:spPr>
          <a:xfrm>
            <a:off x="7626273" y="2612195"/>
            <a:ext cx="4409100" cy="808133"/>
          </a:xfrm>
          <a:prstGeom prst="rect">
            <a:avLst/>
          </a:prstGeom>
        </p:spPr>
        <p:txBody>
          <a:bodyPr/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000" kern="0" dirty="0">
                <a:solidFill>
                  <a:srgbClr val="FF0000"/>
                </a:solidFill>
              </a:rPr>
              <a:t>Inability to perform multi-material printing in the same layer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FA9FAEBF-4674-C42B-B390-6BFFDEFB917C}"/>
              </a:ext>
            </a:extLst>
          </p:cNvPr>
          <p:cNvSpPr txBox="1">
            <a:spLocks/>
          </p:cNvSpPr>
          <p:nvPr/>
        </p:nvSpPr>
        <p:spPr>
          <a:xfrm>
            <a:off x="7651393" y="3808284"/>
            <a:ext cx="4409100" cy="385147"/>
          </a:xfrm>
          <a:prstGeom prst="rect">
            <a:avLst/>
          </a:prstGeom>
        </p:spPr>
        <p:txBody>
          <a:bodyPr/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000" kern="0" dirty="0">
                <a:solidFill>
                  <a:srgbClr val="FF0000"/>
                </a:solidFill>
              </a:rPr>
              <a:t>Low permeability</a:t>
            </a:r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4CB0E3E9-A668-FBB0-DCAA-FFE6E29908BF}"/>
              </a:ext>
            </a:extLst>
          </p:cNvPr>
          <p:cNvSpPr txBox="1">
            <a:spLocks/>
          </p:cNvSpPr>
          <p:nvPr/>
        </p:nvSpPr>
        <p:spPr>
          <a:xfrm>
            <a:off x="7652998" y="4725144"/>
            <a:ext cx="4409100" cy="808133"/>
          </a:xfrm>
          <a:prstGeom prst="rect">
            <a:avLst/>
          </a:prstGeom>
        </p:spPr>
        <p:txBody>
          <a:bodyPr/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000" kern="0" dirty="0">
                <a:solidFill>
                  <a:srgbClr val="FF0000"/>
                </a:solidFill>
              </a:rPr>
              <a:t>Requires sintering</a:t>
            </a:r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1DE5FE81-F441-E187-E2BF-BBC453A01BBB}"/>
              </a:ext>
            </a:extLst>
          </p:cNvPr>
          <p:cNvSpPr/>
          <p:nvPr/>
        </p:nvSpPr>
        <p:spPr bwMode="auto">
          <a:xfrm>
            <a:off x="400721" y="266036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A5FEBAAB-59AA-5708-1262-80E585C8F726}"/>
              </a:ext>
            </a:extLst>
          </p:cNvPr>
          <p:cNvSpPr/>
          <p:nvPr/>
        </p:nvSpPr>
        <p:spPr bwMode="auto">
          <a:xfrm>
            <a:off x="3705451" y="2669546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96DCCAB3-57BE-426C-E90C-1357B4543C48}"/>
              </a:ext>
            </a:extLst>
          </p:cNvPr>
          <p:cNvSpPr/>
          <p:nvPr/>
        </p:nvSpPr>
        <p:spPr bwMode="auto">
          <a:xfrm>
            <a:off x="2053746" y="266036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03940A66-A907-22AD-F831-42CD782FAF6F}"/>
              </a:ext>
            </a:extLst>
          </p:cNvPr>
          <p:cNvSpPr/>
          <p:nvPr/>
        </p:nvSpPr>
        <p:spPr bwMode="auto">
          <a:xfrm>
            <a:off x="5658037" y="362087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EFE1A945-6191-CB5B-D4A2-7B636B6E65F6}"/>
              </a:ext>
            </a:extLst>
          </p:cNvPr>
          <p:cNvSpPr/>
          <p:nvPr/>
        </p:nvSpPr>
        <p:spPr bwMode="auto">
          <a:xfrm>
            <a:off x="5650208" y="4576194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26F131-D6E1-CA86-2504-61C6C22E9793}"/>
              </a:ext>
            </a:extLst>
          </p:cNvPr>
          <p:cNvSpPr/>
          <p:nvPr/>
        </p:nvSpPr>
        <p:spPr bwMode="auto">
          <a:xfrm>
            <a:off x="5563903" y="2707464"/>
            <a:ext cx="1318694" cy="684123"/>
          </a:xfrm>
          <a:prstGeom prst="rect">
            <a:avLst/>
          </a:prstGeom>
          <a:noFill/>
          <a:ln w="76200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768559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822DA-4570-E866-E7B1-795AD50E5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666D2-5924-E913-AC03-DD51FC670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field of 3D printing magnetics</a:t>
            </a:r>
            <a:endParaRPr lang="en-DK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B6FDD70-4451-3D2E-4A2D-14E18C4104E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3392" y="1728353"/>
          <a:ext cx="6575971" cy="4545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A092F-4C97-37BF-1D83-88A4B9D45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ABF59-E9B5-4ED8-BFAA-D7E791BEAB43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60CEC4-8617-9707-9AEC-07B049BAF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37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C38547-DC66-7ABB-4FE6-63120D168E07}"/>
              </a:ext>
            </a:extLst>
          </p:cNvPr>
          <p:cNvSpPr txBox="1"/>
          <p:nvPr/>
        </p:nvSpPr>
        <p:spPr>
          <a:xfrm>
            <a:off x="4367808" y="5827054"/>
            <a:ext cx="79208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DK" dirty="0"/>
              <a:t>μ</a:t>
            </a:r>
            <a:r>
              <a:rPr lang="en-US" baseline="-25000" dirty="0"/>
              <a:t>r</a:t>
            </a:r>
            <a:r>
              <a:rPr lang="en-US" dirty="0"/>
              <a:t> = 42</a:t>
            </a:r>
            <a:endParaRPr lang="en-DK" dirty="0" err="1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F1150C-D32B-66EA-5274-E6F41567DA25}"/>
              </a:ext>
            </a:extLst>
          </p:cNvPr>
          <p:cNvSpPr txBox="1"/>
          <p:nvPr/>
        </p:nvSpPr>
        <p:spPr>
          <a:xfrm>
            <a:off x="4367808" y="4818942"/>
            <a:ext cx="122413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DK" dirty="0"/>
              <a:t>μ</a:t>
            </a:r>
            <a:r>
              <a:rPr lang="en-US" baseline="-25000" dirty="0"/>
              <a:t>r</a:t>
            </a:r>
            <a:r>
              <a:rPr lang="en-US" dirty="0"/>
              <a:t> = 35 - 500</a:t>
            </a:r>
            <a:endParaRPr lang="en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46EA4F-B81F-F28C-5938-664C1B9C886D}"/>
              </a:ext>
            </a:extLst>
          </p:cNvPr>
          <p:cNvSpPr txBox="1"/>
          <p:nvPr/>
        </p:nvSpPr>
        <p:spPr>
          <a:xfrm>
            <a:off x="4353405" y="3877748"/>
            <a:ext cx="122413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DK" dirty="0"/>
              <a:t>μ</a:t>
            </a:r>
            <a:r>
              <a:rPr lang="en-US" baseline="-25000" dirty="0"/>
              <a:t>r</a:t>
            </a:r>
            <a:r>
              <a:rPr lang="en-US" dirty="0"/>
              <a:t> = 1.4 - 4</a:t>
            </a:r>
            <a:endParaRPr lang="en-DK" dirty="0" err="1">
              <a:latin typeface="+mn-lt"/>
            </a:endParaRP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2FB3B1B4-D3CD-CFD3-1E04-E7BDC3E87649}"/>
              </a:ext>
            </a:extLst>
          </p:cNvPr>
          <p:cNvSpPr txBox="1">
            <a:spLocks/>
          </p:cNvSpPr>
          <p:nvPr/>
        </p:nvSpPr>
        <p:spPr>
          <a:xfrm>
            <a:off x="7626273" y="2612195"/>
            <a:ext cx="4409100" cy="808133"/>
          </a:xfrm>
          <a:prstGeom prst="rect">
            <a:avLst/>
          </a:prstGeom>
        </p:spPr>
        <p:txBody>
          <a:bodyPr/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000" kern="0" dirty="0">
                <a:solidFill>
                  <a:srgbClr val="FF0000"/>
                </a:solidFill>
              </a:rPr>
              <a:t>Inability to perform multi-material printing in the same layer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E9647792-413E-4D97-28EC-D32BF28079ED}"/>
              </a:ext>
            </a:extLst>
          </p:cNvPr>
          <p:cNvSpPr txBox="1">
            <a:spLocks/>
          </p:cNvSpPr>
          <p:nvPr/>
        </p:nvSpPr>
        <p:spPr>
          <a:xfrm>
            <a:off x="7651393" y="3808284"/>
            <a:ext cx="4409100" cy="385147"/>
          </a:xfrm>
          <a:prstGeom prst="rect">
            <a:avLst/>
          </a:prstGeom>
        </p:spPr>
        <p:txBody>
          <a:bodyPr/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000" kern="0" dirty="0">
                <a:solidFill>
                  <a:srgbClr val="FF0000"/>
                </a:solidFill>
              </a:rPr>
              <a:t>Low permeability</a:t>
            </a:r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715418EB-7B07-D89B-1260-2049E4B0D976}"/>
              </a:ext>
            </a:extLst>
          </p:cNvPr>
          <p:cNvSpPr txBox="1">
            <a:spLocks/>
          </p:cNvSpPr>
          <p:nvPr/>
        </p:nvSpPr>
        <p:spPr>
          <a:xfrm>
            <a:off x="7652998" y="4725144"/>
            <a:ext cx="4409100" cy="808133"/>
          </a:xfrm>
          <a:prstGeom prst="rect">
            <a:avLst/>
          </a:prstGeom>
        </p:spPr>
        <p:txBody>
          <a:bodyPr/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000" kern="0" dirty="0">
                <a:solidFill>
                  <a:srgbClr val="FF0000"/>
                </a:solidFill>
              </a:rPr>
              <a:t>Requires sintering</a:t>
            </a:r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16C8B157-D067-4B08-AD31-61C1345BB1D0}"/>
              </a:ext>
            </a:extLst>
          </p:cNvPr>
          <p:cNvSpPr/>
          <p:nvPr/>
        </p:nvSpPr>
        <p:spPr bwMode="auto">
          <a:xfrm>
            <a:off x="400721" y="266036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74131A9B-EF52-E4B3-601B-A58637B5F59A}"/>
              </a:ext>
            </a:extLst>
          </p:cNvPr>
          <p:cNvSpPr/>
          <p:nvPr/>
        </p:nvSpPr>
        <p:spPr bwMode="auto">
          <a:xfrm>
            <a:off x="3705451" y="2669546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C988FED0-DA28-99A6-4DDE-22FE2DBDE26E}"/>
              </a:ext>
            </a:extLst>
          </p:cNvPr>
          <p:cNvSpPr/>
          <p:nvPr/>
        </p:nvSpPr>
        <p:spPr bwMode="auto">
          <a:xfrm>
            <a:off x="2053746" y="266036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972B40AD-F27F-0484-C3F9-C1E896B72822}"/>
              </a:ext>
            </a:extLst>
          </p:cNvPr>
          <p:cNvSpPr/>
          <p:nvPr/>
        </p:nvSpPr>
        <p:spPr bwMode="auto">
          <a:xfrm>
            <a:off x="5658037" y="3620878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766C1119-CA29-6B53-2C99-CB32F215BD59}"/>
              </a:ext>
            </a:extLst>
          </p:cNvPr>
          <p:cNvSpPr/>
          <p:nvPr/>
        </p:nvSpPr>
        <p:spPr bwMode="auto">
          <a:xfrm>
            <a:off x="5650208" y="4576194"/>
            <a:ext cx="1746296" cy="759960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9" name="Content Placeholder 8">
            <a:extLst>
              <a:ext uri="{FF2B5EF4-FFF2-40B4-BE49-F238E27FC236}">
                <a16:creationId xmlns:a16="http://schemas.microsoft.com/office/drawing/2014/main" id="{67610588-A9EB-E751-57A1-B13F4AEEF394}"/>
              </a:ext>
            </a:extLst>
          </p:cNvPr>
          <p:cNvSpPr txBox="1">
            <a:spLocks/>
          </p:cNvSpPr>
          <p:nvPr/>
        </p:nvSpPr>
        <p:spPr>
          <a:xfrm>
            <a:off x="7680282" y="5669208"/>
            <a:ext cx="4409100" cy="808133"/>
          </a:xfrm>
          <a:prstGeom prst="rect">
            <a:avLst/>
          </a:prstGeom>
        </p:spPr>
        <p:txBody>
          <a:bodyPr/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000" kern="0" dirty="0">
                <a:solidFill>
                  <a:srgbClr val="00B050"/>
                </a:solidFill>
              </a:rPr>
              <a:t>Selected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9457EE-503E-9248-6D05-ACDD4B07D7CA}"/>
              </a:ext>
            </a:extLst>
          </p:cNvPr>
          <p:cNvSpPr/>
          <p:nvPr/>
        </p:nvSpPr>
        <p:spPr bwMode="auto">
          <a:xfrm>
            <a:off x="5879976" y="5569442"/>
            <a:ext cx="1318694" cy="684123"/>
          </a:xfrm>
          <a:prstGeom prst="rect">
            <a:avLst/>
          </a:prstGeom>
          <a:noFill/>
          <a:ln w="76200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E2239EE-E036-E03B-B7A8-4FDBD25E0933}"/>
              </a:ext>
            </a:extLst>
          </p:cNvPr>
          <p:cNvSpPr/>
          <p:nvPr/>
        </p:nvSpPr>
        <p:spPr bwMode="auto">
          <a:xfrm>
            <a:off x="5563903" y="2707464"/>
            <a:ext cx="1318694" cy="684123"/>
          </a:xfrm>
          <a:prstGeom prst="rect">
            <a:avLst/>
          </a:prstGeom>
          <a:noFill/>
          <a:ln w="76200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746841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A3A5-776D-4E99-756A-60DB09147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direction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ABF97-38B2-1B67-C636-243C6C211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0E4F-A64B-4476-A64D-46816724CA31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74E34E-36E8-CFBA-E77F-23F544A70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38</a:t>
            </a:fld>
            <a:endParaRPr lang="en-GB" dirty="0"/>
          </a:p>
        </p:txBody>
      </p:sp>
      <p:pic>
        <p:nvPicPr>
          <p:cNvPr id="6" name="Content Placeholder 7" descr="https://ars.els-cdn.com/content/image/1-s2.0-S2214860422006418-gr1_lrg.jpg">
            <a:extLst>
              <a:ext uri="{FF2B5EF4-FFF2-40B4-BE49-F238E27FC236}">
                <a16:creationId xmlns:a16="http://schemas.microsoft.com/office/drawing/2014/main" id="{2806EC4D-3A4C-9F5E-D88E-C557EA1BE6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174" r="42404" b="5769"/>
          <a:stretch>
            <a:fillRect/>
          </a:stretch>
        </p:blipFill>
        <p:spPr bwMode="auto">
          <a:xfrm>
            <a:off x="1558702" y="1772816"/>
            <a:ext cx="2881114" cy="3921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Plus Sign 6">
            <a:extLst>
              <a:ext uri="{FF2B5EF4-FFF2-40B4-BE49-F238E27FC236}">
                <a16:creationId xmlns:a16="http://schemas.microsoft.com/office/drawing/2014/main" id="{26728E83-691A-0262-A61F-0D18BB6346FC}"/>
              </a:ext>
            </a:extLst>
          </p:cNvPr>
          <p:cNvSpPr/>
          <p:nvPr/>
        </p:nvSpPr>
        <p:spPr bwMode="auto">
          <a:xfrm>
            <a:off x="5555940" y="3193514"/>
            <a:ext cx="1080120" cy="108012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A82E2E-9712-0B56-2152-8CACF222A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112" y="2852936"/>
            <a:ext cx="4608512" cy="1659354"/>
          </a:xfrm>
          <a:prstGeom prst="rect">
            <a:avLst/>
          </a:prstGeom>
        </p:spPr>
      </p:pic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1BA04566-3F88-78A3-A5A7-3D5C6DB8F97B}"/>
              </a:ext>
            </a:extLst>
          </p:cNvPr>
          <p:cNvSpPr txBox="1">
            <a:spLocks/>
          </p:cNvSpPr>
          <p:nvPr/>
        </p:nvSpPr>
        <p:spPr bwMode="auto">
          <a:xfrm>
            <a:off x="1558702" y="5847762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Fused Granulate Fabrication (FGF)</a:t>
            </a:r>
            <a:endParaRPr lang="en-DK" sz="2000" b="1" kern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EDE8385C-56EC-F214-7338-17C5B58F235F}"/>
              </a:ext>
            </a:extLst>
          </p:cNvPr>
          <p:cNvSpPr txBox="1">
            <a:spLocks/>
          </p:cNvSpPr>
          <p:nvPr/>
        </p:nvSpPr>
        <p:spPr bwMode="auto">
          <a:xfrm>
            <a:off x="7973186" y="5847762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Multi-permeability cores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37167883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A9FC7-7DB5-6C5B-A490-BA53281C8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8989-8EEF-65E6-FE12-EC83CDC76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Multi-permeability via different materials</a:t>
            </a:r>
            <a:endParaRPr lang="en-DK" dirty="0"/>
          </a:p>
        </p:txBody>
      </p:sp>
      <p:pic>
        <p:nvPicPr>
          <p:cNvPr id="6" name="Content Placeholder 5" descr="Hard magnetic compound | Mate Co., Ltd.">
            <a:extLst>
              <a:ext uri="{FF2B5EF4-FFF2-40B4-BE49-F238E27FC236}">
                <a16:creationId xmlns:a16="http://schemas.microsoft.com/office/drawing/2014/main" id="{A20B32F2-98B5-36BE-7E35-E1CEDEFDF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2054" b="17741"/>
          <a:stretch>
            <a:fillRect/>
          </a:stretch>
        </p:blipFill>
        <p:spPr>
          <a:xfrm>
            <a:off x="4390636" y="2354806"/>
            <a:ext cx="3410728" cy="273630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82078-AFE3-8583-8261-C1702763F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5101B-3BA3-43E9-93BB-FA3F15EDC6E7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9CD2F7-ADA4-FF2B-7686-127D7410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39</a:t>
            </a:fld>
            <a:endParaRPr lang="en-GB" dirty="0"/>
          </a:p>
        </p:txBody>
      </p:sp>
      <p:pic>
        <p:nvPicPr>
          <p:cNvPr id="3" name="Picture 2" descr="Bonded Magnet for Injection Molding ｜ Mate Co. Ltd.">
            <a:extLst>
              <a:ext uri="{FF2B5EF4-FFF2-40B4-BE49-F238E27FC236}">
                <a16:creationId xmlns:a16="http://schemas.microsoft.com/office/drawing/2014/main" id="{86900EED-E10E-1B80-2946-2D5CC3E7CA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220" r="19743"/>
          <a:stretch>
            <a:fillRect/>
          </a:stretch>
        </p:blipFill>
        <p:spPr>
          <a:xfrm>
            <a:off x="8365754" y="2354807"/>
            <a:ext cx="2626790" cy="2736305"/>
          </a:xfrm>
          <a:prstGeom prst="rect">
            <a:avLst/>
          </a:prstGeom>
        </p:spPr>
      </p:pic>
      <p:pic>
        <p:nvPicPr>
          <p:cNvPr id="9" name="Picture 8" descr="Spectrum FGF Pellet PET-G Premium IRON GREY 25kg (RAL 7011)">
            <a:extLst>
              <a:ext uri="{FF2B5EF4-FFF2-40B4-BE49-F238E27FC236}">
                <a16:creationId xmlns:a16="http://schemas.microsoft.com/office/drawing/2014/main" id="{894AE84F-FF0E-1C02-46BF-DDAE9A9873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4889"/>
          <a:stretch>
            <a:fillRect/>
          </a:stretch>
        </p:blipFill>
        <p:spPr>
          <a:xfrm>
            <a:off x="983432" y="2354806"/>
            <a:ext cx="2736304" cy="2736305"/>
          </a:xfrm>
          <a:prstGeom prst="rect">
            <a:avLst/>
          </a:prstGeom>
        </p:spPr>
      </p:pic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B11A8E56-088E-4BEC-4758-D8A8109C3DDD}"/>
              </a:ext>
            </a:extLst>
          </p:cNvPr>
          <p:cNvSpPr txBox="1">
            <a:spLocks/>
          </p:cNvSpPr>
          <p:nvPr/>
        </p:nvSpPr>
        <p:spPr bwMode="auto">
          <a:xfrm>
            <a:off x="916402" y="517594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PA12 with x </a:t>
            </a:r>
            <a:r>
              <a:rPr lang="en-US" sz="2800" dirty="0" err="1"/>
              <a:t>wt</a:t>
            </a:r>
            <a:r>
              <a:rPr lang="en-US" sz="2800" dirty="0"/>
              <a:t>% </a:t>
            </a:r>
            <a:r>
              <a:rPr lang="en-US" sz="2800" dirty="0" err="1"/>
              <a:t>FeSiAl</a:t>
            </a:r>
            <a:r>
              <a:rPr lang="en-US" sz="2800" dirty="0"/>
              <a:t> (</a:t>
            </a:r>
            <a:r>
              <a:rPr lang="en-DK" sz="2800" dirty="0"/>
              <a:t>μ</a:t>
            </a:r>
            <a:r>
              <a:rPr lang="en-US" sz="2800" baseline="-25000" dirty="0" err="1"/>
              <a:t>rx</a:t>
            </a:r>
            <a:r>
              <a:rPr lang="en-US" sz="2800" dirty="0"/>
              <a:t>)</a:t>
            </a:r>
            <a:endParaRPr lang="en-DK" sz="2800" b="1" kern="0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2BAA6BCC-88D4-DDB9-0228-C50F29B32021}"/>
              </a:ext>
            </a:extLst>
          </p:cNvPr>
          <p:cNvSpPr txBox="1">
            <a:spLocks/>
          </p:cNvSpPr>
          <p:nvPr/>
        </p:nvSpPr>
        <p:spPr bwMode="auto">
          <a:xfrm>
            <a:off x="4660818" y="517594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PA12 with y </a:t>
            </a:r>
            <a:r>
              <a:rPr lang="en-US" sz="2800" dirty="0" err="1"/>
              <a:t>wt</a:t>
            </a:r>
            <a:r>
              <a:rPr lang="en-US" sz="2800" dirty="0"/>
              <a:t>% </a:t>
            </a:r>
            <a:r>
              <a:rPr lang="en-US" sz="2800" dirty="0" err="1"/>
              <a:t>FeSiAl</a:t>
            </a:r>
            <a:r>
              <a:rPr lang="en-US" sz="2800" dirty="0"/>
              <a:t> (</a:t>
            </a:r>
            <a:r>
              <a:rPr lang="en-DK" sz="2800" dirty="0"/>
              <a:t>μ</a:t>
            </a:r>
            <a:r>
              <a:rPr lang="en-US" sz="2800" baseline="-25000" dirty="0" err="1"/>
              <a:t>ry</a:t>
            </a:r>
            <a:r>
              <a:rPr lang="en-US" sz="2800" dirty="0"/>
              <a:t>)</a:t>
            </a:r>
            <a:endParaRPr lang="en-DK" sz="2800" b="1" kern="0" dirty="0"/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F8DE3427-48E9-7C2C-34FE-FBA0139BCA8F}"/>
              </a:ext>
            </a:extLst>
          </p:cNvPr>
          <p:cNvSpPr txBox="1">
            <a:spLocks/>
          </p:cNvSpPr>
          <p:nvPr/>
        </p:nvSpPr>
        <p:spPr bwMode="auto">
          <a:xfrm>
            <a:off x="8243967" y="517594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PA12 with z </a:t>
            </a:r>
            <a:r>
              <a:rPr lang="en-US" sz="2800" dirty="0" err="1"/>
              <a:t>wt</a:t>
            </a:r>
            <a:r>
              <a:rPr lang="en-US" sz="2800" dirty="0"/>
              <a:t>% </a:t>
            </a:r>
            <a:r>
              <a:rPr lang="en-US" sz="2800" dirty="0" err="1"/>
              <a:t>FeSiAl</a:t>
            </a:r>
            <a:r>
              <a:rPr lang="en-US" sz="2800" dirty="0"/>
              <a:t> (</a:t>
            </a:r>
            <a:r>
              <a:rPr lang="en-DK" sz="2800" dirty="0"/>
              <a:t>μ</a:t>
            </a:r>
            <a:r>
              <a:rPr lang="en-US" sz="2800" baseline="-25000" dirty="0" err="1"/>
              <a:t>rz</a:t>
            </a:r>
            <a:r>
              <a:rPr lang="en-US" sz="2800" dirty="0"/>
              <a:t>)</a:t>
            </a:r>
            <a:endParaRPr lang="en-DK" sz="2800" b="1" kern="0" dirty="0"/>
          </a:p>
        </p:txBody>
      </p:sp>
    </p:spTree>
    <p:extLst>
      <p:ext uri="{BB962C8B-B14F-4D97-AF65-F5344CB8AC3E}">
        <p14:creationId xmlns:p14="http://schemas.microsoft.com/office/powerpoint/2010/main" val="40198287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071E8-C1F3-06E2-3CCB-8CCF38FF5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61493-AEE1-A9FE-96E2-09E106D99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Multi-permeability via different materials</a:t>
            </a:r>
            <a:endParaRPr lang="en-DK" dirty="0"/>
          </a:p>
        </p:txBody>
      </p:sp>
      <p:pic>
        <p:nvPicPr>
          <p:cNvPr id="6" name="Content Placeholder 5" descr="Hard magnetic compound | Mate Co., Ltd.">
            <a:extLst>
              <a:ext uri="{FF2B5EF4-FFF2-40B4-BE49-F238E27FC236}">
                <a16:creationId xmlns:a16="http://schemas.microsoft.com/office/drawing/2014/main" id="{0DD1F119-C644-9587-7662-F007867644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2054" b="17741"/>
          <a:stretch>
            <a:fillRect/>
          </a:stretch>
        </p:blipFill>
        <p:spPr>
          <a:xfrm>
            <a:off x="4390636" y="2354806"/>
            <a:ext cx="3410728" cy="273630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00110-0054-8EE1-C624-F2A3DDFDA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2624C-B6DC-4D4A-BE36-768E3BFD973B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33EF9A-7DA3-D0EF-2F58-EF803EC72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40</a:t>
            </a:fld>
            <a:endParaRPr lang="en-GB" dirty="0"/>
          </a:p>
        </p:txBody>
      </p:sp>
      <p:pic>
        <p:nvPicPr>
          <p:cNvPr id="3" name="Picture 2" descr="Bonded Magnet for Injection Molding ｜ Mate Co. Ltd.">
            <a:extLst>
              <a:ext uri="{FF2B5EF4-FFF2-40B4-BE49-F238E27FC236}">
                <a16:creationId xmlns:a16="http://schemas.microsoft.com/office/drawing/2014/main" id="{FF8260CC-A9B9-7470-2101-554B0B380E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220" r="19743"/>
          <a:stretch>
            <a:fillRect/>
          </a:stretch>
        </p:blipFill>
        <p:spPr>
          <a:xfrm>
            <a:off x="8365754" y="2354807"/>
            <a:ext cx="2626790" cy="2736305"/>
          </a:xfrm>
          <a:prstGeom prst="rect">
            <a:avLst/>
          </a:prstGeom>
        </p:spPr>
      </p:pic>
      <p:pic>
        <p:nvPicPr>
          <p:cNvPr id="9" name="Picture 8" descr="Spectrum FGF Pellet PET-G Premium IRON GREY 25kg (RAL 7011)">
            <a:extLst>
              <a:ext uri="{FF2B5EF4-FFF2-40B4-BE49-F238E27FC236}">
                <a16:creationId xmlns:a16="http://schemas.microsoft.com/office/drawing/2014/main" id="{DCCDB144-0326-11CB-9D30-4CB6A33EE7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4889"/>
          <a:stretch>
            <a:fillRect/>
          </a:stretch>
        </p:blipFill>
        <p:spPr>
          <a:xfrm>
            <a:off x="983432" y="2354806"/>
            <a:ext cx="2736304" cy="2736305"/>
          </a:xfrm>
          <a:prstGeom prst="rect">
            <a:avLst/>
          </a:prstGeom>
        </p:spPr>
      </p:pic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C329F289-69C2-FAAF-45FD-1E8AE63987C7}"/>
              </a:ext>
            </a:extLst>
          </p:cNvPr>
          <p:cNvSpPr txBox="1">
            <a:spLocks/>
          </p:cNvSpPr>
          <p:nvPr/>
        </p:nvSpPr>
        <p:spPr bwMode="auto">
          <a:xfrm>
            <a:off x="916402" y="517594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PA12 with x </a:t>
            </a:r>
            <a:r>
              <a:rPr lang="en-US" sz="2800" dirty="0" err="1"/>
              <a:t>wt</a:t>
            </a:r>
            <a:r>
              <a:rPr lang="en-US" sz="2800" dirty="0"/>
              <a:t>% </a:t>
            </a:r>
            <a:r>
              <a:rPr lang="en-US" sz="2800" dirty="0" err="1"/>
              <a:t>FeSiAl</a:t>
            </a:r>
            <a:r>
              <a:rPr lang="en-US" sz="2800" dirty="0"/>
              <a:t> (</a:t>
            </a:r>
            <a:r>
              <a:rPr lang="en-DK" sz="2800" dirty="0"/>
              <a:t>μ</a:t>
            </a:r>
            <a:r>
              <a:rPr lang="en-US" sz="2800" baseline="-25000" dirty="0" err="1"/>
              <a:t>rx</a:t>
            </a:r>
            <a:r>
              <a:rPr lang="en-US" sz="2800" dirty="0"/>
              <a:t>)</a:t>
            </a:r>
            <a:endParaRPr lang="en-DK" sz="2800" b="1" kern="0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78E1CC31-8BF6-AF68-F01B-379787B85D02}"/>
              </a:ext>
            </a:extLst>
          </p:cNvPr>
          <p:cNvSpPr txBox="1">
            <a:spLocks/>
          </p:cNvSpPr>
          <p:nvPr/>
        </p:nvSpPr>
        <p:spPr bwMode="auto">
          <a:xfrm>
            <a:off x="4660818" y="517594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PA12 with y </a:t>
            </a:r>
            <a:r>
              <a:rPr lang="en-US" sz="2800" dirty="0" err="1"/>
              <a:t>wt</a:t>
            </a:r>
            <a:r>
              <a:rPr lang="en-US" sz="2800" dirty="0"/>
              <a:t>% </a:t>
            </a:r>
            <a:r>
              <a:rPr lang="en-US" sz="2800" dirty="0" err="1"/>
              <a:t>FeSiAl</a:t>
            </a:r>
            <a:r>
              <a:rPr lang="en-US" sz="2800" dirty="0"/>
              <a:t> (</a:t>
            </a:r>
            <a:r>
              <a:rPr lang="en-DK" sz="2800" dirty="0"/>
              <a:t>μ</a:t>
            </a:r>
            <a:r>
              <a:rPr lang="en-US" sz="2800" baseline="-25000" dirty="0" err="1"/>
              <a:t>ry</a:t>
            </a:r>
            <a:r>
              <a:rPr lang="en-US" sz="2800" dirty="0"/>
              <a:t>)</a:t>
            </a:r>
            <a:endParaRPr lang="en-DK" sz="2800" b="1" kern="0" dirty="0"/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D4F81176-E1A7-3728-E027-B8B5DD6C9E06}"/>
              </a:ext>
            </a:extLst>
          </p:cNvPr>
          <p:cNvSpPr txBox="1">
            <a:spLocks/>
          </p:cNvSpPr>
          <p:nvPr/>
        </p:nvSpPr>
        <p:spPr bwMode="auto">
          <a:xfrm>
            <a:off x="8243967" y="517594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PA12 with z </a:t>
            </a:r>
            <a:r>
              <a:rPr lang="en-US" sz="2800" dirty="0" err="1"/>
              <a:t>wt</a:t>
            </a:r>
            <a:r>
              <a:rPr lang="en-US" sz="2800" dirty="0"/>
              <a:t>% </a:t>
            </a:r>
            <a:r>
              <a:rPr lang="en-US" sz="2800" dirty="0" err="1"/>
              <a:t>FeSiAl</a:t>
            </a:r>
            <a:r>
              <a:rPr lang="en-US" sz="2800" dirty="0"/>
              <a:t> (</a:t>
            </a:r>
            <a:r>
              <a:rPr lang="en-DK" sz="2800" dirty="0"/>
              <a:t>μ</a:t>
            </a:r>
            <a:r>
              <a:rPr lang="en-US" sz="2800" baseline="-25000" dirty="0" err="1"/>
              <a:t>rz</a:t>
            </a:r>
            <a:r>
              <a:rPr lang="en-US" sz="2800" dirty="0"/>
              <a:t>)</a:t>
            </a:r>
            <a:endParaRPr lang="en-DK" sz="2800" b="1" kern="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CB1517-CE83-D7DF-409B-FF32AF32940E}"/>
              </a:ext>
            </a:extLst>
          </p:cNvPr>
          <p:cNvCxnSpPr/>
          <p:nvPr/>
        </p:nvCxnSpPr>
        <p:spPr bwMode="auto">
          <a:xfrm>
            <a:off x="695400" y="1772816"/>
            <a:ext cx="11017224" cy="432048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35F0FB-4217-E7A7-8EB1-A7DD4D45D881}"/>
              </a:ext>
            </a:extLst>
          </p:cNvPr>
          <p:cNvCxnSpPr/>
          <p:nvPr/>
        </p:nvCxnSpPr>
        <p:spPr bwMode="auto">
          <a:xfrm flipV="1">
            <a:off x="551384" y="1925216"/>
            <a:ext cx="11017224" cy="4096072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9244840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9FDBD-0F32-0F1C-35A2-A3EEE5A88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Multi-permeability via mixing different ratios</a:t>
            </a:r>
            <a:endParaRPr lang="en-DK" dirty="0"/>
          </a:p>
        </p:txBody>
      </p:sp>
      <p:pic>
        <p:nvPicPr>
          <p:cNvPr id="6" name="Content Placeholder 5" descr="Hard magnetic compound | Mate Co., Ltd.">
            <a:extLst>
              <a:ext uri="{FF2B5EF4-FFF2-40B4-BE49-F238E27FC236}">
                <a16:creationId xmlns:a16="http://schemas.microsoft.com/office/drawing/2014/main" id="{75105F7D-1186-5CC5-A14F-DA97A9C4F2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2054" b="17741"/>
          <a:stretch>
            <a:fillRect/>
          </a:stretch>
        </p:blipFill>
        <p:spPr>
          <a:xfrm>
            <a:off x="4007768" y="2852936"/>
            <a:ext cx="2787406" cy="223623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A3EF4-D451-925F-0D18-267CDF7D5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46A9C-02D6-4960-BEA3-E1664CE54802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C557CC-7F0E-3F8E-206C-B4AF6E78A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41</a:t>
            </a:fld>
            <a:endParaRPr lang="en-GB" dirty="0"/>
          </a:p>
        </p:txBody>
      </p:sp>
      <p:sp>
        <p:nvSpPr>
          <p:cNvPr id="12" name="Plus Sign 11">
            <a:extLst>
              <a:ext uri="{FF2B5EF4-FFF2-40B4-BE49-F238E27FC236}">
                <a16:creationId xmlns:a16="http://schemas.microsoft.com/office/drawing/2014/main" id="{331303DB-992D-8712-9668-6998FBFCE546}"/>
              </a:ext>
            </a:extLst>
          </p:cNvPr>
          <p:cNvSpPr/>
          <p:nvPr/>
        </p:nvSpPr>
        <p:spPr bwMode="auto">
          <a:xfrm>
            <a:off x="2910265" y="3557528"/>
            <a:ext cx="1080120" cy="108012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pic>
        <p:nvPicPr>
          <p:cNvPr id="13" name="Picture 12" descr="White ABS Pellets | LNS Technologies">
            <a:extLst>
              <a:ext uri="{FF2B5EF4-FFF2-40B4-BE49-F238E27FC236}">
                <a16:creationId xmlns:a16="http://schemas.microsoft.com/office/drawing/2014/main" id="{187D81F1-71B4-DFD2-4EB3-6CDB300699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28" r="12928"/>
          <a:stretch>
            <a:fillRect/>
          </a:stretch>
        </p:blipFill>
        <p:spPr>
          <a:xfrm>
            <a:off x="281973" y="3015147"/>
            <a:ext cx="2160240" cy="2074025"/>
          </a:xfrm>
          <a:prstGeom prst="rect">
            <a:avLst/>
          </a:prstGeom>
        </p:spPr>
      </p:pic>
      <p:sp>
        <p:nvSpPr>
          <p:cNvPr id="14" name="Equals 13">
            <a:extLst>
              <a:ext uri="{FF2B5EF4-FFF2-40B4-BE49-F238E27FC236}">
                <a16:creationId xmlns:a16="http://schemas.microsoft.com/office/drawing/2014/main" id="{1B88A06C-8DAA-B4F8-EA63-813A94C168D7}"/>
              </a:ext>
            </a:extLst>
          </p:cNvPr>
          <p:cNvSpPr/>
          <p:nvPr/>
        </p:nvSpPr>
        <p:spPr bwMode="auto">
          <a:xfrm>
            <a:off x="6999944" y="3629536"/>
            <a:ext cx="936104" cy="936104"/>
          </a:xfrm>
          <a:prstGeom prst="mathEqual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9401C388-9CA7-8D65-9182-1A16BC2DC035}"/>
              </a:ext>
            </a:extLst>
          </p:cNvPr>
          <p:cNvSpPr txBox="1">
            <a:spLocks/>
          </p:cNvSpPr>
          <p:nvPr/>
        </p:nvSpPr>
        <p:spPr bwMode="auto">
          <a:xfrm>
            <a:off x="3698997" y="5089172"/>
            <a:ext cx="3404948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3200" dirty="0"/>
              <a:t>PA12 with 86 </a:t>
            </a:r>
            <a:r>
              <a:rPr lang="en-US" sz="3200" dirty="0" err="1"/>
              <a:t>wt</a:t>
            </a:r>
            <a:r>
              <a:rPr lang="en-US" sz="3200" dirty="0"/>
              <a:t>% </a:t>
            </a:r>
            <a:r>
              <a:rPr lang="en-US" sz="3200" dirty="0" err="1"/>
              <a:t>FeSiAl</a:t>
            </a:r>
            <a:r>
              <a:rPr lang="en-US" sz="3200" dirty="0"/>
              <a:t> (</a:t>
            </a:r>
            <a:r>
              <a:rPr lang="en-DK" sz="3200" dirty="0"/>
              <a:t>μ</a:t>
            </a:r>
            <a:r>
              <a:rPr lang="en-US" sz="3200" baseline="-25000" dirty="0"/>
              <a:t>r_100:0</a:t>
            </a:r>
            <a:r>
              <a:rPr lang="en-US" sz="3200" dirty="0"/>
              <a:t>)</a:t>
            </a:r>
            <a:endParaRPr lang="en-DK" sz="3200" b="1" kern="0" dirty="0"/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B0CA464D-1198-B53D-297C-65F3FD1EA3CC}"/>
              </a:ext>
            </a:extLst>
          </p:cNvPr>
          <p:cNvSpPr txBox="1">
            <a:spLocks/>
          </p:cNvSpPr>
          <p:nvPr/>
        </p:nvSpPr>
        <p:spPr bwMode="auto">
          <a:xfrm>
            <a:off x="-77982" y="5089172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3200" dirty="0"/>
              <a:t>PA12</a:t>
            </a:r>
            <a:endParaRPr lang="en-DK" sz="3200" b="1" kern="0" dirty="0"/>
          </a:p>
        </p:txBody>
      </p:sp>
    </p:spTree>
    <p:extLst>
      <p:ext uri="{BB962C8B-B14F-4D97-AF65-F5344CB8AC3E}">
        <p14:creationId xmlns:p14="http://schemas.microsoft.com/office/powerpoint/2010/main" val="41370842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7DEE2-B452-3889-F1A5-792DB846C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15F62-7089-7D58-EC6E-86581B886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Multi-permeability via mixing different ratios</a:t>
            </a:r>
            <a:endParaRPr lang="en-DK" dirty="0"/>
          </a:p>
        </p:txBody>
      </p:sp>
      <p:pic>
        <p:nvPicPr>
          <p:cNvPr id="6" name="Content Placeholder 5" descr="Hard magnetic compound | Mate Co., Ltd.">
            <a:extLst>
              <a:ext uri="{FF2B5EF4-FFF2-40B4-BE49-F238E27FC236}">
                <a16:creationId xmlns:a16="http://schemas.microsoft.com/office/drawing/2014/main" id="{87C84822-C9AF-1D3E-5A46-6C76C070CB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2054" b="17741"/>
          <a:stretch>
            <a:fillRect/>
          </a:stretch>
        </p:blipFill>
        <p:spPr>
          <a:xfrm>
            <a:off x="4007768" y="2852936"/>
            <a:ext cx="2787406" cy="223623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7093E-FA09-BBE9-E07F-E0B8ABC6F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A7395-17E2-43D0-953A-89DBB0F3A5DA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ED92F7-F881-0F71-CA7F-3469145D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42</a:t>
            </a:fld>
            <a:endParaRPr lang="en-GB" dirty="0"/>
          </a:p>
        </p:txBody>
      </p:sp>
      <p:pic>
        <p:nvPicPr>
          <p:cNvPr id="8" name="Picture 7" descr="Polar Black and White Spar | 3-8mm | Derbyshire Aggregates">
            <a:extLst>
              <a:ext uri="{FF2B5EF4-FFF2-40B4-BE49-F238E27FC236}">
                <a16:creationId xmlns:a16="http://schemas.microsoft.com/office/drawing/2014/main" id="{71339488-B0A4-DCFF-1442-B210B4F1D5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97" r="3697"/>
          <a:stretch>
            <a:fillRect/>
          </a:stretch>
        </p:blipFill>
        <p:spPr>
          <a:xfrm>
            <a:off x="8760296" y="1743547"/>
            <a:ext cx="2520281" cy="1885989"/>
          </a:xfrm>
          <a:prstGeom prst="rect">
            <a:avLst/>
          </a:prstGeom>
        </p:spPr>
      </p:pic>
      <p:sp>
        <p:nvSpPr>
          <p:cNvPr id="12" name="Plus Sign 11">
            <a:extLst>
              <a:ext uri="{FF2B5EF4-FFF2-40B4-BE49-F238E27FC236}">
                <a16:creationId xmlns:a16="http://schemas.microsoft.com/office/drawing/2014/main" id="{E6C142A5-F019-94EE-08FE-168D2AD3FF52}"/>
              </a:ext>
            </a:extLst>
          </p:cNvPr>
          <p:cNvSpPr/>
          <p:nvPr/>
        </p:nvSpPr>
        <p:spPr bwMode="auto">
          <a:xfrm>
            <a:off x="2910265" y="3557528"/>
            <a:ext cx="1080120" cy="108012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pic>
        <p:nvPicPr>
          <p:cNvPr id="13" name="Picture 12" descr="White ABS Pellets | LNS Technologies">
            <a:extLst>
              <a:ext uri="{FF2B5EF4-FFF2-40B4-BE49-F238E27FC236}">
                <a16:creationId xmlns:a16="http://schemas.microsoft.com/office/drawing/2014/main" id="{2FA07E3A-7F11-DF1A-8263-9CB2759BAB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928" r="12928"/>
          <a:stretch>
            <a:fillRect/>
          </a:stretch>
        </p:blipFill>
        <p:spPr>
          <a:xfrm>
            <a:off x="281973" y="3015147"/>
            <a:ext cx="2160240" cy="2074025"/>
          </a:xfrm>
          <a:prstGeom prst="rect">
            <a:avLst/>
          </a:prstGeom>
        </p:spPr>
      </p:pic>
      <p:sp>
        <p:nvSpPr>
          <p:cNvPr id="14" name="Equals 13">
            <a:extLst>
              <a:ext uri="{FF2B5EF4-FFF2-40B4-BE49-F238E27FC236}">
                <a16:creationId xmlns:a16="http://schemas.microsoft.com/office/drawing/2014/main" id="{BD4141B6-87E6-06C6-E332-D58FB8469934}"/>
              </a:ext>
            </a:extLst>
          </p:cNvPr>
          <p:cNvSpPr/>
          <p:nvPr/>
        </p:nvSpPr>
        <p:spPr bwMode="auto">
          <a:xfrm>
            <a:off x="6999944" y="3629536"/>
            <a:ext cx="936104" cy="936104"/>
          </a:xfrm>
          <a:prstGeom prst="mathEqual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986EF881-06A2-36E5-E801-20865D77CDAD}"/>
              </a:ext>
            </a:extLst>
          </p:cNvPr>
          <p:cNvSpPr txBox="1">
            <a:spLocks/>
          </p:cNvSpPr>
          <p:nvPr/>
        </p:nvSpPr>
        <p:spPr bwMode="auto">
          <a:xfrm>
            <a:off x="8585254" y="3577429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DK" sz="3200" dirty="0"/>
              <a:t>μ</a:t>
            </a:r>
            <a:r>
              <a:rPr lang="en-US" sz="3200" baseline="-25000" dirty="0"/>
              <a:t>r_25:75</a:t>
            </a:r>
            <a:endParaRPr lang="en-DK" sz="3200" b="1" kern="0" dirty="0"/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E56DC254-026E-E14F-4DE2-80EC3DDCE77A}"/>
              </a:ext>
            </a:extLst>
          </p:cNvPr>
          <p:cNvSpPr txBox="1">
            <a:spLocks/>
          </p:cNvSpPr>
          <p:nvPr/>
        </p:nvSpPr>
        <p:spPr bwMode="auto">
          <a:xfrm>
            <a:off x="3698997" y="5089172"/>
            <a:ext cx="3404948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3200" dirty="0"/>
              <a:t>PA12 with 86 </a:t>
            </a:r>
            <a:r>
              <a:rPr lang="en-US" sz="3200" dirty="0" err="1"/>
              <a:t>wt</a:t>
            </a:r>
            <a:r>
              <a:rPr lang="en-US" sz="3200" dirty="0"/>
              <a:t>% </a:t>
            </a:r>
            <a:r>
              <a:rPr lang="en-US" sz="3200" dirty="0" err="1"/>
              <a:t>FeSiAl</a:t>
            </a:r>
            <a:r>
              <a:rPr lang="en-US" sz="3200" dirty="0"/>
              <a:t> (</a:t>
            </a:r>
            <a:r>
              <a:rPr lang="en-DK" sz="3200" dirty="0"/>
              <a:t>μ</a:t>
            </a:r>
            <a:r>
              <a:rPr lang="en-US" sz="3200" baseline="-25000" dirty="0"/>
              <a:t>r_100:0</a:t>
            </a:r>
            <a:r>
              <a:rPr lang="en-US" sz="3200" dirty="0"/>
              <a:t>)</a:t>
            </a:r>
            <a:endParaRPr lang="en-DK" sz="3200" b="1" kern="0" dirty="0"/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971A6DFC-8F2B-0DA9-B92E-D90C04B80A75}"/>
              </a:ext>
            </a:extLst>
          </p:cNvPr>
          <p:cNvSpPr txBox="1">
            <a:spLocks/>
          </p:cNvSpPr>
          <p:nvPr/>
        </p:nvSpPr>
        <p:spPr bwMode="auto">
          <a:xfrm>
            <a:off x="-77982" y="5089172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3200" dirty="0"/>
              <a:t>PA12</a:t>
            </a:r>
            <a:endParaRPr lang="en-DK" sz="3200" b="1" kern="0" dirty="0"/>
          </a:p>
        </p:txBody>
      </p:sp>
    </p:spTree>
    <p:extLst>
      <p:ext uri="{BB962C8B-B14F-4D97-AF65-F5344CB8AC3E}">
        <p14:creationId xmlns:p14="http://schemas.microsoft.com/office/powerpoint/2010/main" val="19461350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2CCF6-C7EA-5E82-6A2A-7A72E5876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30EA-52F2-70C6-2A12-3CE7CE6D3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Multi-permeability via mixing different ratios</a:t>
            </a:r>
            <a:endParaRPr lang="en-DK" dirty="0"/>
          </a:p>
        </p:txBody>
      </p:sp>
      <p:pic>
        <p:nvPicPr>
          <p:cNvPr id="6" name="Content Placeholder 5" descr="Hard magnetic compound | Mate Co., Ltd.">
            <a:extLst>
              <a:ext uri="{FF2B5EF4-FFF2-40B4-BE49-F238E27FC236}">
                <a16:creationId xmlns:a16="http://schemas.microsoft.com/office/drawing/2014/main" id="{C74E021A-45AC-3323-F66C-FFCE60B9EC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2054" b="17741"/>
          <a:stretch>
            <a:fillRect/>
          </a:stretch>
        </p:blipFill>
        <p:spPr>
          <a:xfrm>
            <a:off x="4007768" y="2852936"/>
            <a:ext cx="2787406" cy="223623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5FE13-4059-28C9-767B-EC2367DFF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D8CA-3CAD-49A1-ACEF-3A5E346426D0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BB736-D27D-7673-9D27-229FCC733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43</a:t>
            </a:fld>
            <a:endParaRPr lang="en-GB" dirty="0"/>
          </a:p>
        </p:txBody>
      </p:sp>
      <p:pic>
        <p:nvPicPr>
          <p:cNvPr id="7" name="Picture 6" descr="Black &amp; White Mix - Ardcroney">
            <a:extLst>
              <a:ext uri="{FF2B5EF4-FFF2-40B4-BE49-F238E27FC236}">
                <a16:creationId xmlns:a16="http://schemas.microsoft.com/office/drawing/2014/main" id="{ECE843C7-08AC-2CBB-5EE6-C15D7F858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297" y="4144067"/>
            <a:ext cx="2520280" cy="1890210"/>
          </a:xfrm>
          <a:prstGeom prst="rect">
            <a:avLst/>
          </a:prstGeom>
        </p:spPr>
      </p:pic>
      <p:pic>
        <p:nvPicPr>
          <p:cNvPr id="8" name="Picture 7" descr="Polar Black and White Spar | 3-8mm | Derbyshire Aggregates">
            <a:extLst>
              <a:ext uri="{FF2B5EF4-FFF2-40B4-BE49-F238E27FC236}">
                <a16:creationId xmlns:a16="http://schemas.microsoft.com/office/drawing/2014/main" id="{9D845008-09DF-FA4F-3037-444E278A11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97" r="3697"/>
          <a:stretch>
            <a:fillRect/>
          </a:stretch>
        </p:blipFill>
        <p:spPr>
          <a:xfrm>
            <a:off x="8760296" y="1743547"/>
            <a:ext cx="2520281" cy="1885989"/>
          </a:xfrm>
          <a:prstGeom prst="rect">
            <a:avLst/>
          </a:prstGeom>
        </p:spPr>
      </p:pic>
      <p:sp>
        <p:nvSpPr>
          <p:cNvPr id="12" name="Plus Sign 11">
            <a:extLst>
              <a:ext uri="{FF2B5EF4-FFF2-40B4-BE49-F238E27FC236}">
                <a16:creationId xmlns:a16="http://schemas.microsoft.com/office/drawing/2014/main" id="{5F23E84A-75E6-9B0B-6516-40F46A0F2DAB}"/>
              </a:ext>
            </a:extLst>
          </p:cNvPr>
          <p:cNvSpPr/>
          <p:nvPr/>
        </p:nvSpPr>
        <p:spPr bwMode="auto">
          <a:xfrm>
            <a:off x="2910265" y="3557528"/>
            <a:ext cx="1080120" cy="108012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pic>
        <p:nvPicPr>
          <p:cNvPr id="13" name="Picture 12" descr="White ABS Pellets | LNS Technologies">
            <a:extLst>
              <a:ext uri="{FF2B5EF4-FFF2-40B4-BE49-F238E27FC236}">
                <a16:creationId xmlns:a16="http://schemas.microsoft.com/office/drawing/2014/main" id="{9F76817B-8C3B-C017-83D0-E09D119B23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928" r="12928"/>
          <a:stretch>
            <a:fillRect/>
          </a:stretch>
        </p:blipFill>
        <p:spPr>
          <a:xfrm>
            <a:off x="281973" y="3015147"/>
            <a:ext cx="2160240" cy="2074025"/>
          </a:xfrm>
          <a:prstGeom prst="rect">
            <a:avLst/>
          </a:prstGeom>
        </p:spPr>
      </p:pic>
      <p:sp>
        <p:nvSpPr>
          <p:cNvPr id="14" name="Equals 13">
            <a:extLst>
              <a:ext uri="{FF2B5EF4-FFF2-40B4-BE49-F238E27FC236}">
                <a16:creationId xmlns:a16="http://schemas.microsoft.com/office/drawing/2014/main" id="{CE24E5FD-4078-31E4-C165-36C12275C302}"/>
              </a:ext>
            </a:extLst>
          </p:cNvPr>
          <p:cNvSpPr/>
          <p:nvPr/>
        </p:nvSpPr>
        <p:spPr bwMode="auto">
          <a:xfrm>
            <a:off x="6999944" y="3629536"/>
            <a:ext cx="936104" cy="936104"/>
          </a:xfrm>
          <a:prstGeom prst="mathEqual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720B98B5-1903-5FAA-9F6E-E2FDD1BC66EF}"/>
              </a:ext>
            </a:extLst>
          </p:cNvPr>
          <p:cNvSpPr txBox="1">
            <a:spLocks/>
          </p:cNvSpPr>
          <p:nvPr/>
        </p:nvSpPr>
        <p:spPr bwMode="auto">
          <a:xfrm>
            <a:off x="8585254" y="3577429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DK" sz="3200" dirty="0"/>
              <a:t>μ</a:t>
            </a:r>
            <a:r>
              <a:rPr lang="en-US" sz="3200" baseline="-25000" dirty="0"/>
              <a:t>r_25:75</a:t>
            </a:r>
            <a:endParaRPr lang="en-DK" sz="3200" b="1" kern="0" dirty="0"/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3A079E35-6C89-566A-6E71-7DCE3EC64A55}"/>
              </a:ext>
            </a:extLst>
          </p:cNvPr>
          <p:cNvSpPr txBox="1">
            <a:spLocks/>
          </p:cNvSpPr>
          <p:nvPr/>
        </p:nvSpPr>
        <p:spPr bwMode="auto">
          <a:xfrm>
            <a:off x="8585253" y="5939286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l-GR" sz="3200" dirty="0"/>
              <a:t>μ</a:t>
            </a:r>
            <a:r>
              <a:rPr lang="en-US" sz="3200" baseline="-25000" dirty="0"/>
              <a:t>r_75:25</a:t>
            </a:r>
            <a:endParaRPr lang="en-DK" sz="3200" b="1" kern="0" baseline="-25000" dirty="0"/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5E033916-DDFF-76FF-7B4F-215E549F38EB}"/>
              </a:ext>
            </a:extLst>
          </p:cNvPr>
          <p:cNvSpPr txBox="1">
            <a:spLocks/>
          </p:cNvSpPr>
          <p:nvPr/>
        </p:nvSpPr>
        <p:spPr bwMode="auto">
          <a:xfrm>
            <a:off x="3698997" y="5089172"/>
            <a:ext cx="3404948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3200" dirty="0"/>
              <a:t>PA12 with 86 </a:t>
            </a:r>
            <a:r>
              <a:rPr lang="en-US" sz="3200" dirty="0" err="1"/>
              <a:t>wt</a:t>
            </a:r>
            <a:r>
              <a:rPr lang="en-US" sz="3200" dirty="0"/>
              <a:t>% </a:t>
            </a:r>
            <a:r>
              <a:rPr lang="en-US" sz="3200" dirty="0" err="1"/>
              <a:t>FeSiAl</a:t>
            </a:r>
            <a:r>
              <a:rPr lang="en-US" sz="3200" dirty="0"/>
              <a:t> (</a:t>
            </a:r>
            <a:r>
              <a:rPr lang="en-DK" sz="3200" dirty="0"/>
              <a:t>μ</a:t>
            </a:r>
            <a:r>
              <a:rPr lang="en-US" sz="3200" baseline="-25000" dirty="0"/>
              <a:t>r_100:0</a:t>
            </a:r>
            <a:r>
              <a:rPr lang="en-US" sz="3200" dirty="0"/>
              <a:t>)</a:t>
            </a:r>
            <a:endParaRPr lang="en-DK" sz="3200" b="1" kern="0" dirty="0"/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8D63B194-053F-0214-FEF2-76432CE8114B}"/>
              </a:ext>
            </a:extLst>
          </p:cNvPr>
          <p:cNvSpPr txBox="1">
            <a:spLocks/>
          </p:cNvSpPr>
          <p:nvPr/>
        </p:nvSpPr>
        <p:spPr bwMode="auto">
          <a:xfrm>
            <a:off x="-77982" y="5089172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3200" dirty="0"/>
              <a:t>PA12</a:t>
            </a:r>
            <a:endParaRPr lang="en-DK" sz="3200" b="1" kern="0" dirty="0"/>
          </a:p>
        </p:txBody>
      </p:sp>
    </p:spTree>
    <p:extLst>
      <p:ext uri="{BB962C8B-B14F-4D97-AF65-F5344CB8AC3E}">
        <p14:creationId xmlns:p14="http://schemas.microsoft.com/office/powerpoint/2010/main" val="18313939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CE8AA-626C-3400-F0BA-CFD9F43D1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70D5D-72D7-1221-E46F-0B9AD295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726" y="1978466"/>
            <a:ext cx="9312374" cy="4545578"/>
          </a:xfrm>
        </p:spPr>
        <p:txBody>
          <a:bodyPr/>
          <a:lstStyle/>
          <a:p>
            <a:pPr marL="0" indent="0">
              <a:buNone/>
            </a:pPr>
            <a:r>
              <a:rPr lang="en-US" sz="2000" i="1" dirty="0"/>
              <a:t>Can varying the blend ratio of magnetic-filled and unfilled polymer pellets produce reproducible changes in the permeability of a soft-magnetic composite manufactured using a commercial pellet extruder?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3715A-A262-5DC8-0E74-9FC29C2BA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F063-B7FB-47DE-84D0-A3163D52C95D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0C22F-CDC4-1EF9-3239-8767ECCCE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44</a:t>
            </a:fld>
            <a:endParaRPr lang="en-GB" dirty="0"/>
          </a:p>
        </p:txBody>
      </p:sp>
      <p:pic>
        <p:nvPicPr>
          <p:cNvPr id="7" name="Picture 6" descr="Black &amp; White Mix - Ardcroney">
            <a:extLst>
              <a:ext uri="{FF2B5EF4-FFF2-40B4-BE49-F238E27FC236}">
                <a16:creationId xmlns:a16="http://schemas.microsoft.com/office/drawing/2014/main" id="{64E51904-DFA3-E256-A259-3265163A6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698" y="3429000"/>
            <a:ext cx="2520280" cy="1890210"/>
          </a:xfrm>
          <a:prstGeom prst="rect">
            <a:avLst/>
          </a:prstGeom>
        </p:spPr>
      </p:pic>
      <p:pic>
        <p:nvPicPr>
          <p:cNvPr id="9" name="Picture 8" descr="Polar Black and White Spar | 3-8mm | Derbyshire Aggregates">
            <a:extLst>
              <a:ext uri="{FF2B5EF4-FFF2-40B4-BE49-F238E27FC236}">
                <a16:creationId xmlns:a16="http://schemas.microsoft.com/office/drawing/2014/main" id="{BB35C96C-E6A8-6217-9DE3-5F6C80C7F3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97" r="3697"/>
          <a:stretch>
            <a:fillRect/>
          </a:stretch>
        </p:blipFill>
        <p:spPr>
          <a:xfrm>
            <a:off x="556363" y="3434757"/>
            <a:ext cx="2520281" cy="1885989"/>
          </a:xfrm>
          <a:prstGeom prst="rect">
            <a:avLst/>
          </a:prstGeom>
        </p:spPr>
      </p:pic>
      <p:pic>
        <p:nvPicPr>
          <p:cNvPr id="15" name="Picture 14" descr="Polar Black and White Spar | 3-8mm | Derbyshire Aggregates">
            <a:extLst>
              <a:ext uri="{FF2B5EF4-FFF2-40B4-BE49-F238E27FC236}">
                <a16:creationId xmlns:a16="http://schemas.microsoft.com/office/drawing/2014/main" id="{B68B5E49-9F8B-125A-FE0B-BD6ED52FC6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97" r="3697"/>
          <a:stretch>
            <a:fillRect/>
          </a:stretch>
        </p:blipFill>
        <p:spPr>
          <a:xfrm flipH="1" flipV="1">
            <a:off x="3251684" y="3429000"/>
            <a:ext cx="2520281" cy="1885989"/>
          </a:xfrm>
          <a:prstGeom prst="rect">
            <a:avLst/>
          </a:prstGeom>
        </p:spPr>
      </p:pic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E9FD4E1B-4024-815E-A6FB-42763F8E870C}"/>
              </a:ext>
            </a:extLst>
          </p:cNvPr>
          <p:cNvSpPr txBox="1">
            <a:spLocks/>
          </p:cNvSpPr>
          <p:nvPr/>
        </p:nvSpPr>
        <p:spPr bwMode="auto">
          <a:xfrm>
            <a:off x="556363" y="5431576"/>
            <a:ext cx="5215601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DK" sz="3200" dirty="0"/>
              <a:t>μ</a:t>
            </a:r>
            <a:r>
              <a:rPr lang="en-US" sz="3200" baseline="-25000" dirty="0"/>
              <a:t>r_25:75_1 </a:t>
            </a:r>
            <a:r>
              <a:rPr lang="en-US" sz="3200" dirty="0"/>
              <a:t>= </a:t>
            </a:r>
            <a:r>
              <a:rPr lang="en-DK" sz="3200" dirty="0"/>
              <a:t>μ</a:t>
            </a:r>
            <a:r>
              <a:rPr lang="en-US" sz="3200" baseline="-25000" dirty="0"/>
              <a:t>r_25:75_2 </a:t>
            </a:r>
            <a:r>
              <a:rPr lang="en-US" sz="3200" dirty="0"/>
              <a:t>?</a:t>
            </a:r>
            <a:endParaRPr lang="en-DK" sz="3200" b="1" kern="0" dirty="0"/>
          </a:p>
        </p:txBody>
      </p:sp>
      <p:pic>
        <p:nvPicPr>
          <p:cNvPr id="19" name="Picture 18" descr="Black &amp; White Mix - Ardcroney">
            <a:extLst>
              <a:ext uri="{FF2B5EF4-FFF2-40B4-BE49-F238E27FC236}">
                <a16:creationId xmlns:a16="http://schemas.microsoft.com/office/drawing/2014/main" id="{EBA1BCB2-32B2-4AAC-6DC5-1831C68C1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9196019" y="3434757"/>
            <a:ext cx="2520280" cy="1890210"/>
          </a:xfrm>
          <a:prstGeom prst="rect">
            <a:avLst/>
          </a:prstGeom>
        </p:spPr>
      </p:pic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D7AA22F3-C093-1C62-46EB-209BCA5BF9AF}"/>
              </a:ext>
            </a:extLst>
          </p:cNvPr>
          <p:cNvSpPr txBox="1">
            <a:spLocks/>
          </p:cNvSpPr>
          <p:nvPr/>
        </p:nvSpPr>
        <p:spPr bwMode="auto">
          <a:xfrm>
            <a:off x="6475228" y="5314221"/>
            <a:ext cx="5215601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DK" sz="3200" dirty="0"/>
              <a:t>μ</a:t>
            </a:r>
            <a:r>
              <a:rPr lang="en-US" sz="3200" baseline="-25000" dirty="0"/>
              <a:t>r_75:25_1 </a:t>
            </a:r>
            <a:r>
              <a:rPr lang="en-US" sz="3200" dirty="0"/>
              <a:t>= </a:t>
            </a:r>
            <a:r>
              <a:rPr lang="en-DK" sz="3200" dirty="0"/>
              <a:t>μ</a:t>
            </a:r>
            <a:r>
              <a:rPr lang="en-US" sz="3200" baseline="-25000" dirty="0"/>
              <a:t>r_75:25_2 </a:t>
            </a:r>
            <a:r>
              <a:rPr lang="en-US" sz="3200" dirty="0"/>
              <a:t>?</a:t>
            </a:r>
            <a:endParaRPr lang="en-DK" sz="3200" b="1" kern="0" dirty="0"/>
          </a:p>
        </p:txBody>
      </p:sp>
    </p:spTree>
    <p:extLst>
      <p:ext uri="{BB962C8B-B14F-4D97-AF65-F5344CB8AC3E}">
        <p14:creationId xmlns:p14="http://schemas.microsoft.com/office/powerpoint/2010/main" val="22354652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72E76B8-FD55-9128-6BD5-5CA9849DF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and methodology – Nr. 1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D5274E-02E8-96EC-EAB8-3495DDFBAC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Requirement</a:t>
            </a:r>
          </a:p>
          <a:p>
            <a:pPr marL="0" indent="0">
              <a:buNone/>
            </a:pPr>
            <a:r>
              <a:rPr lang="en-US" dirty="0"/>
              <a:t>Establish a repeatable pellet-extrusion process for producing test specimens from the selected magnetic-filled and unfilled polymer pellets.</a:t>
            </a:r>
            <a:endParaRPr lang="en-DK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CFB75C-9B4C-BE39-0953-EA252FB344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Methodology</a:t>
            </a:r>
          </a:p>
          <a:p>
            <a:pPr marL="0" indent="0">
              <a:buNone/>
            </a:pPr>
            <a:r>
              <a:rPr lang="en-US" dirty="0"/>
              <a:t>Conduct a targeted review of commercially available pellet extruders and compatible polymer feedstocks. </a:t>
            </a:r>
          </a:p>
          <a:p>
            <a:pPr marL="0" indent="0">
              <a:buNone/>
            </a:pPr>
            <a:r>
              <a:rPr lang="en-US" dirty="0"/>
              <a:t>Create an evaluation matrix, setting out project criterion with their specific weight. Select the highest rated path of solutions. Develop and assemble the selected manufacturing process. </a:t>
            </a:r>
          </a:p>
          <a:p>
            <a:pPr marL="0" indent="0">
              <a:buNone/>
            </a:pPr>
            <a:r>
              <a:rPr lang="en-US" dirty="0"/>
              <a:t>Investigate appropriate printing parameters.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B1DB07-D15A-9F5D-17C6-F3E3DC3168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45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4CBF2-F269-D4DA-F9B7-F4600027464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E976DC0-D833-4534-90DF-1DD6DA1EBF2D}" type="datetime1">
              <a:rPr lang="en-GB" smtClean="0"/>
              <a:t>26/10/2026</a:t>
            </a:fld>
            <a:endParaRPr lang="en-GB"/>
          </a:p>
        </p:txBody>
      </p:sp>
      <p:pic>
        <p:nvPicPr>
          <p:cNvPr id="2" name="Picture 1" descr="Mahor V5 Pellet Extruder - M8">
            <a:extLst>
              <a:ext uri="{FF2B5EF4-FFF2-40B4-BE49-F238E27FC236}">
                <a16:creationId xmlns:a16="http://schemas.microsoft.com/office/drawing/2014/main" id="{3F034513-FF6F-2A1B-0A1B-7C449BDF4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6" y="3354335"/>
            <a:ext cx="3077538" cy="307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8064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1CEC4-BA88-824E-CEF3-32F2EDDC0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DC86D79-AF05-4FCE-045F-35681E49D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and methodology – Nr. 2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B94ECF-8C12-541A-A576-F206A99918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Requirement</a:t>
            </a:r>
          </a:p>
          <a:p>
            <a:pPr marL="0" indent="0">
              <a:buNone/>
            </a:pPr>
            <a:r>
              <a:rPr lang="en-US" dirty="0"/>
              <a:t>Quantify bulk filler-content variation and local </a:t>
            </a:r>
            <a:r>
              <a:rPr lang="en-US" dirty="0" err="1"/>
              <a:t>FeSiAl</a:t>
            </a:r>
            <a:r>
              <a:rPr lang="en-US" dirty="0"/>
              <a:t> distribution in a representative 50:50 pellet blend across selected extrusion positions and repeat runs.</a:t>
            </a:r>
            <a:endParaRPr lang="en-DK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34DC7-11A3-4550-9B95-7D28D4AAD9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Methodology</a:t>
            </a:r>
          </a:p>
          <a:p>
            <a:pPr marL="0" indent="0">
              <a:buNone/>
            </a:pPr>
            <a:r>
              <a:rPr lang="en-US" dirty="0"/>
              <a:t>Manufacture a homogeneity specimen at 50:50 blend ratio. </a:t>
            </a:r>
          </a:p>
          <a:p>
            <a:pPr marL="0" indent="0">
              <a:buNone/>
            </a:pPr>
            <a:r>
              <a:rPr lang="en-US" dirty="0"/>
              <a:t>Use Thermogravimetric Analysis (TGA) to estimate bulk filler content, calibrated to the known filler content. </a:t>
            </a:r>
          </a:p>
          <a:p>
            <a:pPr marL="0" indent="0">
              <a:buNone/>
            </a:pPr>
            <a:r>
              <a:rPr lang="en-US" dirty="0"/>
              <a:t>Scanning Electron Microscopy paired with Energy-Dispersive X-ray Spectroscopy (SEM–EDS) mapping of cross-sections to quantify local </a:t>
            </a:r>
            <a:r>
              <a:rPr lang="en-US" dirty="0" err="1"/>
              <a:t>FeSiAl</a:t>
            </a:r>
            <a:r>
              <a:rPr lang="en-US" dirty="0"/>
              <a:t> distribution. </a:t>
            </a:r>
          </a:p>
          <a:p>
            <a:pPr marL="0" indent="0">
              <a:buNone/>
            </a:pPr>
            <a:r>
              <a:rPr lang="en-US" dirty="0"/>
              <a:t>Samples from independent extrusion runs and different specimen locations will be </a:t>
            </a:r>
            <a:r>
              <a:rPr lang="en-US" dirty="0" err="1"/>
              <a:t>analysed</a:t>
            </a:r>
            <a:r>
              <a:rPr lang="en-US" dirty="0"/>
              <a:t> to assess compositional variation, mixing homogeneity and run-to-run reproducibility.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D842CA-5C5B-019E-B55A-7A4666662F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46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C395B-3313-2715-9756-640F951AA9E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B884728-35C0-4D55-9877-4129DACCE51F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6534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C8A6E-23F8-5C3B-0AD9-8F9DF30BB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D46B21E-B7FD-D72D-E383-0FCF23014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and methodology – Nr. 3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7602CE-0C8A-B6D6-DE72-DCF11162DB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Requirement</a:t>
            </a:r>
          </a:p>
          <a:p>
            <a:pPr marL="0" indent="0">
              <a:buNone/>
            </a:pPr>
            <a:r>
              <a:rPr lang="en-US" dirty="0"/>
              <a:t>Determine the effective permeability and between-specimen variability for five magnetic filled-to-unfilled pellet mass ratios (0:100, 25:75, 50:50, 75:25 and 100:0), using three independently printed specimens per ratio.</a:t>
            </a:r>
            <a:endParaRPr lang="en-DK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3DE61B8-5A36-ADB1-7299-7C20169418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Methodology</a:t>
            </a:r>
          </a:p>
          <a:p>
            <a:pPr marL="0" indent="0">
              <a:buNone/>
            </a:pPr>
            <a:r>
              <a:rPr lang="en-US" sz="1600" dirty="0"/>
              <a:t>Choose and design a fixed rectangular toroid specimen geometry. </a:t>
            </a:r>
          </a:p>
          <a:p>
            <a:pPr marL="0" indent="0">
              <a:buNone/>
            </a:pPr>
            <a:r>
              <a:rPr lang="en-US" sz="1600" dirty="0"/>
              <a:t>Using the developed manufacturing process, fabricate three specimen at each specific (0:100, 25:75, 50:50, 75:25, 100:0) magnetic-filled-to-unfilled pellet mass ratios. </a:t>
            </a:r>
          </a:p>
          <a:p>
            <a:pPr marL="0" indent="0">
              <a:buNone/>
            </a:pPr>
            <a:r>
              <a:rPr lang="en-US" sz="1600" dirty="0"/>
              <a:t>Ensure that the printing parameters are constant. </a:t>
            </a:r>
          </a:p>
          <a:p>
            <a:pPr marL="0" indent="0">
              <a:buNone/>
            </a:pPr>
            <a:r>
              <a:rPr lang="en-US" sz="1600" dirty="0"/>
              <a:t>Wind the same number of turns of isolated copper wire around each specimen, ensuring consistent winding arrangement. </a:t>
            </a:r>
          </a:p>
          <a:p>
            <a:pPr marL="0" indent="0">
              <a:buNone/>
            </a:pPr>
            <a:r>
              <a:rPr lang="en-US" sz="1600" dirty="0"/>
              <a:t>Measure the inductance and it’s between-specimen variability using an impedance analyzer across a specific frequency range. </a:t>
            </a:r>
          </a:p>
          <a:p>
            <a:pPr marL="0" indent="0">
              <a:buNone/>
            </a:pPr>
            <a:r>
              <a:rPr lang="en-US" sz="1600" dirty="0"/>
              <a:t>Calculate the effective permeability</a:t>
            </a:r>
            <a:r>
              <a:rPr lang="en-US" dirty="0"/>
              <a:t>.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7BA24D-7F0B-000C-2F5F-7C9DABD48D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47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4778E-76B3-E367-0F50-525947D2CD6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5659684-971B-4FDE-817F-3DD554F40920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9819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D4F86-88B4-0170-8512-E45F45359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20504-42A1-DFAC-4CBE-D033B719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EA5CC-8E08-527F-C34E-67CC06562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726" y="1978466"/>
            <a:ext cx="9312374" cy="4545578"/>
          </a:xfrm>
        </p:spPr>
        <p:txBody>
          <a:bodyPr/>
          <a:lstStyle/>
          <a:p>
            <a:pPr marL="0" indent="0">
              <a:buNone/>
            </a:pPr>
            <a:r>
              <a:rPr lang="en-US" sz="2000" i="1" dirty="0"/>
              <a:t>Can discrete permeability regions be fabricated by sequentially printing pre-blended pellet batches, using controlled purging to achieve distinct and reproducible material compositions?</a:t>
            </a:r>
            <a:endParaRPr lang="en-DK" sz="20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0422A-CEF0-D7CB-AA4C-1957F03FD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F063-B7FB-47DE-84D0-A3163D52C95D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A2C3E-6F08-803A-0159-38843F485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52190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5CF77-015F-5586-6CF5-E4C00CEF3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CFF447E-1981-152B-DFDC-B85BCFCC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and methodology – Nr. 4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C1E58B6-4831-F394-3F27-075E51209B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Requirement</a:t>
            </a:r>
          </a:p>
          <a:p>
            <a:pPr marL="0" indent="0">
              <a:buNone/>
            </a:pPr>
            <a:r>
              <a:rPr lang="en-US" dirty="0"/>
              <a:t>Establish a repeatable pause–purge–resume procedure that limits residual material from the previous pellet batch when switching blend ratios.</a:t>
            </a:r>
            <a:endParaRPr lang="en-DK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A413279-4C45-D30B-4442-D9B356426C1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Methodology</a:t>
            </a:r>
          </a:p>
          <a:p>
            <a:pPr marL="0" indent="0">
              <a:buNone/>
            </a:pPr>
            <a:r>
              <a:rPr lang="en-US" sz="1600" dirty="0"/>
              <a:t>To determine the required purge amount, a print will be paused after reaching steady state extrusion with a 0:100 blend, and the remaining pellets will be removed from the hopper before loading the 100:0 blend. </a:t>
            </a:r>
          </a:p>
          <a:p>
            <a:pPr marL="0" indent="0">
              <a:buNone/>
            </a:pPr>
            <a:r>
              <a:rPr lang="en-US" sz="1600" dirty="0"/>
              <a:t>The extruder will then be purged into separately collected samples at defined cumulative extruded masses. </a:t>
            </a:r>
          </a:p>
          <a:p>
            <a:pPr marL="0" indent="0">
              <a:buNone/>
            </a:pPr>
            <a:r>
              <a:rPr lang="en-US" sz="1600" dirty="0"/>
              <a:t>TGA will be used to estimate the composition of each sample, using known blend ratios to establish a calibration. </a:t>
            </a:r>
          </a:p>
          <a:p>
            <a:pPr marL="0" indent="0">
              <a:buNone/>
            </a:pPr>
            <a:r>
              <a:rPr lang="en-US" sz="1600" dirty="0"/>
              <a:t>The composition will be plotted against the cumulative purge mass to determine how much material must be purged before the new blend reaches a stable composition. </a:t>
            </a:r>
          </a:p>
          <a:p>
            <a:pPr marL="0" indent="0">
              <a:buNone/>
            </a:pPr>
            <a:r>
              <a:rPr lang="en-US" sz="1600" dirty="0"/>
              <a:t>The procedure will be repeated to additionally for the transition from 100:0 to 0:100 ratio.</a:t>
            </a:r>
            <a:endParaRPr lang="en-DK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0D6DB-EF41-9610-6B2B-E6A2ED4A81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49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3755A-8A9B-E760-75DD-2CFA6EA3BF7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4DC9A9C-C43E-44C0-894A-82A14018FD9E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92807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F4231-CDF9-7AB3-9DE2-CAC9E16CA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3AD5B06-1D78-1919-72B5-5B0C039B9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and methodology – Nr. 5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7CD5E68-A2EA-AC16-6508-ECBC1B38D2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Requirement</a:t>
            </a:r>
          </a:p>
          <a:p>
            <a:pPr marL="0" indent="0">
              <a:buNone/>
            </a:pPr>
            <a:r>
              <a:rPr lang="en-DK" dirty="0"/>
              <a:t>Evaluate the feasibility of fabricating a core with three distinct permeability regions by sequentially printing pre-blended pellet batches.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F9BEE34-B8DC-FEE7-0CCE-D8536DDB79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Methodology</a:t>
            </a:r>
          </a:p>
          <a:p>
            <a:pPr marL="0" indent="0">
              <a:buNone/>
            </a:pPr>
            <a:r>
              <a:rPr lang="en-US" dirty="0"/>
              <a:t>Design a toroidal core with a rectangular cross-section and three regions (100:0, 75:25 and 50:50) arranged to accommodate sequential material changes. Assign each region a blend ratio based on the experimentally characterized permeability values. </a:t>
            </a:r>
          </a:p>
          <a:p>
            <a:pPr marL="0" indent="0">
              <a:buNone/>
            </a:pPr>
            <a:r>
              <a:rPr lang="en-US" dirty="0"/>
              <a:t>Manufacture the core using the established pause-purge-resume procedure. </a:t>
            </a:r>
          </a:p>
          <a:p>
            <a:pPr marL="0" indent="0">
              <a:buNone/>
            </a:pPr>
            <a:r>
              <a:rPr lang="en-US" dirty="0"/>
              <a:t>Visually assess whether the intended regions have distinct compositions.</a:t>
            </a:r>
            <a:endParaRPr lang="en-DK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5B3FD4-AAC9-439B-5E7B-B284BEC775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50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F4C2A-AE6D-3C27-E870-1442122D7B2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2A42811-7B5E-4CA8-90C1-B0B46E3E1FC8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36444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5CD9D-1535-2D98-748A-ECF5E815E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4E3D8BE-298B-8B9D-4595-BBBC7B1C6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and methodology – Nr. 6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D52F44-C078-F0CD-5209-AD03155D13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Requirement</a:t>
            </a:r>
          </a:p>
          <a:p>
            <a:pPr marL="0" indent="0">
              <a:buNone/>
            </a:pPr>
            <a:r>
              <a:rPr lang="en-DK" dirty="0"/>
              <a:t>Characterise the three-region core's inductance and, where resources permit, saturation behaviour and core losses, and compare its performance with a uniform-permeability reference core of identical geometry.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61DBC36-456E-AACB-BC06-AA1F2155E4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Methodology</a:t>
            </a:r>
          </a:p>
          <a:p>
            <a:pPr marL="0" indent="0">
              <a:buNone/>
            </a:pPr>
            <a:r>
              <a:rPr lang="en-DK" sz="1400" dirty="0"/>
              <a:t>Wind the same amount of turns of isolated copper wire around the manufactured core. </a:t>
            </a:r>
            <a:endParaRPr lang="en-US" sz="1400" dirty="0"/>
          </a:p>
          <a:p>
            <a:pPr marL="0" indent="0">
              <a:buNone/>
            </a:pPr>
            <a:r>
              <a:rPr lang="en-DK" sz="1400" dirty="0"/>
              <a:t>Measure the inductance of the multi-permeability specimen and uniform permeability specimen with a impedance analyser across a specific frequency range. </a:t>
            </a:r>
            <a:endParaRPr lang="en-US" sz="1400" dirty="0"/>
          </a:p>
          <a:p>
            <a:pPr marL="0" indent="0">
              <a:buNone/>
            </a:pPr>
            <a:r>
              <a:rPr lang="en-DK" sz="1400" dirty="0"/>
              <a:t>Remove the winding. </a:t>
            </a:r>
            <a:endParaRPr lang="en-US" sz="1400" dirty="0"/>
          </a:p>
          <a:p>
            <a:pPr marL="0" indent="0">
              <a:buNone/>
            </a:pPr>
            <a:r>
              <a:rPr lang="en-DK" sz="1400" dirty="0"/>
              <a:t>Wind an excitation coil and a separate sensing coil around the core. </a:t>
            </a:r>
            <a:endParaRPr lang="en-US" sz="1400" dirty="0"/>
          </a:p>
          <a:p>
            <a:pPr marL="0" indent="0">
              <a:buNone/>
            </a:pPr>
            <a:r>
              <a:rPr lang="en-DK" sz="1400" dirty="0"/>
              <a:t>Drive the  excitation coil with a controlled AC source. </a:t>
            </a:r>
            <a:endParaRPr lang="en-US" sz="1400" dirty="0"/>
          </a:p>
          <a:p>
            <a:pPr marL="0" indent="0">
              <a:buNone/>
            </a:pPr>
            <a:r>
              <a:rPr lang="en-DK" sz="1400" dirty="0"/>
              <a:t>Measure the excitation current and sensing coil voltage. </a:t>
            </a:r>
            <a:endParaRPr lang="en-US" sz="1400" dirty="0"/>
          </a:p>
          <a:p>
            <a:pPr marL="0" indent="0">
              <a:buNone/>
            </a:pPr>
            <a:r>
              <a:rPr lang="en-DK" sz="1400" dirty="0"/>
              <a:t>Calculate the magnetic field strength and flux density. </a:t>
            </a:r>
            <a:endParaRPr lang="en-US" sz="1400" dirty="0"/>
          </a:p>
          <a:p>
            <a:pPr marL="0" indent="0">
              <a:buNone/>
            </a:pPr>
            <a:r>
              <a:rPr lang="en-DK" sz="1400" dirty="0"/>
              <a:t>To measure the core losses, adjust the source so the core reaches the peak flux density. </a:t>
            </a:r>
            <a:endParaRPr lang="en-US" sz="1400" dirty="0"/>
          </a:p>
          <a:p>
            <a:pPr marL="0" indent="0">
              <a:buNone/>
            </a:pPr>
            <a:r>
              <a:rPr lang="en-DK" sz="1400" dirty="0"/>
              <a:t>Record the B-H loop. </a:t>
            </a:r>
            <a:endParaRPr lang="en-US" sz="1400" dirty="0"/>
          </a:p>
          <a:p>
            <a:pPr marL="0" indent="0">
              <a:buNone/>
            </a:pPr>
            <a:r>
              <a:rPr lang="en-DK" sz="1400" dirty="0"/>
              <a:t>Calculate</a:t>
            </a:r>
            <a:r>
              <a:rPr lang="en-US" sz="1400" dirty="0"/>
              <a:t> </a:t>
            </a:r>
            <a:r>
              <a:rPr lang="en-DK" sz="1400" dirty="0"/>
              <a:t>the energy loss from its enclosed area. Repeat the procedures for uniform permeability specimen. 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C</a:t>
            </a:r>
            <a:r>
              <a:rPr lang="en-DK" sz="1400" dirty="0" err="1"/>
              <a:t>ompare</a:t>
            </a:r>
            <a:r>
              <a:rPr lang="en-DK" sz="1400" dirty="0"/>
              <a:t> the </a:t>
            </a:r>
            <a:r>
              <a:rPr lang="en-DK" sz="1400" dirty="0" err="1"/>
              <a:t>resuls</a:t>
            </a:r>
            <a:r>
              <a:rPr lang="en-DK" sz="1400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F53290-E8AB-4AA7-02AA-56C8A86BBE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51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3EAAE-B6C7-C43B-2505-B08665EA53C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D316ED9-945F-4C75-9D96-E0C2BA1D4E03}" type="datetime1">
              <a:rPr lang="en-GB" smtClean="0"/>
              <a:t>26/10/2026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9458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ED79713-DE74-6570-C62E-5CA580ED4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collaboration areas</a:t>
            </a:r>
            <a:endParaRPr lang="en-DK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69A1756-D840-E8D8-83CF-DF0BE2DC6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 b="1" dirty="0"/>
              <a:t>Current scope:</a:t>
            </a:r>
          </a:p>
          <a:p>
            <a:pPr marL="0" indent="0">
              <a:buNone/>
            </a:pPr>
            <a:r>
              <a:rPr lang="en-US" sz="2200" dirty="0"/>
              <a:t>Help with magnetic core geometry and measuring effective permeability.</a:t>
            </a:r>
          </a:p>
          <a:p>
            <a:pPr marL="0" indent="0">
              <a:buNone/>
            </a:pPr>
            <a:r>
              <a:rPr lang="en-US" sz="2200" dirty="0"/>
              <a:t>Help setting up Characterizing saturation behavior and core losses.</a:t>
            </a:r>
          </a:p>
          <a:p>
            <a:pPr marL="0" indent="0">
              <a:buNone/>
            </a:pPr>
            <a:r>
              <a:rPr lang="en-US" sz="2200" dirty="0"/>
              <a:t>Simulation of multi-permeability cores.</a:t>
            </a:r>
          </a:p>
          <a:p>
            <a:pPr marL="0" indent="0">
              <a:buNone/>
            </a:pPr>
            <a:r>
              <a:rPr lang="en-US" sz="2200" dirty="0"/>
              <a:t>Design of multi-permeability cores.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Distant future:</a:t>
            </a:r>
          </a:p>
          <a:p>
            <a:pPr marL="0" indent="0">
              <a:buNone/>
            </a:pPr>
            <a:r>
              <a:rPr lang="en-US" sz="2200" dirty="0"/>
              <a:t>Design of CFI with tailored geometry and multi-permeability.</a:t>
            </a:r>
          </a:p>
          <a:p>
            <a:pPr marL="0" indent="0">
              <a:buNone/>
            </a:pPr>
            <a:r>
              <a:rPr lang="en-US" sz="2200" dirty="0"/>
              <a:t>Automating multi-material capabilities for FGF.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Research immersion or colleague collaboration?</a:t>
            </a:r>
            <a:endParaRPr lang="en-DK" sz="22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CE32D03-9C1B-9765-3520-68CBD4EA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7FF91-0562-4723-BE2B-29C3C6AE76DD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870831-8A78-57CA-8EEE-49970BEAB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99779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5ADCF-21EE-6B9C-E465-4D5B224D9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7E16C-9390-BB01-3F50-52BB3A2C3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Constant flux inductors (CFI) are beneficial with a complexity tradeoff.</a:t>
            </a:r>
          </a:p>
          <a:p>
            <a:pPr marL="0" indent="0">
              <a:buNone/>
            </a:pPr>
            <a:r>
              <a:rPr lang="en-US" sz="2000" dirty="0"/>
              <a:t>Multi-permeability cores are an approach to produce CFI.</a:t>
            </a:r>
          </a:p>
          <a:p>
            <a:pPr marL="0" indent="0">
              <a:buNone/>
            </a:pPr>
            <a:r>
              <a:rPr lang="en-US" sz="2000" dirty="0"/>
              <a:t>Additive manufacturing (AM) provides multi-material and complex geometry capabilities.</a:t>
            </a:r>
          </a:p>
          <a:p>
            <a:pPr marL="0" indent="0">
              <a:buNone/>
            </a:pPr>
            <a:r>
              <a:rPr lang="en-US" sz="2000" dirty="0"/>
              <a:t>Established AM method of manufacturing CFIs require complex post-processing.</a:t>
            </a:r>
          </a:p>
          <a:p>
            <a:pPr marL="0" indent="0">
              <a:buNone/>
            </a:pPr>
            <a:r>
              <a:rPr lang="en-US" sz="2000" dirty="0"/>
              <a:t>Fused Granulate Fabrication (FGF) does not require post-processing although produces lower permeability magnetic cores.</a:t>
            </a:r>
          </a:p>
          <a:p>
            <a:pPr marL="0" indent="0">
              <a:buNone/>
            </a:pPr>
            <a:r>
              <a:rPr lang="en-US" sz="2000" dirty="0"/>
              <a:t>Whether FGF can be used to manufacture multi-permeability cores </a:t>
            </a:r>
            <a:r>
              <a:rPr lang="en-US" sz="2000"/>
              <a:t>is unanswered.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Requirements and methodology attempt to address the research questions.</a:t>
            </a:r>
          </a:p>
          <a:p>
            <a:pPr marL="0" indent="0">
              <a:buNone/>
            </a:pPr>
            <a:r>
              <a:rPr lang="en-US" sz="2000" dirty="0"/>
              <a:t>There are potential collaboration opportunities.</a:t>
            </a:r>
          </a:p>
          <a:p>
            <a:pPr marL="0" indent="0">
              <a:buNone/>
            </a:pPr>
            <a:endParaRPr lang="en-DK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C8765-1FE6-7D72-AFD8-6490BF0B3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0F59C-5F3D-4D97-9078-7C0B90C981F3}" type="datetime1">
              <a:rPr lang="en-GB" smtClean="0"/>
              <a:t>26/10/2026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C9A293-269C-A6B6-114A-9141B35BF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95820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 Blue">
      <a:dk1>
        <a:srgbClr val="000000"/>
      </a:dk1>
      <a:lt1>
        <a:srgbClr val="FFFFFF"/>
      </a:lt1>
      <a:dk2>
        <a:srgbClr val="2F3EEA"/>
      </a:dk2>
      <a:lt2>
        <a:srgbClr val="79238E"/>
      </a:lt2>
      <a:accent1>
        <a:srgbClr val="2F3EEA"/>
      </a:accent1>
      <a:accent2>
        <a:srgbClr val="990000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2F3EEA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ed_doorporate_DK_.potx" id="{53DCBCD5-389E-4100-85BE-9D9F91FE8BB7}" vid="{92762ABB-E8FB-4BCC-9C0C-8FD908B1C88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DA1FD2B40FDA458284BB6FCA763489" ma:contentTypeVersion="6" ma:contentTypeDescription="Create a new document." ma:contentTypeScope="" ma:versionID="cccb3bc81e691d516a767b109d3cd329">
  <xsd:schema xmlns:xsd="http://www.w3.org/2001/XMLSchema" xmlns:xs="http://www.w3.org/2001/XMLSchema" xmlns:p="http://schemas.microsoft.com/office/2006/metadata/properties" xmlns:ns2="683dcda1-f8c3-442f-ae64-e236c052732d" xmlns:ns3="715bde23-c48d-41ea-a697-dffaa8fbae8d" targetNamespace="http://schemas.microsoft.com/office/2006/metadata/properties" ma:root="true" ma:fieldsID="ccfcd265b5d4dee778a0ee10ef25187c" ns2:_="" ns3:_="">
    <xsd:import namespace="683dcda1-f8c3-442f-ae64-e236c052732d"/>
    <xsd:import namespace="715bde23-c48d-41ea-a697-dffaa8fbae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dcda1-f8c3-442f-ae64-e236c0527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bde23-c48d-41ea-a697-dffaa8fbae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15bde23-c48d-41ea-a697-dffaa8fbae8d"/>
  </documentManagement>
</p:properties>
</file>

<file path=customXml/itemProps1.xml><?xml version="1.0" encoding="utf-8"?>
<ds:datastoreItem xmlns:ds="http://schemas.openxmlformats.org/officeDocument/2006/customXml" ds:itemID="{6628CCB6-E531-4B0A-BADD-9799C8D86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3dcda1-f8c3-442f-ae64-e236c052732d"/>
    <ds:schemaRef ds:uri="715bde23-c48d-41ea-a697-dffaa8fbae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FAA86A3-D07C-4999-80B6-325F774CCE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F20C36-75B9-412C-984C-BB0C68788AE9}">
  <ds:schemaRefs>
    <ds:schemaRef ds:uri="http://schemas.microsoft.com/office/2006/metadata/properties"/>
    <ds:schemaRef ds:uri="http://schemas.microsoft.com/office/infopath/2007/PartnerControls"/>
    <ds:schemaRef ds:uri="715bde23-c48d-41ea-a697-dffaa8fbae8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brainstorming_27_10_2026</Template>
  <TotalTime>1798</TotalTime>
  <Words>2090</Words>
  <Application>Microsoft Office PowerPoint</Application>
  <PresentationFormat>Widescreen</PresentationFormat>
  <Paragraphs>440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5" baseType="lpstr">
      <vt:lpstr>Arial</vt:lpstr>
      <vt:lpstr>Blank</vt:lpstr>
      <vt:lpstr>Towards Multi-Permeability Cores Through Composition-Controlled Pellet Extrusion</vt:lpstr>
      <vt:lpstr>Agenda</vt:lpstr>
      <vt:lpstr>Who am I?</vt:lpstr>
      <vt:lpstr>What is additive manufacturing?</vt:lpstr>
      <vt:lpstr>What is additive manufacturing?</vt:lpstr>
      <vt:lpstr>Why additive manufacturing?</vt:lpstr>
      <vt:lpstr>3D printing vs additive manufacturing</vt:lpstr>
      <vt:lpstr>Most common methods of additive manufacturing</vt:lpstr>
      <vt:lpstr>What is Fused Deposition Modeling (FDM)?</vt:lpstr>
      <vt:lpstr>What is Fused Deposition Modeling (FDM)?</vt:lpstr>
      <vt:lpstr>BSc Thesis and Publication </vt:lpstr>
      <vt:lpstr>BSc Thesis and Publication </vt:lpstr>
      <vt:lpstr>BSc Thesis and Publication </vt:lpstr>
      <vt:lpstr>BSc Thesis and Publication </vt:lpstr>
      <vt:lpstr>MSc Thesis</vt:lpstr>
      <vt:lpstr>MSc Thesis</vt:lpstr>
      <vt:lpstr>MSc Thesis</vt:lpstr>
      <vt:lpstr>MSc Thesis</vt:lpstr>
      <vt:lpstr>MSc Thesis</vt:lpstr>
      <vt:lpstr>MSc Thesis</vt:lpstr>
      <vt:lpstr>Constant-flux inductor (CFI)</vt:lpstr>
      <vt:lpstr>Constant-flux inductor (CFI)</vt:lpstr>
      <vt:lpstr>Constant-flux inductor (CFI)</vt:lpstr>
      <vt:lpstr>Methods of designing a CFI</vt:lpstr>
      <vt:lpstr>Methods of designing a CFI</vt:lpstr>
      <vt:lpstr>Methods of designing a CFI</vt:lpstr>
      <vt:lpstr>Methods of designing a CFI</vt:lpstr>
      <vt:lpstr>Methods of manufacturing a multi-permeability core</vt:lpstr>
      <vt:lpstr>Methods of manufacturing a multi-permeability core</vt:lpstr>
      <vt:lpstr>Methods of manufacturing a multi-permeability core</vt:lpstr>
      <vt:lpstr>Current field of 3D printing magnetics</vt:lpstr>
      <vt:lpstr>Current field of 3D printing magnetics</vt:lpstr>
      <vt:lpstr>FDM vs FGF vs DIW</vt:lpstr>
      <vt:lpstr>Current field of 3D printing magnetics</vt:lpstr>
      <vt:lpstr>Current field of 3D printing magnetics</vt:lpstr>
      <vt:lpstr>Current field of 3D printing magnetics</vt:lpstr>
      <vt:lpstr>Current field of 3D printing magnetics</vt:lpstr>
      <vt:lpstr>Research direction</vt:lpstr>
      <vt:lpstr>Multi-permeability via different materials</vt:lpstr>
      <vt:lpstr>Multi-permeability via different materials</vt:lpstr>
      <vt:lpstr>Multi-permeability via mixing different ratios</vt:lpstr>
      <vt:lpstr>Multi-permeability via mixing different ratios</vt:lpstr>
      <vt:lpstr>Multi-permeability via mixing different ratios</vt:lpstr>
      <vt:lpstr>Research questions</vt:lpstr>
      <vt:lpstr>Requirement and methodology – Nr. 1</vt:lpstr>
      <vt:lpstr>Requirement and methodology – Nr. 2</vt:lpstr>
      <vt:lpstr>Requirement and methodology – Nr. 3</vt:lpstr>
      <vt:lpstr>Research questions</vt:lpstr>
      <vt:lpstr>Requirement and methodology – Nr. 4</vt:lpstr>
      <vt:lpstr>Requirement and methodology – Nr. 5</vt:lpstr>
      <vt:lpstr>Requirement and methodology – Nr. 6</vt:lpstr>
      <vt:lpstr>Potential collaboration areas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Artis Fils</dc:creator>
  <cp:lastModifiedBy>Artis Fils</cp:lastModifiedBy>
  <cp:revision>1</cp:revision>
  <dcterms:created xsi:type="dcterms:W3CDTF">2026-10-21T06:45:09Z</dcterms:created>
  <dcterms:modified xsi:type="dcterms:W3CDTF">2026-10-26T13:13:12Z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0x0101009ADA1FD2B40FDA458284BB6FCA763489</vt:lpwstr>
  </property>
</Properties>
</file>