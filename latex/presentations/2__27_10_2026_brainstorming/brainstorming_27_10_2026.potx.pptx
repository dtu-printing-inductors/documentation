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media/image38.jpg" ContentType="image/png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4"/>
  </p:sldMasterIdLst>
  <p:notesMasterIdLst>
    <p:notesMasterId r:id="rId70"/>
  </p:notesMasterIdLst>
  <p:handoutMasterIdLst>
    <p:handoutMasterId r:id="rId71"/>
  </p:handoutMasterIdLst>
  <p:sldIdLst>
    <p:sldId id="260" r:id="rId5"/>
    <p:sldId id="261" r:id="rId6"/>
    <p:sldId id="262" r:id="rId7"/>
    <p:sldId id="263" r:id="rId8"/>
    <p:sldId id="265" r:id="rId9"/>
    <p:sldId id="266" r:id="rId10"/>
    <p:sldId id="264" r:id="rId11"/>
    <p:sldId id="267" r:id="rId12"/>
    <p:sldId id="268" r:id="rId13"/>
    <p:sldId id="269" r:id="rId14"/>
    <p:sldId id="301" r:id="rId15"/>
    <p:sldId id="310" r:id="rId16"/>
    <p:sldId id="311" r:id="rId17"/>
    <p:sldId id="309" r:id="rId18"/>
    <p:sldId id="302" r:id="rId19"/>
    <p:sldId id="305" r:id="rId20"/>
    <p:sldId id="304" r:id="rId21"/>
    <p:sldId id="303" r:id="rId22"/>
    <p:sldId id="307" r:id="rId23"/>
    <p:sldId id="312" r:id="rId24"/>
    <p:sldId id="272" r:id="rId25"/>
    <p:sldId id="274" r:id="rId26"/>
    <p:sldId id="275" r:id="rId27"/>
    <p:sldId id="271" r:id="rId28"/>
    <p:sldId id="277" r:id="rId29"/>
    <p:sldId id="276" r:id="rId30"/>
    <p:sldId id="278" r:id="rId31"/>
    <p:sldId id="273" r:id="rId32"/>
    <p:sldId id="279" r:id="rId33"/>
    <p:sldId id="280" r:id="rId34"/>
    <p:sldId id="270" r:id="rId35"/>
    <p:sldId id="281" r:id="rId36"/>
    <p:sldId id="294" r:id="rId37"/>
    <p:sldId id="283" r:id="rId38"/>
    <p:sldId id="282" r:id="rId39"/>
    <p:sldId id="284" r:id="rId40"/>
    <p:sldId id="285" r:id="rId41"/>
    <p:sldId id="293" r:id="rId42"/>
    <p:sldId id="297" r:id="rId43"/>
    <p:sldId id="298" r:id="rId44"/>
    <p:sldId id="296" r:id="rId45"/>
    <p:sldId id="299" r:id="rId46"/>
    <p:sldId id="300" r:id="rId47"/>
    <p:sldId id="286" r:id="rId48"/>
    <p:sldId id="317" r:id="rId49"/>
    <p:sldId id="287" r:id="rId50"/>
    <p:sldId id="288" r:id="rId51"/>
    <p:sldId id="315" r:id="rId52"/>
    <p:sldId id="289" r:id="rId53"/>
    <p:sldId id="318" r:id="rId54"/>
    <p:sldId id="319" r:id="rId55"/>
    <p:sldId id="320" r:id="rId56"/>
    <p:sldId id="314" r:id="rId57"/>
    <p:sldId id="322" r:id="rId58"/>
    <p:sldId id="323" r:id="rId59"/>
    <p:sldId id="324" r:id="rId60"/>
    <p:sldId id="291" r:id="rId61"/>
    <p:sldId id="325" r:id="rId62"/>
    <p:sldId id="326" r:id="rId63"/>
    <p:sldId id="327" r:id="rId64"/>
    <p:sldId id="328" r:id="rId65"/>
    <p:sldId id="329" r:id="rId66"/>
    <p:sldId id="321" r:id="rId67"/>
    <p:sldId id="295" r:id="rId68"/>
    <p:sldId id="313" r:id="rId69"/>
  </p:sldIdLst>
  <p:sldSz cx="12192000" cy="6858000"/>
  <p:notesSz cx="6858000" cy="9144000"/>
  <p:defaultTextStyle>
    <a:defPPr>
      <a:defRPr lang="en-GB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8FF"/>
    <a:srgbClr val="FF0000"/>
    <a:srgbClr val="08FE0C"/>
    <a:srgbClr val="FFFFFF"/>
    <a:srgbClr val="990000"/>
    <a:srgbClr val="000000"/>
    <a:srgbClr val="FFCC00"/>
    <a:srgbClr val="FF6600"/>
    <a:srgbClr val="FF0099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8FA241-3F6D-475B-9F10-F07FB46F0AF2}" v="260" dt="2026-10-27T11:20:38.6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5" autoAdjust="0"/>
    <p:restoredTop sz="81797" autoAdjust="0"/>
  </p:normalViewPr>
  <p:slideViewPr>
    <p:cSldViewPr showGuides="1">
      <p:cViewPr varScale="1">
        <p:scale>
          <a:sx n="104" d="100"/>
          <a:sy n="104" d="100"/>
        </p:scale>
        <p:origin x="144" y="9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microsoft.com/office/2016/11/relationships/changesInfo" Target="changesInfos/changesInfo1.xml"/><Relationship Id="rId7" Type="http://schemas.openxmlformats.org/officeDocument/2006/relationships/slide" Target="slides/slide3.xml"/><Relationship Id="rId71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is Fils" userId="72f5d532-5734-44ee-8799-1d64eacae5a8" providerId="ADAL" clId="{F71D029E-0ABC-46D8-9BB4-714FB24486EE}"/>
    <pc:docChg chg="undo custSel addSld delSld modSld sldOrd">
      <pc:chgData name="Artis Fils" userId="72f5d532-5734-44ee-8799-1d64eacae5a8" providerId="ADAL" clId="{F71D029E-0ABC-46D8-9BB4-714FB24486EE}" dt="2026-10-27T11:45:34.303" v="1741" actId="768"/>
      <pc:docMkLst>
        <pc:docMk/>
      </pc:docMkLst>
      <pc:sldChg chg="modSp mod">
        <pc:chgData name="Artis Fils" userId="72f5d532-5734-44ee-8799-1d64eacae5a8" providerId="ADAL" clId="{F71D029E-0ABC-46D8-9BB4-714FB24486EE}" dt="2026-10-27T11:45:34.303" v="1741" actId="768"/>
        <pc:sldMkLst>
          <pc:docMk/>
          <pc:sldMk cId="2320714135" sldId="260"/>
        </pc:sldMkLst>
        <pc:spChg chg="mod">
          <ac:chgData name="Artis Fils" userId="72f5d532-5734-44ee-8799-1d64eacae5a8" providerId="ADAL" clId="{F71D029E-0ABC-46D8-9BB4-714FB24486EE}" dt="2026-10-27T11:45:34.303" v="1741" actId="768"/>
          <ac:spMkLst>
            <pc:docMk/>
            <pc:sldMk cId="2320714135" sldId="260"/>
            <ac:spMk id="17" creationId="{A068D229-C10D-E6D4-5477-85C69A8B19DD}"/>
          </ac:spMkLst>
        </pc:spChg>
      </pc:sldChg>
      <pc:sldChg chg="addSp delSp modSp mod">
        <pc:chgData name="Artis Fils" userId="72f5d532-5734-44ee-8799-1d64eacae5a8" providerId="ADAL" clId="{F71D029E-0ABC-46D8-9BB4-714FB24486EE}" dt="2026-10-26T12:20:53.349" v="179" actId="197"/>
        <pc:sldMkLst>
          <pc:docMk/>
          <pc:sldMk cId="2235465256" sldId="286"/>
        </pc:sldMkLst>
        <pc:spChg chg="mod">
          <ac:chgData name="Artis Fils" userId="72f5d532-5734-44ee-8799-1d64eacae5a8" providerId="ADAL" clId="{F71D029E-0ABC-46D8-9BB4-714FB24486EE}" dt="2026-10-26T12:17:56.343" v="120" actId="20577"/>
          <ac:spMkLst>
            <pc:docMk/>
            <pc:sldMk cId="2235465256" sldId="286"/>
            <ac:spMk id="3" creationId="{EE770D5D-72D7-1221-E46F-0B9AD2952DA7}"/>
          </ac:spMkLst>
        </pc:spChg>
        <pc:spChg chg="add del mod">
          <ac:chgData name="Artis Fils" userId="72f5d532-5734-44ee-8799-1d64eacae5a8" providerId="ADAL" clId="{F71D029E-0ABC-46D8-9BB4-714FB24486EE}" dt="2026-10-26T12:18:45.582" v="128" actId="478"/>
          <ac:spMkLst>
            <pc:docMk/>
            <pc:sldMk cId="2235465256" sldId="286"/>
            <ac:spMk id="11" creationId="{7E6988FE-B7C8-367C-59CC-F40F103C2DB4}"/>
          </ac:spMkLst>
        </pc:spChg>
        <pc:spChg chg="add del mod">
          <ac:chgData name="Artis Fils" userId="72f5d532-5734-44ee-8799-1d64eacae5a8" providerId="ADAL" clId="{F71D029E-0ABC-46D8-9BB4-714FB24486EE}" dt="2026-10-26T12:20:06.016" v="167" actId="478"/>
          <ac:spMkLst>
            <pc:docMk/>
            <pc:sldMk cId="2235465256" sldId="286"/>
            <ac:spMk id="13" creationId="{3B2E38C0-2C1E-5566-9705-FE417CA593DD}"/>
          </ac:spMkLst>
        </pc:spChg>
        <pc:spChg chg="add mod">
          <ac:chgData name="Artis Fils" userId="72f5d532-5734-44ee-8799-1d64eacae5a8" providerId="ADAL" clId="{F71D029E-0ABC-46D8-9BB4-714FB24486EE}" dt="2026-10-26T12:20:20.236" v="175" actId="1035"/>
          <ac:spMkLst>
            <pc:docMk/>
            <pc:sldMk cId="2235465256" sldId="286"/>
            <ac:spMk id="17" creationId="{E9FD4E1B-4024-815E-A6FB-42763F8E870C}"/>
          </ac:spMkLst>
        </pc:spChg>
        <pc:spChg chg="add mod">
          <ac:chgData name="Artis Fils" userId="72f5d532-5734-44ee-8799-1d64eacae5a8" providerId="ADAL" clId="{F71D029E-0ABC-46D8-9BB4-714FB24486EE}" dt="2026-10-26T12:20:20.236" v="175" actId="1035"/>
          <ac:spMkLst>
            <pc:docMk/>
            <pc:sldMk cId="2235465256" sldId="286"/>
            <ac:spMk id="21" creationId="{D7AA22F3-C093-1C62-46EB-209BCA5BF9AF}"/>
          </ac:spMkLst>
        </pc:spChg>
        <pc:picChg chg="add mod">
          <ac:chgData name="Artis Fils" userId="72f5d532-5734-44ee-8799-1d64eacae5a8" providerId="ADAL" clId="{F71D029E-0ABC-46D8-9BB4-714FB24486EE}" dt="2026-10-26T12:20:20.236" v="175" actId="1035"/>
          <ac:picMkLst>
            <pc:docMk/>
            <pc:sldMk cId="2235465256" sldId="286"/>
            <ac:picMk id="7" creationId="{64E51904-DFA3-E256-A259-3265163A6454}"/>
          </ac:picMkLst>
        </pc:picChg>
        <pc:picChg chg="add mod">
          <ac:chgData name="Artis Fils" userId="72f5d532-5734-44ee-8799-1d64eacae5a8" providerId="ADAL" clId="{F71D029E-0ABC-46D8-9BB4-714FB24486EE}" dt="2026-10-26T12:20:20.236" v="175" actId="1035"/>
          <ac:picMkLst>
            <pc:docMk/>
            <pc:sldMk cId="2235465256" sldId="286"/>
            <ac:picMk id="9" creationId="{BB35C96C-E6A8-6217-9DE3-5F6C80C7F3E9}"/>
          </ac:picMkLst>
        </pc:picChg>
        <pc:picChg chg="add mod">
          <ac:chgData name="Artis Fils" userId="72f5d532-5734-44ee-8799-1d64eacae5a8" providerId="ADAL" clId="{F71D029E-0ABC-46D8-9BB4-714FB24486EE}" dt="2026-10-26T12:20:46.753" v="177" actId="197"/>
          <ac:picMkLst>
            <pc:docMk/>
            <pc:sldMk cId="2235465256" sldId="286"/>
            <ac:picMk id="15" creationId="{B68B5E49-9F8B-125A-FE0B-BD6ED52FC6B3}"/>
          </ac:picMkLst>
        </pc:picChg>
        <pc:picChg chg="add mod">
          <ac:chgData name="Artis Fils" userId="72f5d532-5734-44ee-8799-1d64eacae5a8" providerId="ADAL" clId="{F71D029E-0ABC-46D8-9BB4-714FB24486EE}" dt="2026-10-26T12:20:53.349" v="179" actId="197"/>
          <ac:picMkLst>
            <pc:docMk/>
            <pc:sldMk cId="2235465256" sldId="286"/>
            <ac:picMk id="19" creationId="{EBA1BCB2-32B2-4AAC-6DC5-1831C68C108F}"/>
          </ac:picMkLst>
        </pc:picChg>
      </pc:sldChg>
      <pc:sldChg chg="addSp modSp mod">
        <pc:chgData name="Artis Fils" userId="72f5d532-5734-44ee-8799-1d64eacae5a8" providerId="ADAL" clId="{F71D029E-0ABC-46D8-9BB4-714FB24486EE}" dt="2026-10-27T08:13:35.980" v="203" actId="1076"/>
        <pc:sldMkLst>
          <pc:docMk/>
          <pc:sldMk cId="711806421" sldId="287"/>
        </pc:sldMkLst>
        <pc:picChg chg="add mod">
          <ac:chgData name="Artis Fils" userId="72f5d532-5734-44ee-8799-1d64eacae5a8" providerId="ADAL" clId="{F71D029E-0ABC-46D8-9BB4-714FB24486EE}" dt="2026-10-27T08:13:31.507" v="202" actId="1076"/>
          <ac:picMkLst>
            <pc:docMk/>
            <pc:sldMk cId="711806421" sldId="287"/>
            <ac:picMk id="2" creationId="{3F034513-FF6F-2A1B-0A1B-7C449BDF429E}"/>
          </ac:picMkLst>
        </pc:picChg>
        <pc:picChg chg="add mod modCrop">
          <ac:chgData name="Artis Fils" userId="72f5d532-5734-44ee-8799-1d64eacae5a8" providerId="ADAL" clId="{F71D029E-0ABC-46D8-9BB4-714FB24486EE}" dt="2026-10-27T08:13:35.980" v="203" actId="1076"/>
          <ac:picMkLst>
            <pc:docMk/>
            <pc:sldMk cId="711806421" sldId="287"/>
            <ac:picMk id="3" creationId="{9FEA52F8-B87C-25F0-35F4-C90199976933}"/>
          </ac:picMkLst>
        </pc:picChg>
        <pc:picChg chg="add mod">
          <ac:chgData name="Artis Fils" userId="72f5d532-5734-44ee-8799-1d64eacae5a8" providerId="ADAL" clId="{F71D029E-0ABC-46D8-9BB4-714FB24486EE}" dt="2026-10-27T08:13:29.972" v="201" actId="14100"/>
          <ac:picMkLst>
            <pc:docMk/>
            <pc:sldMk cId="711806421" sldId="287"/>
            <ac:picMk id="9" creationId="{D32C28C6-A48C-94B9-EE10-0E65BDA7E350}"/>
          </ac:picMkLst>
        </pc:picChg>
      </pc:sldChg>
      <pc:sldChg chg="addSp delSp modSp mod">
        <pc:chgData name="Artis Fils" userId="72f5d532-5734-44ee-8799-1d64eacae5a8" providerId="ADAL" clId="{F71D029E-0ABC-46D8-9BB4-714FB24486EE}" dt="2026-10-27T08:18:18.933" v="294" actId="1076"/>
        <pc:sldMkLst>
          <pc:docMk/>
          <pc:sldMk cId="546653406" sldId="288"/>
        </pc:sldMkLst>
        <pc:spChg chg="add del mod">
          <ac:chgData name="Artis Fils" userId="72f5d532-5734-44ee-8799-1d64eacae5a8" providerId="ADAL" clId="{F71D029E-0ABC-46D8-9BB4-714FB24486EE}" dt="2026-10-27T08:15:37.747" v="223" actId="478"/>
          <ac:spMkLst>
            <pc:docMk/>
            <pc:sldMk cId="546653406" sldId="288"/>
            <ac:spMk id="2" creationId="{7E8818D4-3A69-F2C3-7ECD-D8DC54135149}"/>
          </ac:spMkLst>
        </pc:spChg>
        <pc:spChg chg="mod">
          <ac:chgData name="Artis Fils" userId="72f5d532-5734-44ee-8799-1d64eacae5a8" providerId="ADAL" clId="{F71D029E-0ABC-46D8-9BB4-714FB24486EE}" dt="2026-10-27T08:15:32.804" v="221" actId="113"/>
          <ac:spMkLst>
            <pc:docMk/>
            <pc:sldMk cId="546653406" sldId="288"/>
            <ac:spMk id="7" creationId="{5BB94ECF-8C12-541A-A576-F206A999185C}"/>
          </ac:spMkLst>
        </pc:spChg>
        <pc:spChg chg="del">
          <ac:chgData name="Artis Fils" userId="72f5d532-5734-44ee-8799-1d64eacae5a8" providerId="ADAL" clId="{F71D029E-0ABC-46D8-9BB4-714FB24486EE}" dt="2026-10-27T08:15:35.655" v="222" actId="478"/>
          <ac:spMkLst>
            <pc:docMk/>
            <pc:sldMk cId="546653406" sldId="288"/>
            <ac:spMk id="8" creationId="{2E634DC7-11A3-4550-9B95-7D28D4AAD92D}"/>
          </ac:spMkLst>
        </pc:spChg>
        <pc:graphicFrameChg chg="add del mod modGraphic">
          <ac:chgData name="Artis Fils" userId="72f5d532-5734-44ee-8799-1d64eacae5a8" providerId="ADAL" clId="{F71D029E-0ABC-46D8-9BB4-714FB24486EE}" dt="2026-10-27T08:16:06.044" v="228" actId="478"/>
          <ac:graphicFrameMkLst>
            <pc:docMk/>
            <pc:sldMk cId="546653406" sldId="288"/>
            <ac:graphicFrameMk id="3" creationId="{93127CEA-09DA-6509-092A-608C728232FA}"/>
          </ac:graphicFrameMkLst>
        </pc:graphicFrameChg>
        <pc:graphicFrameChg chg="add mod modGraphic">
          <ac:chgData name="Artis Fils" userId="72f5d532-5734-44ee-8799-1d64eacae5a8" providerId="ADAL" clId="{F71D029E-0ABC-46D8-9BB4-714FB24486EE}" dt="2026-10-27T08:18:18.933" v="294" actId="1076"/>
          <ac:graphicFrameMkLst>
            <pc:docMk/>
            <pc:sldMk cId="546653406" sldId="288"/>
            <ac:graphicFrameMk id="9" creationId="{E5EC7503-C612-53BE-409E-1D7A5AA6EE4F}"/>
          </ac:graphicFrameMkLst>
        </pc:graphicFrameChg>
      </pc:sldChg>
      <pc:sldChg chg="addSp delSp modSp mod">
        <pc:chgData name="Artis Fils" userId="72f5d532-5734-44ee-8799-1d64eacae5a8" providerId="ADAL" clId="{F71D029E-0ABC-46D8-9BB4-714FB24486EE}" dt="2026-10-27T08:49:19.734" v="755" actId="20577"/>
        <pc:sldMkLst>
          <pc:docMk/>
          <pc:sldMk cId="840981969" sldId="289"/>
        </pc:sldMkLst>
        <pc:spChg chg="add del mod">
          <ac:chgData name="Artis Fils" userId="72f5d532-5734-44ee-8799-1d64eacae5a8" providerId="ADAL" clId="{F71D029E-0ABC-46D8-9BB4-714FB24486EE}" dt="2026-10-27T08:19:25.673" v="315" actId="478"/>
          <ac:spMkLst>
            <pc:docMk/>
            <pc:sldMk cId="840981969" sldId="289"/>
            <ac:spMk id="2" creationId="{3CA9BB07-9101-59BC-9423-B468F26D549F}"/>
          </ac:spMkLst>
        </pc:spChg>
        <pc:spChg chg="mod">
          <ac:chgData name="Artis Fils" userId="72f5d532-5734-44ee-8799-1d64eacae5a8" providerId="ADAL" clId="{F71D029E-0ABC-46D8-9BB4-714FB24486EE}" dt="2026-10-27T08:46:55.777" v="692" actId="20577"/>
          <ac:spMkLst>
            <pc:docMk/>
            <pc:sldMk cId="840981969" sldId="289"/>
            <ac:spMk id="7" creationId="{B47602CE-0C8A-B6D6-DE72-DCF11162DB7D}"/>
          </ac:spMkLst>
        </pc:spChg>
        <pc:spChg chg="del">
          <ac:chgData name="Artis Fils" userId="72f5d532-5734-44ee-8799-1d64eacae5a8" providerId="ADAL" clId="{F71D029E-0ABC-46D8-9BB4-714FB24486EE}" dt="2026-10-27T08:19:21.002" v="314" actId="478"/>
          <ac:spMkLst>
            <pc:docMk/>
            <pc:sldMk cId="840981969" sldId="289"/>
            <ac:spMk id="8" creationId="{D3DE61B8-5A36-ADB1-7299-7C2016941813}"/>
          </ac:spMkLst>
        </pc:spChg>
        <pc:spChg chg="add mod">
          <ac:chgData name="Artis Fils" userId="72f5d532-5734-44ee-8799-1d64eacae5a8" providerId="ADAL" clId="{F71D029E-0ABC-46D8-9BB4-714FB24486EE}" dt="2026-10-27T08:47:07.088" v="693" actId="1076"/>
          <ac:spMkLst>
            <pc:docMk/>
            <pc:sldMk cId="840981969" sldId="289"/>
            <ac:spMk id="12" creationId="{3B8FFC0D-E04A-7D0D-ECA4-79A564DFD4D8}"/>
          </ac:spMkLst>
        </pc:spChg>
        <pc:spChg chg="add mod">
          <ac:chgData name="Artis Fils" userId="72f5d532-5734-44ee-8799-1d64eacae5a8" providerId="ADAL" clId="{F71D029E-0ABC-46D8-9BB4-714FB24486EE}" dt="2026-10-27T08:49:19.734" v="755" actId="20577"/>
          <ac:spMkLst>
            <pc:docMk/>
            <pc:sldMk cId="840981969" sldId="289"/>
            <ac:spMk id="14" creationId="{7521EEBF-D86C-746A-6E17-669B8C6E09BE}"/>
          </ac:spMkLst>
        </pc:spChg>
        <pc:graphicFrameChg chg="add mod modGraphic">
          <ac:chgData name="Artis Fils" userId="72f5d532-5734-44ee-8799-1d64eacae5a8" providerId="ADAL" clId="{F71D029E-0ABC-46D8-9BB4-714FB24486EE}" dt="2026-10-27T08:46:42.742" v="689" actId="20577"/>
          <ac:graphicFrameMkLst>
            <pc:docMk/>
            <pc:sldMk cId="840981969" sldId="289"/>
            <ac:graphicFrameMk id="9" creationId="{F30191C5-A011-5E60-A685-681B06162993}"/>
          </ac:graphicFrameMkLst>
        </pc:graphicFrameChg>
        <pc:picChg chg="add del mod">
          <ac:chgData name="Artis Fils" userId="72f5d532-5734-44ee-8799-1d64eacae5a8" providerId="ADAL" clId="{F71D029E-0ABC-46D8-9BB4-714FB24486EE}" dt="2026-10-27T08:38:38.143" v="511" actId="478"/>
          <ac:picMkLst>
            <pc:docMk/>
            <pc:sldMk cId="840981969" sldId="289"/>
            <ac:picMk id="10" creationId="{431A9F79-388B-A8DD-AD96-F19BE8C43B49}"/>
          </ac:picMkLst>
        </pc:picChg>
        <pc:picChg chg="add del mod">
          <ac:chgData name="Artis Fils" userId="72f5d532-5734-44ee-8799-1d64eacae5a8" providerId="ADAL" clId="{F71D029E-0ABC-46D8-9BB4-714FB24486EE}" dt="2026-10-27T08:38:37.772" v="510" actId="478"/>
          <ac:picMkLst>
            <pc:docMk/>
            <pc:sldMk cId="840981969" sldId="289"/>
            <ac:picMk id="11" creationId="{1CB8898A-528B-80B9-B1AC-B7F94A3DF10D}"/>
          </ac:picMkLst>
        </pc:picChg>
      </pc:sldChg>
      <pc:sldChg chg="addSp delSp modSp del mod">
        <pc:chgData name="Artis Fils" userId="72f5d532-5734-44ee-8799-1d64eacae5a8" providerId="ADAL" clId="{F71D029E-0ABC-46D8-9BB4-714FB24486EE}" dt="2026-10-27T11:02:22.964" v="1413" actId="2696"/>
        <pc:sldMkLst>
          <pc:docMk/>
          <pc:sldMk cId="559280778" sldId="290"/>
        </pc:sldMkLst>
        <pc:spChg chg="add del mod">
          <ac:chgData name="Artis Fils" userId="72f5d532-5734-44ee-8799-1d64eacae5a8" providerId="ADAL" clId="{F71D029E-0ABC-46D8-9BB4-714FB24486EE}" dt="2026-10-27T10:43:46.040" v="1286" actId="478"/>
          <ac:spMkLst>
            <pc:docMk/>
            <pc:sldMk cId="559280778" sldId="290"/>
            <ac:spMk id="2" creationId="{A6EA6BD0-A2E9-B951-E8E4-CC57A22199E8}"/>
          </ac:spMkLst>
        </pc:spChg>
      </pc:sldChg>
      <pc:sldChg chg="addSp modSp mod">
        <pc:chgData name="Artis Fils" userId="72f5d532-5734-44ee-8799-1d64eacae5a8" providerId="ADAL" clId="{F71D029E-0ABC-46D8-9BB4-714FB24486EE}" dt="2026-10-27T11:02:44.345" v="1419" actId="20577"/>
        <pc:sldMkLst>
          <pc:docMk/>
          <pc:sldMk cId="2963644494" sldId="291"/>
        </pc:sldMkLst>
        <pc:spChg chg="mod">
          <ac:chgData name="Artis Fils" userId="72f5d532-5734-44ee-8799-1d64eacae5a8" providerId="ADAL" clId="{F71D029E-0ABC-46D8-9BB4-714FB24486EE}" dt="2026-10-27T11:02:44.345" v="1419" actId="20577"/>
          <ac:spMkLst>
            <pc:docMk/>
            <pc:sldMk cId="2963644494" sldId="291"/>
            <ac:spMk id="6" creationId="{B3AD5B06-1D78-1919-72B5-5B0C039B991C}"/>
          </ac:spMkLst>
        </pc:spChg>
        <pc:spChg chg="mod">
          <ac:chgData name="Artis Fils" userId="72f5d532-5734-44ee-8799-1d64eacae5a8" providerId="ADAL" clId="{F71D029E-0ABC-46D8-9BB4-714FB24486EE}" dt="2026-10-27T10:14:36.912" v="1196" actId="20577"/>
          <ac:spMkLst>
            <pc:docMk/>
            <pc:sldMk cId="2963644494" sldId="291"/>
            <ac:spMk id="8" creationId="{CF9BEE34-B8DC-FEE7-0CCE-D8536DDB7986}"/>
          </ac:spMkLst>
        </pc:spChg>
        <pc:picChg chg="add mod">
          <ac:chgData name="Artis Fils" userId="72f5d532-5734-44ee-8799-1d64eacae5a8" providerId="ADAL" clId="{F71D029E-0ABC-46D8-9BB4-714FB24486EE}" dt="2026-10-27T10:15:34.425" v="1205" actId="1076"/>
          <ac:picMkLst>
            <pc:docMk/>
            <pc:sldMk cId="2963644494" sldId="291"/>
            <ac:picMk id="2" creationId="{4190F242-A527-32D0-A962-F2AEAA3FD3C6}"/>
          </ac:picMkLst>
        </pc:picChg>
        <pc:picChg chg="add mod">
          <ac:chgData name="Artis Fils" userId="72f5d532-5734-44ee-8799-1d64eacae5a8" providerId="ADAL" clId="{F71D029E-0ABC-46D8-9BB4-714FB24486EE}" dt="2026-10-27T10:13:23.836" v="1193" actId="1076"/>
          <ac:picMkLst>
            <pc:docMk/>
            <pc:sldMk cId="2963644494" sldId="291"/>
            <ac:picMk id="3" creationId="{A2BEF12F-D6F4-76B0-6CD7-BBB23D0FDEA0}"/>
          </ac:picMkLst>
        </pc:picChg>
        <pc:picChg chg="add mod">
          <ac:chgData name="Artis Fils" userId="72f5d532-5734-44ee-8799-1d64eacae5a8" providerId="ADAL" clId="{F71D029E-0ABC-46D8-9BB4-714FB24486EE}" dt="2026-10-27T10:15:16.169" v="1201" actId="1076"/>
          <ac:picMkLst>
            <pc:docMk/>
            <pc:sldMk cId="2963644494" sldId="291"/>
            <ac:picMk id="9" creationId="{19FD80BC-C165-A17F-45C7-34DDC905C3EA}"/>
          </ac:picMkLst>
        </pc:picChg>
        <pc:picChg chg="add mod modCrop">
          <ac:chgData name="Artis Fils" userId="72f5d532-5734-44ee-8799-1d64eacae5a8" providerId="ADAL" clId="{F71D029E-0ABC-46D8-9BB4-714FB24486EE}" dt="2026-10-27T10:13:23.836" v="1193" actId="1076"/>
          <ac:picMkLst>
            <pc:docMk/>
            <pc:sldMk cId="2963644494" sldId="291"/>
            <ac:picMk id="10" creationId="{645DE96E-32EE-B145-39F8-7E218A672754}"/>
          </ac:picMkLst>
        </pc:picChg>
        <pc:cxnChg chg="add mod">
          <ac:chgData name="Artis Fils" userId="72f5d532-5734-44ee-8799-1d64eacae5a8" providerId="ADAL" clId="{F71D029E-0ABC-46D8-9BB4-714FB24486EE}" dt="2026-10-27T10:15:37.609" v="1206" actId="14100"/>
          <ac:cxnSpMkLst>
            <pc:docMk/>
            <pc:sldMk cId="2963644494" sldId="291"/>
            <ac:cxnSpMk id="11" creationId="{11B32EED-4720-576B-749F-153E947ED634}"/>
          </ac:cxnSpMkLst>
        </pc:cxnChg>
        <pc:cxnChg chg="add mod">
          <ac:chgData name="Artis Fils" userId="72f5d532-5734-44ee-8799-1d64eacae5a8" providerId="ADAL" clId="{F71D029E-0ABC-46D8-9BB4-714FB24486EE}" dt="2026-10-27T10:13:23.836" v="1193" actId="1076"/>
          <ac:cxnSpMkLst>
            <pc:docMk/>
            <pc:sldMk cId="2963644494" sldId="291"/>
            <ac:cxnSpMk id="12" creationId="{9CA017E0-8581-C9C6-7A2F-32E6A1E60863}"/>
          </ac:cxnSpMkLst>
        </pc:cxnChg>
        <pc:cxnChg chg="add mod">
          <ac:chgData name="Artis Fils" userId="72f5d532-5734-44ee-8799-1d64eacae5a8" providerId="ADAL" clId="{F71D029E-0ABC-46D8-9BB4-714FB24486EE}" dt="2026-10-27T10:15:29.944" v="1204" actId="14100"/>
          <ac:cxnSpMkLst>
            <pc:docMk/>
            <pc:sldMk cId="2963644494" sldId="291"/>
            <ac:cxnSpMk id="13" creationId="{17ED111C-C366-07E3-DF24-1D5182BDB68A}"/>
          </ac:cxnSpMkLst>
        </pc:cxnChg>
      </pc:sldChg>
      <pc:sldChg chg="modSp del mod">
        <pc:chgData name="Artis Fils" userId="72f5d532-5734-44ee-8799-1d64eacae5a8" providerId="ADAL" clId="{F71D029E-0ABC-46D8-9BB4-714FB24486EE}" dt="2026-10-27T11:15:09.824" v="1546" actId="2696"/>
        <pc:sldMkLst>
          <pc:docMk/>
          <pc:sldMk cId="1116945839" sldId="292"/>
        </pc:sldMkLst>
        <pc:spChg chg="mod">
          <ac:chgData name="Artis Fils" userId="72f5d532-5734-44ee-8799-1d64eacae5a8" providerId="ADAL" clId="{F71D029E-0ABC-46D8-9BB4-714FB24486EE}" dt="2026-10-27T11:02:48.372" v="1420" actId="20577"/>
          <ac:spMkLst>
            <pc:docMk/>
            <pc:sldMk cId="1116945839" sldId="292"/>
            <ac:spMk id="6" creationId="{14E3D8BE-298B-8B9D-4595-BBBC7B1C62FB}"/>
          </ac:spMkLst>
        </pc:spChg>
        <pc:spChg chg="mod">
          <ac:chgData name="Artis Fils" userId="72f5d532-5734-44ee-8799-1d64eacae5a8" providerId="ADAL" clId="{F71D029E-0ABC-46D8-9BB4-714FB24486EE}" dt="2026-10-27T11:07:48.589" v="1522" actId="21"/>
          <ac:spMkLst>
            <pc:docMk/>
            <pc:sldMk cId="1116945839" sldId="292"/>
            <ac:spMk id="8" creationId="{161DBC36-456E-AACB-BC06-AA1F2155E4F4}"/>
          </ac:spMkLst>
        </pc:spChg>
      </pc:sldChg>
      <pc:sldChg chg="modSp mod">
        <pc:chgData name="Artis Fils" userId="72f5d532-5734-44ee-8799-1d64eacae5a8" providerId="ADAL" clId="{F71D029E-0ABC-46D8-9BB4-714FB24486EE}" dt="2026-10-26T10:03:09.363" v="112" actId="20577"/>
        <pc:sldMkLst>
          <pc:docMk/>
          <pc:sldMk cId="2879977902" sldId="295"/>
        </pc:sldMkLst>
        <pc:spChg chg="mod">
          <ac:chgData name="Artis Fils" userId="72f5d532-5734-44ee-8799-1d64eacae5a8" providerId="ADAL" clId="{F71D029E-0ABC-46D8-9BB4-714FB24486EE}" dt="2026-10-26T10:03:09.363" v="112" actId="20577"/>
          <ac:spMkLst>
            <pc:docMk/>
            <pc:sldMk cId="2879977902" sldId="295"/>
            <ac:spMk id="8" creationId="{269A1756-D840-E8D8-83CF-DF0BE2DC69A1}"/>
          </ac:spMkLst>
        </pc:spChg>
      </pc:sldChg>
      <pc:sldChg chg="addSp modSp add mod ord">
        <pc:chgData name="Artis Fils" userId="72f5d532-5734-44ee-8799-1d64eacae5a8" providerId="ADAL" clId="{F71D029E-0ABC-46D8-9BB4-714FB24486EE}" dt="2026-10-27T09:57:45.355" v="1107" actId="1582"/>
        <pc:sldMkLst>
          <pc:docMk/>
          <pc:sldMk cId="1255219098" sldId="314"/>
        </pc:sldMkLst>
        <pc:spChg chg="mod">
          <ac:chgData name="Artis Fils" userId="72f5d532-5734-44ee-8799-1d64eacae5a8" providerId="ADAL" clId="{F71D029E-0ABC-46D8-9BB4-714FB24486EE}" dt="2026-10-26T12:17:51.396" v="119" actId="6549"/>
          <ac:spMkLst>
            <pc:docMk/>
            <pc:sldMk cId="1255219098" sldId="314"/>
            <ac:spMk id="3" creationId="{401EA5CC-8E08-527F-C34E-67CC06562E0A}"/>
          </ac:spMkLst>
        </pc:spChg>
        <pc:picChg chg="add mod">
          <ac:chgData name="Artis Fils" userId="72f5d532-5734-44ee-8799-1d64eacae5a8" providerId="ADAL" clId="{F71D029E-0ABC-46D8-9BB4-714FB24486EE}" dt="2026-10-27T09:56:33.686" v="1098" actId="1076"/>
          <ac:picMkLst>
            <pc:docMk/>
            <pc:sldMk cId="1255219098" sldId="314"/>
            <ac:picMk id="6" creationId="{6385A276-B113-28B6-8A51-E385CA0C1A13}"/>
          </ac:picMkLst>
        </pc:picChg>
        <pc:picChg chg="add mod">
          <ac:chgData name="Artis Fils" userId="72f5d532-5734-44ee-8799-1d64eacae5a8" providerId="ADAL" clId="{F71D029E-0ABC-46D8-9BB4-714FB24486EE}" dt="2026-10-27T09:56:27.486" v="1096" actId="1076"/>
          <ac:picMkLst>
            <pc:docMk/>
            <pc:sldMk cId="1255219098" sldId="314"/>
            <ac:picMk id="7" creationId="{50B643E9-8739-75CA-2500-FC58C33297B7}"/>
          </ac:picMkLst>
        </pc:picChg>
        <pc:picChg chg="add mod">
          <ac:chgData name="Artis Fils" userId="72f5d532-5734-44ee-8799-1d64eacae5a8" providerId="ADAL" clId="{F71D029E-0ABC-46D8-9BB4-714FB24486EE}" dt="2026-10-27T09:56:29.151" v="1097" actId="1076"/>
          <ac:picMkLst>
            <pc:docMk/>
            <pc:sldMk cId="1255219098" sldId="314"/>
            <ac:picMk id="8" creationId="{3AD5E944-8068-CB5F-E7D4-061345D5A575}"/>
          </ac:picMkLst>
        </pc:picChg>
        <pc:picChg chg="add mod">
          <ac:chgData name="Artis Fils" userId="72f5d532-5734-44ee-8799-1d64eacae5a8" providerId="ADAL" clId="{F71D029E-0ABC-46D8-9BB4-714FB24486EE}" dt="2026-10-27T09:56:25.751" v="1095" actId="1076"/>
          <ac:picMkLst>
            <pc:docMk/>
            <pc:sldMk cId="1255219098" sldId="314"/>
            <ac:picMk id="10" creationId="{2DD8A4A7-7C7C-476F-848C-758C465F8F54}"/>
          </ac:picMkLst>
        </pc:picChg>
        <pc:cxnChg chg="add mod">
          <ac:chgData name="Artis Fils" userId="72f5d532-5734-44ee-8799-1d64eacae5a8" providerId="ADAL" clId="{F71D029E-0ABC-46D8-9BB4-714FB24486EE}" dt="2026-10-27T09:57:08.671" v="1101" actId="1582"/>
          <ac:cxnSpMkLst>
            <pc:docMk/>
            <pc:sldMk cId="1255219098" sldId="314"/>
            <ac:cxnSpMk id="12" creationId="{D222FBE6-903E-EDAE-9BDF-0DF38A9C470B}"/>
          </ac:cxnSpMkLst>
        </pc:cxnChg>
        <pc:cxnChg chg="add mod">
          <ac:chgData name="Artis Fils" userId="72f5d532-5734-44ee-8799-1d64eacae5a8" providerId="ADAL" clId="{F71D029E-0ABC-46D8-9BB4-714FB24486EE}" dt="2026-10-27T09:57:25.652" v="1104" actId="1582"/>
          <ac:cxnSpMkLst>
            <pc:docMk/>
            <pc:sldMk cId="1255219098" sldId="314"/>
            <ac:cxnSpMk id="14" creationId="{31E2A3A4-65F9-A53F-E96C-916D051DD4AC}"/>
          </ac:cxnSpMkLst>
        </pc:cxnChg>
        <pc:cxnChg chg="add mod">
          <ac:chgData name="Artis Fils" userId="72f5d532-5734-44ee-8799-1d64eacae5a8" providerId="ADAL" clId="{F71D029E-0ABC-46D8-9BB4-714FB24486EE}" dt="2026-10-27T09:57:45.355" v="1107" actId="1582"/>
          <ac:cxnSpMkLst>
            <pc:docMk/>
            <pc:sldMk cId="1255219098" sldId="314"/>
            <ac:cxnSpMk id="16" creationId="{81B4231D-FA1F-51BF-A53E-87EBBAC409EC}"/>
          </ac:cxnSpMkLst>
        </pc:cxnChg>
      </pc:sldChg>
      <pc:sldChg chg="modSp add mod">
        <pc:chgData name="Artis Fils" userId="72f5d532-5734-44ee-8799-1d64eacae5a8" providerId="ADAL" clId="{F71D029E-0ABC-46D8-9BB4-714FB24486EE}" dt="2026-10-27T08:46:51.358" v="690" actId="21"/>
        <pc:sldMkLst>
          <pc:docMk/>
          <pc:sldMk cId="2827964806" sldId="315"/>
        </pc:sldMkLst>
        <pc:spChg chg="mod">
          <ac:chgData name="Artis Fils" userId="72f5d532-5734-44ee-8799-1d64eacae5a8" providerId="ADAL" clId="{F71D029E-0ABC-46D8-9BB4-714FB24486EE}" dt="2026-10-27T08:46:51.358" v="690" actId="21"/>
          <ac:spMkLst>
            <pc:docMk/>
            <pc:sldMk cId="2827964806" sldId="315"/>
            <ac:spMk id="7" creationId="{F1117491-DE7B-43D4-18A9-2487CAECD0F5}"/>
          </ac:spMkLst>
        </pc:spChg>
        <pc:graphicFrameChg chg="mod modGraphic">
          <ac:chgData name="Artis Fils" userId="72f5d532-5734-44ee-8799-1d64eacae5a8" providerId="ADAL" clId="{F71D029E-0ABC-46D8-9BB4-714FB24486EE}" dt="2026-10-27T08:38:24.654" v="509" actId="20577"/>
          <ac:graphicFrameMkLst>
            <pc:docMk/>
            <pc:sldMk cId="2827964806" sldId="315"/>
            <ac:graphicFrameMk id="9" creationId="{2622964B-8193-CDAB-DC76-7E662EA428D5}"/>
          </ac:graphicFrameMkLst>
        </pc:graphicFrameChg>
      </pc:sldChg>
      <pc:sldChg chg="add del ord">
        <pc:chgData name="Artis Fils" userId="72f5d532-5734-44ee-8799-1d64eacae5a8" providerId="ADAL" clId="{F71D029E-0ABC-46D8-9BB4-714FB24486EE}" dt="2026-10-27T08:50:04.592" v="760" actId="47"/>
        <pc:sldMkLst>
          <pc:docMk/>
          <pc:sldMk cId="2365663088" sldId="316"/>
        </pc:sldMkLst>
      </pc:sldChg>
      <pc:sldChg chg="addSp delSp modSp add mod">
        <pc:chgData name="Artis Fils" userId="72f5d532-5734-44ee-8799-1d64eacae5a8" providerId="ADAL" clId="{F71D029E-0ABC-46D8-9BB4-714FB24486EE}" dt="2026-10-27T09:02:55.313" v="973" actId="20577"/>
        <pc:sldMkLst>
          <pc:docMk/>
          <pc:sldMk cId="129654061" sldId="317"/>
        </pc:sldMkLst>
        <pc:spChg chg="del">
          <ac:chgData name="Artis Fils" userId="72f5d532-5734-44ee-8799-1d64eacae5a8" providerId="ADAL" clId="{F71D029E-0ABC-46D8-9BB4-714FB24486EE}" dt="2026-10-27T08:50:44.804" v="767" actId="478"/>
          <ac:spMkLst>
            <pc:docMk/>
            <pc:sldMk cId="129654061" sldId="317"/>
            <ac:spMk id="3" creationId="{7E8A510A-B99F-A095-A876-703C98401CB1}"/>
          </ac:spMkLst>
        </pc:spChg>
        <pc:spChg chg="add del mod">
          <ac:chgData name="Artis Fils" userId="72f5d532-5734-44ee-8799-1d64eacae5a8" providerId="ADAL" clId="{F71D029E-0ABC-46D8-9BB4-714FB24486EE}" dt="2026-10-27T08:50:46.475" v="768" actId="478"/>
          <ac:spMkLst>
            <pc:docMk/>
            <pc:sldMk cId="129654061" sldId="317"/>
            <ac:spMk id="8" creationId="{BD7F4E65-A66C-1A4B-94C9-1FD1AF3AC5F4}"/>
          </ac:spMkLst>
        </pc:spChg>
        <pc:spChg chg="del">
          <ac:chgData name="Artis Fils" userId="72f5d532-5734-44ee-8799-1d64eacae5a8" providerId="ADAL" clId="{F71D029E-0ABC-46D8-9BB4-714FB24486EE}" dt="2026-10-27T08:50:08.186" v="761" actId="478"/>
          <ac:spMkLst>
            <pc:docMk/>
            <pc:sldMk cId="129654061" sldId="317"/>
            <ac:spMk id="17" creationId="{C5E7F742-B51C-39F4-E840-B73ED3336396}"/>
          </ac:spMkLst>
        </pc:spChg>
        <pc:spChg chg="del">
          <ac:chgData name="Artis Fils" userId="72f5d532-5734-44ee-8799-1d64eacae5a8" providerId="ADAL" clId="{F71D029E-0ABC-46D8-9BB4-714FB24486EE}" dt="2026-10-27T08:50:08.186" v="761" actId="478"/>
          <ac:spMkLst>
            <pc:docMk/>
            <pc:sldMk cId="129654061" sldId="317"/>
            <ac:spMk id="21" creationId="{027299F7-9CD9-FFF6-5347-73FB4B7D0E10}"/>
          </ac:spMkLst>
        </pc:spChg>
        <pc:graphicFrameChg chg="add mod modGraphic">
          <ac:chgData name="Artis Fils" userId="72f5d532-5734-44ee-8799-1d64eacae5a8" providerId="ADAL" clId="{F71D029E-0ABC-46D8-9BB4-714FB24486EE}" dt="2026-10-27T09:02:55.313" v="973" actId="20577"/>
          <ac:graphicFrameMkLst>
            <pc:docMk/>
            <pc:sldMk cId="129654061" sldId="317"/>
            <ac:graphicFrameMk id="6" creationId="{B2DA9FC3-FA46-2123-A6BF-BFAF95595961}"/>
          </ac:graphicFrameMkLst>
        </pc:graphicFrameChg>
        <pc:picChg chg="del">
          <ac:chgData name="Artis Fils" userId="72f5d532-5734-44ee-8799-1d64eacae5a8" providerId="ADAL" clId="{F71D029E-0ABC-46D8-9BB4-714FB24486EE}" dt="2026-10-27T08:50:08.186" v="761" actId="478"/>
          <ac:picMkLst>
            <pc:docMk/>
            <pc:sldMk cId="129654061" sldId="317"/>
            <ac:picMk id="7" creationId="{7E6EC635-6F1D-452E-4BF4-AC8C85D118FB}"/>
          </ac:picMkLst>
        </pc:picChg>
        <pc:picChg chg="del">
          <ac:chgData name="Artis Fils" userId="72f5d532-5734-44ee-8799-1d64eacae5a8" providerId="ADAL" clId="{F71D029E-0ABC-46D8-9BB4-714FB24486EE}" dt="2026-10-27T08:50:08.186" v="761" actId="478"/>
          <ac:picMkLst>
            <pc:docMk/>
            <pc:sldMk cId="129654061" sldId="317"/>
            <ac:picMk id="9" creationId="{08452029-B2D9-B964-4763-F20AD991202E}"/>
          </ac:picMkLst>
        </pc:picChg>
        <pc:picChg chg="del">
          <ac:chgData name="Artis Fils" userId="72f5d532-5734-44ee-8799-1d64eacae5a8" providerId="ADAL" clId="{F71D029E-0ABC-46D8-9BB4-714FB24486EE}" dt="2026-10-27T08:50:08.186" v="761" actId="478"/>
          <ac:picMkLst>
            <pc:docMk/>
            <pc:sldMk cId="129654061" sldId="317"/>
            <ac:picMk id="15" creationId="{09AB882A-215C-4F8E-72AC-D04AC4E2D1E1}"/>
          </ac:picMkLst>
        </pc:picChg>
        <pc:picChg chg="del">
          <ac:chgData name="Artis Fils" userId="72f5d532-5734-44ee-8799-1d64eacae5a8" providerId="ADAL" clId="{F71D029E-0ABC-46D8-9BB4-714FB24486EE}" dt="2026-10-27T08:50:08.186" v="761" actId="478"/>
          <ac:picMkLst>
            <pc:docMk/>
            <pc:sldMk cId="129654061" sldId="317"/>
            <ac:picMk id="19" creationId="{29A1597D-9996-C6DA-A40E-403D5B7857C4}"/>
          </ac:picMkLst>
        </pc:picChg>
      </pc:sldChg>
      <pc:sldChg chg="addSp delSp modSp add mod">
        <pc:chgData name="Artis Fils" userId="72f5d532-5734-44ee-8799-1d64eacae5a8" providerId="ADAL" clId="{F71D029E-0ABC-46D8-9BB4-714FB24486EE}" dt="2026-10-27T09:01:50.855" v="958" actId="20577"/>
        <pc:sldMkLst>
          <pc:docMk/>
          <pc:sldMk cId="4049336234" sldId="318"/>
        </pc:sldMkLst>
        <pc:spChg chg="mod">
          <ac:chgData name="Artis Fils" userId="72f5d532-5734-44ee-8799-1d64eacae5a8" providerId="ADAL" clId="{F71D029E-0ABC-46D8-9BB4-714FB24486EE}" dt="2026-10-27T08:58:49.322" v="939" actId="20577"/>
          <ac:spMkLst>
            <pc:docMk/>
            <pc:sldMk cId="4049336234" sldId="318"/>
            <ac:spMk id="6" creationId="{BF5E87EC-0756-6990-3021-DC1602040301}"/>
          </ac:spMkLst>
        </pc:spChg>
        <pc:spChg chg="mod">
          <ac:chgData name="Artis Fils" userId="72f5d532-5734-44ee-8799-1d64eacae5a8" providerId="ADAL" clId="{F71D029E-0ABC-46D8-9BB4-714FB24486EE}" dt="2026-10-27T09:01:50.855" v="958" actId="20577"/>
          <ac:spMkLst>
            <pc:docMk/>
            <pc:sldMk cId="4049336234" sldId="318"/>
            <ac:spMk id="7" creationId="{DFC82BA6-7490-846E-7997-8FB7B7992C43}"/>
          </ac:spMkLst>
        </pc:spChg>
        <pc:spChg chg="del">
          <ac:chgData name="Artis Fils" userId="72f5d532-5734-44ee-8799-1d64eacae5a8" providerId="ADAL" clId="{F71D029E-0ABC-46D8-9BB4-714FB24486EE}" dt="2026-10-27T08:58:14.934" v="925" actId="478"/>
          <ac:spMkLst>
            <pc:docMk/>
            <pc:sldMk cId="4049336234" sldId="318"/>
            <ac:spMk id="12" creationId="{BD5761EB-7CE1-5613-A337-1686D5F8C1F7}"/>
          </ac:spMkLst>
        </pc:spChg>
        <pc:spChg chg="del">
          <ac:chgData name="Artis Fils" userId="72f5d532-5734-44ee-8799-1d64eacae5a8" providerId="ADAL" clId="{F71D029E-0ABC-46D8-9BB4-714FB24486EE}" dt="2026-10-27T08:58:13.701" v="924" actId="478"/>
          <ac:spMkLst>
            <pc:docMk/>
            <pc:sldMk cId="4049336234" sldId="318"/>
            <ac:spMk id="14" creationId="{76E527DB-7546-E6BB-BCFF-A8E7BAB39D0C}"/>
          </ac:spMkLst>
        </pc:spChg>
        <pc:graphicFrameChg chg="del">
          <ac:chgData name="Artis Fils" userId="72f5d532-5734-44ee-8799-1d64eacae5a8" providerId="ADAL" clId="{F71D029E-0ABC-46D8-9BB4-714FB24486EE}" dt="2026-10-27T08:58:38.190" v="934" actId="478"/>
          <ac:graphicFrameMkLst>
            <pc:docMk/>
            <pc:sldMk cId="4049336234" sldId="318"/>
            <ac:graphicFrameMk id="9" creationId="{C842DF50-F54E-547E-2660-1940BC47D666}"/>
          </ac:graphicFrameMkLst>
        </pc:graphicFrameChg>
        <pc:picChg chg="add mod modCrop">
          <ac:chgData name="Artis Fils" userId="72f5d532-5734-44ee-8799-1d64eacae5a8" providerId="ADAL" clId="{F71D029E-0ABC-46D8-9BB4-714FB24486EE}" dt="2026-10-27T08:58:42.395" v="937" actId="1076"/>
          <ac:picMkLst>
            <pc:docMk/>
            <pc:sldMk cId="4049336234" sldId="318"/>
            <ac:picMk id="2" creationId="{6B04A2D2-EC6A-615F-9EFF-06CC961E57CD}"/>
          </ac:picMkLst>
        </pc:picChg>
      </pc:sldChg>
      <pc:sldChg chg="addSp delSp modSp add mod">
        <pc:chgData name="Artis Fils" userId="72f5d532-5734-44ee-8799-1d64eacae5a8" providerId="ADAL" clId="{F71D029E-0ABC-46D8-9BB4-714FB24486EE}" dt="2026-10-27T09:01:35.271" v="957" actId="1076"/>
        <pc:sldMkLst>
          <pc:docMk/>
          <pc:sldMk cId="4123555078" sldId="319"/>
        </pc:sldMkLst>
        <pc:spChg chg="mod">
          <ac:chgData name="Artis Fils" userId="72f5d532-5734-44ee-8799-1d64eacae5a8" providerId="ADAL" clId="{F71D029E-0ABC-46D8-9BB4-714FB24486EE}" dt="2026-10-27T08:58:53.497" v="940" actId="20577"/>
          <ac:spMkLst>
            <pc:docMk/>
            <pc:sldMk cId="4123555078" sldId="319"/>
            <ac:spMk id="6" creationId="{8DF148BD-001B-068B-FFC4-B74955AE46E8}"/>
          </ac:spMkLst>
        </pc:spChg>
        <pc:spChg chg="mod">
          <ac:chgData name="Artis Fils" userId="72f5d532-5734-44ee-8799-1d64eacae5a8" providerId="ADAL" clId="{F71D029E-0ABC-46D8-9BB4-714FB24486EE}" dt="2026-10-27T08:59:26.902" v="947" actId="5793"/>
          <ac:spMkLst>
            <pc:docMk/>
            <pc:sldMk cId="4123555078" sldId="319"/>
            <ac:spMk id="7" creationId="{E2ED1F97-411C-CE03-CE26-ADADAC9E6226}"/>
          </ac:spMkLst>
        </pc:spChg>
        <pc:picChg chg="del">
          <ac:chgData name="Artis Fils" userId="72f5d532-5734-44ee-8799-1d64eacae5a8" providerId="ADAL" clId="{F71D029E-0ABC-46D8-9BB4-714FB24486EE}" dt="2026-10-27T08:59:41.056" v="948" actId="478"/>
          <ac:picMkLst>
            <pc:docMk/>
            <pc:sldMk cId="4123555078" sldId="319"/>
            <ac:picMk id="2" creationId="{8D423589-491C-46A3-8614-8602614185BD}"/>
          </ac:picMkLst>
        </pc:picChg>
        <pc:picChg chg="add mod">
          <ac:chgData name="Artis Fils" userId="72f5d532-5734-44ee-8799-1d64eacae5a8" providerId="ADAL" clId="{F71D029E-0ABC-46D8-9BB4-714FB24486EE}" dt="2026-10-27T09:01:35.271" v="957" actId="1076"/>
          <ac:picMkLst>
            <pc:docMk/>
            <pc:sldMk cId="4123555078" sldId="319"/>
            <ac:picMk id="3" creationId="{B3F9C485-A09B-A1A6-2EA0-E60713BDB61F}"/>
          </ac:picMkLst>
        </pc:picChg>
      </pc:sldChg>
      <pc:sldChg chg="addSp delSp modSp add mod">
        <pc:chgData name="Artis Fils" userId="72f5d532-5734-44ee-8799-1d64eacae5a8" providerId="ADAL" clId="{F71D029E-0ABC-46D8-9BB4-714FB24486EE}" dt="2026-10-27T10:55:29.345" v="1298" actId="20577"/>
        <pc:sldMkLst>
          <pc:docMk/>
          <pc:sldMk cId="1993394693" sldId="320"/>
        </pc:sldMkLst>
        <pc:spChg chg="mod">
          <ac:chgData name="Artis Fils" userId="72f5d532-5734-44ee-8799-1d64eacae5a8" providerId="ADAL" clId="{F71D029E-0ABC-46D8-9BB4-714FB24486EE}" dt="2026-10-27T10:55:29.345" v="1298" actId="20577"/>
          <ac:spMkLst>
            <pc:docMk/>
            <pc:sldMk cId="1993394693" sldId="320"/>
            <ac:spMk id="6" creationId="{900805E1-3DAD-5CC2-44F1-D03E9BB2F117}"/>
          </ac:spMkLst>
        </pc:spChg>
        <pc:spChg chg="mod">
          <ac:chgData name="Artis Fils" userId="72f5d532-5734-44ee-8799-1d64eacae5a8" providerId="ADAL" clId="{F71D029E-0ABC-46D8-9BB4-714FB24486EE}" dt="2026-10-27T09:05:17.192" v="985" actId="5793"/>
          <ac:spMkLst>
            <pc:docMk/>
            <pc:sldMk cId="1993394693" sldId="320"/>
            <ac:spMk id="7" creationId="{2FBC782E-73DF-D90B-037D-049337A7A333}"/>
          </ac:spMkLst>
        </pc:spChg>
        <pc:picChg chg="add mod">
          <ac:chgData name="Artis Fils" userId="72f5d532-5734-44ee-8799-1d64eacae5a8" providerId="ADAL" clId="{F71D029E-0ABC-46D8-9BB4-714FB24486EE}" dt="2026-10-27T09:04:18.503" v="981" actId="1076"/>
          <ac:picMkLst>
            <pc:docMk/>
            <pc:sldMk cId="1993394693" sldId="320"/>
            <ac:picMk id="2" creationId="{CC92464D-ECD0-188E-4844-4D330F464133}"/>
          </ac:picMkLst>
        </pc:picChg>
        <pc:picChg chg="del">
          <ac:chgData name="Artis Fils" userId="72f5d532-5734-44ee-8799-1d64eacae5a8" providerId="ADAL" clId="{F71D029E-0ABC-46D8-9BB4-714FB24486EE}" dt="2026-10-27T09:04:11.465" v="975" actId="478"/>
          <ac:picMkLst>
            <pc:docMk/>
            <pc:sldMk cId="1993394693" sldId="320"/>
            <ac:picMk id="3" creationId="{0815DFA4-E233-9694-340D-AB97DE76C57F}"/>
          </ac:picMkLst>
        </pc:picChg>
      </pc:sldChg>
      <pc:sldChg chg="addSp delSp modSp add mod">
        <pc:chgData name="Artis Fils" userId="72f5d532-5734-44ee-8799-1d64eacae5a8" providerId="ADAL" clId="{F71D029E-0ABC-46D8-9BB4-714FB24486EE}" dt="2026-10-27T09:32:30.948" v="1064" actId="1038"/>
        <pc:sldMkLst>
          <pc:docMk/>
          <pc:sldMk cId="3873194500" sldId="321"/>
        </pc:sldMkLst>
        <pc:spChg chg="add del mod">
          <ac:chgData name="Artis Fils" userId="72f5d532-5734-44ee-8799-1d64eacae5a8" providerId="ADAL" clId="{F71D029E-0ABC-46D8-9BB4-714FB24486EE}" dt="2026-10-27T09:31:07.680" v="1033"/>
          <ac:spMkLst>
            <pc:docMk/>
            <pc:sldMk cId="3873194500" sldId="321"/>
            <ac:spMk id="2" creationId="{FEBEA9FC-1866-9DA3-C68E-4992FDB354BF}"/>
          </ac:spMkLst>
        </pc:spChg>
        <pc:spChg chg="mod">
          <ac:chgData name="Artis Fils" userId="72f5d532-5734-44ee-8799-1d64eacae5a8" providerId="ADAL" clId="{F71D029E-0ABC-46D8-9BB4-714FB24486EE}" dt="2026-10-27T09:29:07.490" v="1006" actId="20577"/>
          <ac:spMkLst>
            <pc:docMk/>
            <pc:sldMk cId="3873194500" sldId="321"/>
            <ac:spMk id="7" creationId="{C2C71E3F-6746-A4E6-7D6B-7D0E0FC9C09D}"/>
          </ac:spMkLst>
        </pc:spChg>
        <pc:spChg chg="del">
          <ac:chgData name="Artis Fils" userId="72f5d532-5734-44ee-8799-1d64eacae5a8" providerId="ADAL" clId="{F71D029E-0ABC-46D8-9BB4-714FB24486EE}" dt="2026-10-27T09:29:14.272" v="1007" actId="478"/>
          <ac:spMkLst>
            <pc:docMk/>
            <pc:sldMk cId="3873194500" sldId="321"/>
            <ac:spMk id="8" creationId="{B3110764-83CF-46AC-BF1E-24755654E214}"/>
          </ac:spMkLst>
        </pc:spChg>
        <pc:picChg chg="add mod">
          <ac:chgData name="Artis Fils" userId="72f5d532-5734-44ee-8799-1d64eacae5a8" providerId="ADAL" clId="{F71D029E-0ABC-46D8-9BB4-714FB24486EE}" dt="2026-10-27T09:32:30.948" v="1064" actId="1038"/>
          <ac:picMkLst>
            <pc:docMk/>
            <pc:sldMk cId="3873194500" sldId="321"/>
            <ac:picMk id="3" creationId="{E96655BD-AFD6-8CEE-69E3-4BF43C6AB99F}"/>
          </ac:picMkLst>
        </pc:picChg>
        <pc:picChg chg="add mod">
          <ac:chgData name="Artis Fils" userId="72f5d532-5734-44ee-8799-1d64eacae5a8" providerId="ADAL" clId="{F71D029E-0ABC-46D8-9BB4-714FB24486EE}" dt="2026-10-27T09:32:30.948" v="1064" actId="1038"/>
          <ac:picMkLst>
            <pc:docMk/>
            <pc:sldMk cId="3873194500" sldId="321"/>
            <ac:picMk id="4" creationId="{5E392924-DB33-1D7C-53BB-C9FB31E6AE1F}"/>
          </ac:picMkLst>
        </pc:picChg>
        <pc:picChg chg="add mod modCrop">
          <ac:chgData name="Artis Fils" userId="72f5d532-5734-44ee-8799-1d64eacae5a8" providerId="ADAL" clId="{F71D029E-0ABC-46D8-9BB4-714FB24486EE}" dt="2026-10-27T09:32:30.948" v="1064" actId="1038"/>
          <ac:picMkLst>
            <pc:docMk/>
            <pc:sldMk cId="3873194500" sldId="321"/>
            <ac:picMk id="9" creationId="{FFC878E9-20B6-C27B-7C11-024002EC6EA4}"/>
          </ac:picMkLst>
        </pc:picChg>
        <pc:picChg chg="add mod">
          <ac:chgData name="Artis Fils" userId="72f5d532-5734-44ee-8799-1d64eacae5a8" providerId="ADAL" clId="{F71D029E-0ABC-46D8-9BB4-714FB24486EE}" dt="2026-10-27T09:32:30.948" v="1064" actId="1038"/>
          <ac:picMkLst>
            <pc:docMk/>
            <pc:sldMk cId="3873194500" sldId="321"/>
            <ac:picMk id="10" creationId="{3594799B-C424-96DC-E15E-3F67A0C203FE}"/>
          </ac:picMkLst>
        </pc:picChg>
        <pc:picChg chg="add mod">
          <ac:chgData name="Artis Fils" userId="72f5d532-5734-44ee-8799-1d64eacae5a8" providerId="ADAL" clId="{F71D029E-0ABC-46D8-9BB4-714FB24486EE}" dt="2026-10-27T09:32:30.948" v="1064" actId="1038"/>
          <ac:picMkLst>
            <pc:docMk/>
            <pc:sldMk cId="3873194500" sldId="321"/>
            <ac:picMk id="11" creationId="{C8241F52-D820-B7C1-709B-644959CC6F88}"/>
          </ac:picMkLst>
        </pc:picChg>
        <pc:picChg chg="add mod">
          <ac:chgData name="Artis Fils" userId="72f5d532-5734-44ee-8799-1d64eacae5a8" providerId="ADAL" clId="{F71D029E-0ABC-46D8-9BB4-714FB24486EE}" dt="2026-10-27T09:32:30.948" v="1064" actId="1038"/>
          <ac:picMkLst>
            <pc:docMk/>
            <pc:sldMk cId="3873194500" sldId="321"/>
            <ac:picMk id="12" creationId="{AECB0CEB-214A-616E-C4CB-B773D1F2F724}"/>
          </ac:picMkLst>
        </pc:picChg>
      </pc:sldChg>
      <pc:sldChg chg="addSp delSp modSp add mod">
        <pc:chgData name="Artis Fils" userId="72f5d532-5734-44ee-8799-1d64eacae5a8" providerId="ADAL" clId="{F71D029E-0ABC-46D8-9BB4-714FB24486EE}" dt="2026-10-27T11:00:30.083" v="1412" actId="20577"/>
        <pc:sldMkLst>
          <pc:docMk/>
          <pc:sldMk cId="3183217187" sldId="322"/>
        </pc:sldMkLst>
        <pc:spChg chg="del mod">
          <ac:chgData name="Artis Fils" userId="72f5d532-5734-44ee-8799-1d64eacae5a8" providerId="ADAL" clId="{F71D029E-0ABC-46D8-9BB4-714FB24486EE}" dt="2026-10-27T09:59:17.619" v="1119" actId="478"/>
          <ac:spMkLst>
            <pc:docMk/>
            <pc:sldMk cId="3183217187" sldId="322"/>
            <ac:spMk id="3" creationId="{055CA974-C709-FFF0-82BD-A3B505E0A529}"/>
          </ac:spMkLst>
        </pc:spChg>
        <pc:spChg chg="add mod">
          <ac:chgData name="Artis Fils" userId="72f5d532-5734-44ee-8799-1d64eacae5a8" providerId="ADAL" clId="{F71D029E-0ABC-46D8-9BB4-714FB24486EE}" dt="2026-10-27T09:58:51.174" v="1115"/>
          <ac:spMkLst>
            <pc:docMk/>
            <pc:sldMk cId="3183217187" sldId="322"/>
            <ac:spMk id="11" creationId="{9A6DDA82-B60F-52FE-5C86-4D30269C8048}"/>
          </ac:spMkLst>
        </pc:spChg>
        <pc:spChg chg="add mod">
          <ac:chgData name="Artis Fils" userId="72f5d532-5734-44ee-8799-1d64eacae5a8" providerId="ADAL" clId="{F71D029E-0ABC-46D8-9BB4-714FB24486EE}" dt="2026-10-27T09:58:51.174" v="1115"/>
          <ac:spMkLst>
            <pc:docMk/>
            <pc:sldMk cId="3183217187" sldId="322"/>
            <ac:spMk id="13" creationId="{2AC97A09-36A8-07B2-00CA-BA203F0EE350}"/>
          </ac:spMkLst>
        </pc:spChg>
        <pc:grpChg chg="add mod">
          <ac:chgData name="Artis Fils" userId="72f5d532-5734-44ee-8799-1d64eacae5a8" providerId="ADAL" clId="{F71D029E-0ABC-46D8-9BB4-714FB24486EE}" dt="2026-10-27T09:58:51.174" v="1115"/>
          <ac:grpSpMkLst>
            <pc:docMk/>
            <pc:sldMk cId="3183217187" sldId="322"/>
            <ac:grpSpMk id="9" creationId="{DA13423E-1188-6A8B-ECFE-630F519B42CB}"/>
          </ac:grpSpMkLst>
        </pc:grpChg>
        <pc:graphicFrameChg chg="add mod ord modGraphic">
          <ac:chgData name="Artis Fils" userId="72f5d532-5734-44ee-8799-1d64eacae5a8" providerId="ADAL" clId="{F71D029E-0ABC-46D8-9BB4-714FB24486EE}" dt="2026-10-27T11:00:30.083" v="1412" actId="20577"/>
          <ac:graphicFrameMkLst>
            <pc:docMk/>
            <pc:sldMk cId="3183217187" sldId="322"/>
            <ac:graphicFrameMk id="17" creationId="{389F945F-0CF8-AA87-E8A3-B1995C571FB8}"/>
          </ac:graphicFrameMkLst>
        </pc:graphicFrameChg>
        <pc:picChg chg="del">
          <ac:chgData name="Artis Fils" userId="72f5d532-5734-44ee-8799-1d64eacae5a8" providerId="ADAL" clId="{F71D029E-0ABC-46D8-9BB4-714FB24486EE}" dt="2026-10-27T09:58:36.749" v="1109" actId="478"/>
          <ac:picMkLst>
            <pc:docMk/>
            <pc:sldMk cId="3183217187" sldId="322"/>
            <ac:picMk id="6" creationId="{D7F975CC-EA8D-8FA0-3EDB-A0FB76DBE6BB}"/>
          </ac:picMkLst>
        </pc:picChg>
        <pc:picChg chg="del">
          <ac:chgData name="Artis Fils" userId="72f5d532-5734-44ee-8799-1d64eacae5a8" providerId="ADAL" clId="{F71D029E-0ABC-46D8-9BB4-714FB24486EE}" dt="2026-10-27T09:58:38.295" v="1112" actId="478"/>
          <ac:picMkLst>
            <pc:docMk/>
            <pc:sldMk cId="3183217187" sldId="322"/>
            <ac:picMk id="7" creationId="{A1145F7D-32E5-844E-4960-72F0455305C2}"/>
          </ac:picMkLst>
        </pc:picChg>
        <pc:picChg chg="del">
          <ac:chgData name="Artis Fils" userId="72f5d532-5734-44ee-8799-1d64eacae5a8" providerId="ADAL" clId="{F71D029E-0ABC-46D8-9BB4-714FB24486EE}" dt="2026-10-27T09:58:37.839" v="1111" actId="478"/>
          <ac:picMkLst>
            <pc:docMk/>
            <pc:sldMk cId="3183217187" sldId="322"/>
            <ac:picMk id="8" creationId="{EDC72F2D-468A-33BB-9FBF-AA016E537537}"/>
          </ac:picMkLst>
        </pc:picChg>
        <pc:picChg chg="del">
          <ac:chgData name="Artis Fils" userId="72f5d532-5734-44ee-8799-1d64eacae5a8" providerId="ADAL" clId="{F71D029E-0ABC-46D8-9BB4-714FB24486EE}" dt="2026-10-27T09:58:37.280" v="1110" actId="478"/>
          <ac:picMkLst>
            <pc:docMk/>
            <pc:sldMk cId="3183217187" sldId="322"/>
            <ac:picMk id="10" creationId="{D472E928-3BD0-D83A-8C42-FAA5F639E5F8}"/>
          </ac:picMkLst>
        </pc:picChg>
        <pc:cxnChg chg="del">
          <ac:chgData name="Artis Fils" userId="72f5d532-5734-44ee-8799-1d64eacae5a8" providerId="ADAL" clId="{F71D029E-0ABC-46D8-9BB4-714FB24486EE}" dt="2026-10-27T09:58:36.749" v="1109" actId="478"/>
          <ac:cxnSpMkLst>
            <pc:docMk/>
            <pc:sldMk cId="3183217187" sldId="322"/>
            <ac:cxnSpMk id="12" creationId="{42E58F24-7E3D-3195-A69A-3FA4128B1C4B}"/>
          </ac:cxnSpMkLst>
        </pc:cxnChg>
        <pc:cxnChg chg="del">
          <ac:chgData name="Artis Fils" userId="72f5d532-5734-44ee-8799-1d64eacae5a8" providerId="ADAL" clId="{F71D029E-0ABC-46D8-9BB4-714FB24486EE}" dt="2026-10-27T09:58:36.749" v="1109" actId="478"/>
          <ac:cxnSpMkLst>
            <pc:docMk/>
            <pc:sldMk cId="3183217187" sldId="322"/>
            <ac:cxnSpMk id="14" creationId="{483FE3CB-F0B7-00FA-B0A8-03BC332E0059}"/>
          </ac:cxnSpMkLst>
        </pc:cxnChg>
        <pc:cxnChg chg="del mod">
          <ac:chgData name="Artis Fils" userId="72f5d532-5734-44ee-8799-1d64eacae5a8" providerId="ADAL" clId="{F71D029E-0ABC-46D8-9BB4-714FB24486EE}" dt="2026-10-27T09:58:38.948" v="1113" actId="478"/>
          <ac:cxnSpMkLst>
            <pc:docMk/>
            <pc:sldMk cId="3183217187" sldId="322"/>
            <ac:cxnSpMk id="16" creationId="{F98517E5-41FE-B2F4-9CC3-3187CC176A4D}"/>
          </ac:cxnSpMkLst>
        </pc:cxnChg>
      </pc:sldChg>
      <pc:sldChg chg="delSp modSp new del mod">
        <pc:chgData name="Artis Fils" userId="72f5d532-5734-44ee-8799-1d64eacae5a8" providerId="ADAL" clId="{F71D029E-0ABC-46D8-9BB4-714FB24486EE}" dt="2026-10-27T10:27:25.622" v="1285" actId="2696"/>
        <pc:sldMkLst>
          <pc:docMk/>
          <pc:sldMk cId="3353861858" sldId="323"/>
        </pc:sldMkLst>
        <pc:spChg chg="mod">
          <ac:chgData name="Artis Fils" userId="72f5d532-5734-44ee-8799-1d64eacae5a8" providerId="ADAL" clId="{F71D029E-0ABC-46D8-9BB4-714FB24486EE}" dt="2026-10-27T10:24:20.576" v="1229" actId="20577"/>
          <ac:spMkLst>
            <pc:docMk/>
            <pc:sldMk cId="3353861858" sldId="323"/>
            <ac:spMk id="2" creationId="{5D6ABD7E-0DA7-9011-EF77-344CA6BB5C98}"/>
          </ac:spMkLst>
        </pc:spChg>
        <pc:spChg chg="mod">
          <ac:chgData name="Artis Fils" userId="72f5d532-5734-44ee-8799-1d64eacae5a8" providerId="ADAL" clId="{F71D029E-0ABC-46D8-9BB4-714FB24486EE}" dt="2026-10-27T10:24:45.818" v="1284" actId="14100"/>
          <ac:spMkLst>
            <pc:docMk/>
            <pc:sldMk cId="3353861858" sldId="323"/>
            <ac:spMk id="3" creationId="{C58C0F63-F878-2274-6BB1-95809294E215}"/>
          </ac:spMkLst>
        </pc:spChg>
        <pc:spChg chg="del">
          <ac:chgData name="Artis Fils" userId="72f5d532-5734-44ee-8799-1d64eacae5a8" providerId="ADAL" clId="{F71D029E-0ABC-46D8-9BB4-714FB24486EE}" dt="2026-10-27T10:24:23.549" v="1230" actId="478"/>
          <ac:spMkLst>
            <pc:docMk/>
            <pc:sldMk cId="3353861858" sldId="323"/>
            <ac:spMk id="4" creationId="{7AB09383-5370-6858-401C-60402A76FB8A}"/>
          </ac:spMkLst>
        </pc:spChg>
      </pc:sldChg>
      <pc:sldChg chg="addSp delSp modSp add mod">
        <pc:chgData name="Artis Fils" userId="72f5d532-5734-44ee-8799-1d64eacae5a8" providerId="ADAL" clId="{F71D029E-0ABC-46D8-9BB4-714FB24486EE}" dt="2026-10-27T11:02:37.774" v="1417" actId="20577"/>
        <pc:sldMkLst>
          <pc:docMk/>
          <pc:sldMk cId="3969944372" sldId="323"/>
        </pc:sldMkLst>
        <pc:spChg chg="mod">
          <ac:chgData name="Artis Fils" userId="72f5d532-5734-44ee-8799-1d64eacae5a8" providerId="ADAL" clId="{F71D029E-0ABC-46D8-9BB4-714FB24486EE}" dt="2026-10-27T11:02:37.774" v="1417" actId="20577"/>
          <ac:spMkLst>
            <pc:docMk/>
            <pc:sldMk cId="3969944372" sldId="323"/>
            <ac:spMk id="6" creationId="{8D29339F-B029-8F31-5D65-A084486A3B56}"/>
          </ac:spMkLst>
        </pc:spChg>
        <pc:spChg chg="del">
          <ac:chgData name="Artis Fils" userId="72f5d532-5734-44ee-8799-1d64eacae5a8" providerId="ADAL" clId="{F71D029E-0ABC-46D8-9BB4-714FB24486EE}" dt="2026-10-27T11:02:27.884" v="1414" actId="478"/>
          <ac:spMkLst>
            <pc:docMk/>
            <pc:sldMk cId="3969944372" sldId="323"/>
            <ac:spMk id="8" creationId="{99E0B1B5-741C-001C-EF84-6A1B2EBE368D}"/>
          </ac:spMkLst>
        </pc:spChg>
        <pc:spChg chg="add del mod">
          <ac:chgData name="Artis Fils" userId="72f5d532-5734-44ee-8799-1d64eacae5a8" providerId="ADAL" clId="{F71D029E-0ABC-46D8-9BB4-714FB24486EE}" dt="2026-10-27T11:02:29.773" v="1415" actId="478"/>
          <ac:spMkLst>
            <pc:docMk/>
            <pc:sldMk cId="3969944372" sldId="323"/>
            <ac:spMk id="11" creationId="{3B9CC1A5-A6AB-D693-0B43-6A777C52B77F}"/>
          </ac:spMkLst>
        </pc:spChg>
        <pc:picChg chg="add del mod">
          <ac:chgData name="Artis Fils" userId="72f5d532-5734-44ee-8799-1d64eacae5a8" providerId="ADAL" clId="{F71D029E-0ABC-46D8-9BB4-714FB24486EE}" dt="2026-10-27T10:45:36.739" v="1293" actId="478"/>
          <ac:picMkLst>
            <pc:docMk/>
            <pc:sldMk cId="3969944372" sldId="323"/>
            <ac:picMk id="3" creationId="{C1837C0C-81AC-3816-A7C6-E019828143B5}"/>
          </ac:picMkLst>
        </pc:picChg>
        <pc:picChg chg="add mod">
          <ac:chgData name="Artis Fils" userId="72f5d532-5734-44ee-8799-1d64eacae5a8" providerId="ADAL" clId="{F71D029E-0ABC-46D8-9BB4-714FB24486EE}" dt="2026-10-27T10:45:44.816" v="1297" actId="1076"/>
          <ac:picMkLst>
            <pc:docMk/>
            <pc:sldMk cId="3969944372" sldId="323"/>
            <ac:picMk id="10" creationId="{F9124CA0-FB1D-8590-2FC1-4A065D4FC870}"/>
          </ac:picMkLst>
        </pc:picChg>
      </pc:sldChg>
      <pc:sldChg chg="modSp add mod">
        <pc:chgData name="Artis Fils" userId="72f5d532-5734-44ee-8799-1d64eacae5a8" providerId="ADAL" clId="{F71D029E-0ABC-46D8-9BB4-714FB24486EE}" dt="2026-10-27T11:02:40.493" v="1418" actId="20577"/>
        <pc:sldMkLst>
          <pc:docMk/>
          <pc:sldMk cId="3444489635" sldId="324"/>
        </pc:sldMkLst>
        <pc:spChg chg="mod">
          <ac:chgData name="Artis Fils" userId="72f5d532-5734-44ee-8799-1d64eacae5a8" providerId="ADAL" clId="{F71D029E-0ABC-46D8-9BB4-714FB24486EE}" dt="2026-10-27T11:02:40.493" v="1418" actId="20577"/>
          <ac:spMkLst>
            <pc:docMk/>
            <pc:sldMk cId="3444489635" sldId="324"/>
            <ac:spMk id="6" creationId="{D1A74BA6-D3FD-43BD-D5FE-666BE3C9202B}"/>
          </ac:spMkLst>
        </pc:spChg>
      </pc:sldChg>
      <pc:sldChg chg="addSp delSp modSp add mod">
        <pc:chgData name="Artis Fils" userId="72f5d532-5734-44ee-8799-1d64eacae5a8" providerId="ADAL" clId="{F71D029E-0ABC-46D8-9BB4-714FB24486EE}" dt="2026-10-27T11:43:15.404" v="1731" actId="20577"/>
        <pc:sldMkLst>
          <pc:docMk/>
          <pc:sldMk cId="2982445401" sldId="325"/>
        </pc:sldMkLst>
        <pc:spChg chg="mod">
          <ac:chgData name="Artis Fils" userId="72f5d532-5734-44ee-8799-1d64eacae5a8" providerId="ADAL" clId="{F71D029E-0ABC-46D8-9BB4-714FB24486EE}" dt="2026-10-27T11:43:15.404" v="1731" actId="20577"/>
          <ac:spMkLst>
            <pc:docMk/>
            <pc:sldMk cId="2982445401" sldId="325"/>
            <ac:spMk id="6" creationId="{628158DA-370D-A874-1034-897C37CB605A}"/>
          </ac:spMkLst>
        </pc:spChg>
        <pc:spChg chg="mod">
          <ac:chgData name="Artis Fils" userId="72f5d532-5734-44ee-8799-1d64eacae5a8" providerId="ADAL" clId="{F71D029E-0ABC-46D8-9BB4-714FB24486EE}" dt="2026-10-27T11:04:53.927" v="1478" actId="20577"/>
          <ac:spMkLst>
            <pc:docMk/>
            <pc:sldMk cId="2982445401" sldId="325"/>
            <ac:spMk id="7" creationId="{59C953DD-342A-FEF0-F754-4259ADB1142E}"/>
          </ac:spMkLst>
        </pc:spChg>
        <pc:spChg chg="mod">
          <ac:chgData name="Artis Fils" userId="72f5d532-5734-44ee-8799-1d64eacae5a8" providerId="ADAL" clId="{F71D029E-0ABC-46D8-9BB4-714FB24486EE}" dt="2026-10-27T11:06:47.137" v="1513" actId="20577"/>
          <ac:spMkLst>
            <pc:docMk/>
            <pc:sldMk cId="2982445401" sldId="325"/>
            <ac:spMk id="8" creationId="{13A9ED2F-4D20-E79F-7AD8-CA781C360AEB}"/>
          </ac:spMkLst>
        </pc:spChg>
        <pc:spChg chg="add del mod">
          <ac:chgData name="Artis Fils" userId="72f5d532-5734-44ee-8799-1d64eacae5a8" providerId="ADAL" clId="{F71D029E-0ABC-46D8-9BB4-714FB24486EE}" dt="2026-10-27T11:04:05.616" v="1457" actId="478"/>
          <ac:spMkLst>
            <pc:docMk/>
            <pc:sldMk cId="2982445401" sldId="325"/>
            <ac:spMk id="14" creationId="{64056E4A-B544-A829-C953-E247F48FC71D}"/>
          </ac:spMkLst>
        </pc:spChg>
        <pc:spChg chg="add mod">
          <ac:chgData name="Artis Fils" userId="72f5d532-5734-44ee-8799-1d64eacae5a8" providerId="ADAL" clId="{F71D029E-0ABC-46D8-9BB4-714FB24486EE}" dt="2026-10-27T11:04:16.623" v="1462" actId="1076"/>
          <ac:spMkLst>
            <pc:docMk/>
            <pc:sldMk cId="2982445401" sldId="325"/>
            <ac:spMk id="16" creationId="{09CF272E-4BA1-E413-A0B7-7B44DE668421}"/>
          </ac:spMkLst>
        </pc:spChg>
        <pc:picChg chg="mod">
          <ac:chgData name="Artis Fils" userId="72f5d532-5734-44ee-8799-1d64eacae5a8" providerId="ADAL" clId="{F71D029E-0ABC-46D8-9BB4-714FB24486EE}" dt="2026-10-27T11:04:21.829" v="1464" actId="1076"/>
          <ac:picMkLst>
            <pc:docMk/>
            <pc:sldMk cId="2982445401" sldId="325"/>
            <ac:picMk id="2" creationId="{D098F327-1BA1-47C8-0F1C-510C0F5F1590}"/>
          </ac:picMkLst>
        </pc:picChg>
        <pc:picChg chg="del">
          <ac:chgData name="Artis Fils" userId="72f5d532-5734-44ee-8799-1d64eacae5a8" providerId="ADAL" clId="{F71D029E-0ABC-46D8-9BB4-714FB24486EE}" dt="2026-10-27T11:03:20.488" v="1427" actId="478"/>
          <ac:picMkLst>
            <pc:docMk/>
            <pc:sldMk cId="2982445401" sldId="325"/>
            <ac:picMk id="3" creationId="{EBA11EBD-1DAF-24B7-9A7C-6C082D1C7599}"/>
          </ac:picMkLst>
        </pc:picChg>
        <pc:picChg chg="del">
          <ac:chgData name="Artis Fils" userId="72f5d532-5734-44ee-8799-1d64eacae5a8" providerId="ADAL" clId="{F71D029E-0ABC-46D8-9BB4-714FB24486EE}" dt="2026-10-27T11:03:17.554" v="1424" actId="478"/>
          <ac:picMkLst>
            <pc:docMk/>
            <pc:sldMk cId="2982445401" sldId="325"/>
            <ac:picMk id="9" creationId="{B139056E-8BB0-3E14-46FE-54B99742CF91}"/>
          </ac:picMkLst>
        </pc:picChg>
        <pc:picChg chg="del">
          <ac:chgData name="Artis Fils" userId="72f5d532-5734-44ee-8799-1d64eacae5a8" providerId="ADAL" clId="{F71D029E-0ABC-46D8-9BB4-714FB24486EE}" dt="2026-10-27T11:03:18.106" v="1425" actId="478"/>
          <ac:picMkLst>
            <pc:docMk/>
            <pc:sldMk cId="2982445401" sldId="325"/>
            <ac:picMk id="10" creationId="{B54E2449-2BEC-1978-5CD4-C9309F22ABB1}"/>
          </ac:picMkLst>
        </pc:picChg>
        <pc:cxnChg chg="mod">
          <ac:chgData name="Artis Fils" userId="72f5d532-5734-44ee-8799-1d64eacae5a8" providerId="ADAL" clId="{F71D029E-0ABC-46D8-9BB4-714FB24486EE}" dt="2026-10-27T11:04:26.901" v="1465" actId="14100"/>
          <ac:cxnSpMkLst>
            <pc:docMk/>
            <pc:sldMk cId="2982445401" sldId="325"/>
            <ac:cxnSpMk id="11" creationId="{0848E7C7-9DBA-7CEC-A25D-04D8BEEE1ED0}"/>
          </ac:cxnSpMkLst>
        </pc:cxnChg>
        <pc:cxnChg chg="del">
          <ac:chgData name="Artis Fils" userId="72f5d532-5734-44ee-8799-1d64eacae5a8" providerId="ADAL" clId="{F71D029E-0ABC-46D8-9BB4-714FB24486EE}" dt="2026-10-27T11:03:20.149" v="1426" actId="478"/>
          <ac:cxnSpMkLst>
            <pc:docMk/>
            <pc:sldMk cId="2982445401" sldId="325"/>
            <ac:cxnSpMk id="12" creationId="{0D14626A-E4EB-A2E7-F22D-FE877ED0EAE8}"/>
          </ac:cxnSpMkLst>
        </pc:cxnChg>
        <pc:cxnChg chg="del mod">
          <ac:chgData name="Artis Fils" userId="72f5d532-5734-44ee-8799-1d64eacae5a8" providerId="ADAL" clId="{F71D029E-0ABC-46D8-9BB4-714FB24486EE}" dt="2026-10-27T11:03:21.193" v="1428" actId="478"/>
          <ac:cxnSpMkLst>
            <pc:docMk/>
            <pc:sldMk cId="2982445401" sldId="325"/>
            <ac:cxnSpMk id="13" creationId="{19355322-5F87-79C8-124D-E8FF934784A7}"/>
          </ac:cxnSpMkLst>
        </pc:cxnChg>
      </pc:sldChg>
      <pc:sldChg chg="addSp delSp modSp add mod">
        <pc:chgData name="Artis Fils" userId="72f5d532-5734-44ee-8799-1d64eacae5a8" providerId="ADAL" clId="{F71D029E-0ABC-46D8-9BB4-714FB24486EE}" dt="2026-10-27T11:43:21.476" v="1733" actId="20577"/>
        <pc:sldMkLst>
          <pc:docMk/>
          <pc:sldMk cId="3862817697" sldId="326"/>
        </pc:sldMkLst>
        <pc:spChg chg="mod">
          <ac:chgData name="Artis Fils" userId="72f5d532-5734-44ee-8799-1d64eacae5a8" providerId="ADAL" clId="{F71D029E-0ABC-46D8-9BB4-714FB24486EE}" dt="2026-10-27T11:43:21.476" v="1733" actId="20577"/>
          <ac:spMkLst>
            <pc:docMk/>
            <pc:sldMk cId="3862817697" sldId="326"/>
            <ac:spMk id="6" creationId="{1F09A2B3-B153-8487-7470-74EE912F4118}"/>
          </ac:spMkLst>
        </pc:spChg>
        <pc:spChg chg="mod">
          <ac:chgData name="Artis Fils" userId="72f5d532-5734-44ee-8799-1d64eacae5a8" providerId="ADAL" clId="{F71D029E-0ABC-46D8-9BB4-714FB24486EE}" dt="2026-10-27T11:09:57.883" v="1524" actId="5793"/>
          <ac:spMkLst>
            <pc:docMk/>
            <pc:sldMk cId="3862817697" sldId="326"/>
            <ac:spMk id="7" creationId="{AEA96C42-AEEF-C0D5-7376-34ADD9B857C2}"/>
          </ac:spMkLst>
        </pc:spChg>
        <pc:spChg chg="mod">
          <ac:chgData name="Artis Fils" userId="72f5d532-5734-44ee-8799-1d64eacae5a8" providerId="ADAL" clId="{F71D029E-0ABC-46D8-9BB4-714FB24486EE}" dt="2026-10-27T11:10:15.299" v="1527" actId="5793"/>
          <ac:spMkLst>
            <pc:docMk/>
            <pc:sldMk cId="3862817697" sldId="326"/>
            <ac:spMk id="8" creationId="{8AE53E46-ED1E-181F-3FBB-0AFAA8FBF373}"/>
          </ac:spMkLst>
        </pc:spChg>
        <pc:spChg chg="add del mod">
          <ac:chgData name="Artis Fils" userId="72f5d532-5734-44ee-8799-1d64eacae5a8" providerId="ADAL" clId="{F71D029E-0ABC-46D8-9BB4-714FB24486EE}" dt="2026-10-27T11:11:48.661" v="1530" actId="478"/>
          <ac:spMkLst>
            <pc:docMk/>
            <pc:sldMk cId="3862817697" sldId="326"/>
            <ac:spMk id="10" creationId="{33B16C04-A4EF-4332-F277-5E4B0F420B6D}"/>
          </ac:spMkLst>
        </pc:spChg>
        <pc:spChg chg="mod">
          <ac:chgData name="Artis Fils" userId="72f5d532-5734-44ee-8799-1d64eacae5a8" providerId="ADAL" clId="{F71D029E-0ABC-46D8-9BB4-714FB24486EE}" dt="2026-10-27T11:12:29.442" v="1541" actId="692"/>
          <ac:spMkLst>
            <pc:docMk/>
            <pc:sldMk cId="3862817697" sldId="326"/>
            <ac:spMk id="16" creationId="{9AE7C209-EF99-DD6E-CE07-969CCBE99BD5}"/>
          </ac:spMkLst>
        </pc:spChg>
        <pc:picChg chg="del">
          <ac:chgData name="Artis Fils" userId="72f5d532-5734-44ee-8799-1d64eacae5a8" providerId="ADAL" clId="{F71D029E-0ABC-46D8-9BB4-714FB24486EE}" dt="2026-10-27T11:07:20.960" v="1515" actId="478"/>
          <ac:picMkLst>
            <pc:docMk/>
            <pc:sldMk cId="3862817697" sldId="326"/>
            <ac:picMk id="2" creationId="{DB2506CC-271B-0745-FC4C-DCFF5FFDC887}"/>
          </ac:picMkLst>
        </pc:picChg>
        <pc:picChg chg="add mod">
          <ac:chgData name="Artis Fils" userId="72f5d532-5734-44ee-8799-1d64eacae5a8" providerId="ADAL" clId="{F71D029E-0ABC-46D8-9BB4-714FB24486EE}" dt="2026-10-27T11:12:08.124" v="1539" actId="1076"/>
          <ac:picMkLst>
            <pc:docMk/>
            <pc:sldMk cId="3862817697" sldId="326"/>
            <ac:picMk id="9" creationId="{BE44FC68-DDC2-F9B9-0583-37173199C19D}"/>
          </ac:picMkLst>
        </pc:picChg>
        <pc:picChg chg="add mod modCrop">
          <ac:chgData name="Artis Fils" userId="72f5d532-5734-44ee-8799-1d64eacae5a8" providerId="ADAL" clId="{F71D029E-0ABC-46D8-9BB4-714FB24486EE}" dt="2026-10-27T11:19:01.482" v="1559" actId="732"/>
          <ac:picMkLst>
            <pc:docMk/>
            <pc:sldMk cId="3862817697" sldId="326"/>
            <ac:picMk id="13" creationId="{E9992FD1-78E7-B0FC-B216-0B17F34DB017}"/>
          </ac:picMkLst>
        </pc:picChg>
        <pc:cxnChg chg="del">
          <ac:chgData name="Artis Fils" userId="72f5d532-5734-44ee-8799-1d64eacae5a8" providerId="ADAL" clId="{F71D029E-0ABC-46D8-9BB4-714FB24486EE}" dt="2026-10-27T11:07:21.698" v="1516" actId="478"/>
          <ac:cxnSpMkLst>
            <pc:docMk/>
            <pc:sldMk cId="3862817697" sldId="326"/>
            <ac:cxnSpMk id="11" creationId="{DB0C4E18-E9E5-B6A5-605A-4ACCF61B471D}"/>
          </ac:cxnSpMkLst>
        </pc:cxnChg>
      </pc:sldChg>
      <pc:sldChg chg="addSp delSp modSp add mod">
        <pc:chgData name="Artis Fils" userId="72f5d532-5734-44ee-8799-1d64eacae5a8" providerId="ADAL" clId="{F71D029E-0ABC-46D8-9BB4-714FB24486EE}" dt="2026-10-27T11:43:25.578" v="1735" actId="20577"/>
        <pc:sldMkLst>
          <pc:docMk/>
          <pc:sldMk cId="3708319403" sldId="327"/>
        </pc:sldMkLst>
        <pc:spChg chg="mod">
          <ac:chgData name="Artis Fils" userId="72f5d532-5734-44ee-8799-1d64eacae5a8" providerId="ADAL" clId="{F71D029E-0ABC-46D8-9BB4-714FB24486EE}" dt="2026-10-27T11:43:25.578" v="1735" actId="20577"/>
          <ac:spMkLst>
            <pc:docMk/>
            <pc:sldMk cId="3708319403" sldId="327"/>
            <ac:spMk id="6" creationId="{FAE0BF0E-F8B7-6199-E4CC-B1E726129204}"/>
          </ac:spMkLst>
        </pc:spChg>
        <pc:spChg chg="mod">
          <ac:chgData name="Artis Fils" userId="72f5d532-5734-44ee-8799-1d64eacae5a8" providerId="ADAL" clId="{F71D029E-0ABC-46D8-9BB4-714FB24486EE}" dt="2026-10-27T11:15:41.556" v="1549" actId="5793"/>
          <ac:spMkLst>
            <pc:docMk/>
            <pc:sldMk cId="3708319403" sldId="327"/>
            <ac:spMk id="7" creationId="{B8461EA0-7363-8294-8FAE-D23CB9439FD2}"/>
          </ac:spMkLst>
        </pc:spChg>
        <pc:spChg chg="mod">
          <ac:chgData name="Artis Fils" userId="72f5d532-5734-44ee-8799-1d64eacae5a8" providerId="ADAL" clId="{F71D029E-0ABC-46D8-9BB4-714FB24486EE}" dt="2026-10-27T11:12:49.564" v="1544" actId="5793"/>
          <ac:spMkLst>
            <pc:docMk/>
            <pc:sldMk cId="3708319403" sldId="327"/>
            <ac:spMk id="8" creationId="{B6A8A0AF-5CCD-E091-530F-8819AE907B52}"/>
          </ac:spMkLst>
        </pc:spChg>
        <pc:picChg chg="add del">
          <ac:chgData name="Artis Fils" userId="72f5d532-5734-44ee-8799-1d64eacae5a8" providerId="ADAL" clId="{F71D029E-0ABC-46D8-9BB4-714FB24486EE}" dt="2026-10-27T11:17:40.323" v="1552" actId="22"/>
          <ac:picMkLst>
            <pc:docMk/>
            <pc:sldMk cId="3708319403" sldId="327"/>
            <ac:picMk id="2" creationId="{E78356C2-C078-C0F9-CFFC-EE1882302F8D}"/>
          </ac:picMkLst>
        </pc:picChg>
        <pc:picChg chg="add mod">
          <ac:chgData name="Artis Fils" userId="72f5d532-5734-44ee-8799-1d64eacae5a8" providerId="ADAL" clId="{F71D029E-0ABC-46D8-9BB4-714FB24486EE}" dt="2026-10-27T11:18:10.929" v="1557" actId="1076"/>
          <ac:picMkLst>
            <pc:docMk/>
            <pc:sldMk cId="3708319403" sldId="327"/>
            <ac:picMk id="10" creationId="{01D21AFC-2978-B795-73C5-21D593F40365}"/>
          </ac:picMkLst>
        </pc:picChg>
        <pc:picChg chg="del">
          <ac:chgData name="Artis Fils" userId="72f5d532-5734-44ee-8799-1d64eacae5a8" providerId="ADAL" clId="{F71D029E-0ABC-46D8-9BB4-714FB24486EE}" dt="2026-10-27T11:15:34.248" v="1547" actId="478"/>
          <ac:picMkLst>
            <pc:docMk/>
            <pc:sldMk cId="3708319403" sldId="327"/>
            <ac:picMk id="13" creationId="{880070CD-177D-035D-7234-57F61DEBB65C}"/>
          </ac:picMkLst>
        </pc:picChg>
      </pc:sldChg>
      <pc:sldChg chg="addSp delSp modSp add mod">
        <pc:chgData name="Artis Fils" userId="72f5d532-5734-44ee-8799-1d64eacae5a8" providerId="ADAL" clId="{F71D029E-0ABC-46D8-9BB4-714FB24486EE}" dt="2026-10-27T11:43:28.805" v="1737" actId="20577"/>
        <pc:sldMkLst>
          <pc:docMk/>
          <pc:sldMk cId="1113866181" sldId="328"/>
        </pc:sldMkLst>
        <pc:spChg chg="mod">
          <ac:chgData name="Artis Fils" userId="72f5d532-5734-44ee-8799-1d64eacae5a8" providerId="ADAL" clId="{F71D029E-0ABC-46D8-9BB4-714FB24486EE}" dt="2026-10-27T11:43:28.805" v="1737" actId="20577"/>
          <ac:spMkLst>
            <pc:docMk/>
            <pc:sldMk cId="1113866181" sldId="328"/>
            <ac:spMk id="6" creationId="{F9E423D1-E6EC-7D1A-4306-E82059BF20A5}"/>
          </ac:spMkLst>
        </pc:spChg>
        <pc:spChg chg="mod">
          <ac:chgData name="Artis Fils" userId="72f5d532-5734-44ee-8799-1d64eacae5a8" providerId="ADAL" clId="{F71D029E-0ABC-46D8-9BB4-714FB24486EE}" dt="2026-10-27T11:19:26.904" v="1561" actId="5793"/>
          <ac:spMkLst>
            <pc:docMk/>
            <pc:sldMk cId="1113866181" sldId="328"/>
            <ac:spMk id="7" creationId="{646D177D-0A53-6BA5-D9C8-4DF41F45A318}"/>
          </ac:spMkLst>
        </pc:spChg>
        <pc:spChg chg="mod">
          <ac:chgData name="Artis Fils" userId="72f5d532-5734-44ee-8799-1d64eacae5a8" providerId="ADAL" clId="{F71D029E-0ABC-46D8-9BB4-714FB24486EE}" dt="2026-10-27T11:20:53.185" v="1574" actId="20577"/>
          <ac:spMkLst>
            <pc:docMk/>
            <pc:sldMk cId="1113866181" sldId="328"/>
            <ac:spMk id="8" creationId="{2F309979-0E3D-1FA9-34F8-8825F5C5A914}"/>
          </ac:spMkLst>
        </pc:spChg>
        <pc:picChg chg="add del mod">
          <ac:chgData name="Artis Fils" userId="72f5d532-5734-44ee-8799-1d64eacae5a8" providerId="ADAL" clId="{F71D029E-0ABC-46D8-9BB4-714FB24486EE}" dt="2026-10-27T11:22:04.787" v="1592" actId="478"/>
          <ac:picMkLst>
            <pc:docMk/>
            <pc:sldMk cId="1113866181" sldId="328"/>
            <ac:picMk id="3" creationId="{E1FD9713-010D-2621-DDE5-71B3F0EB3F47}"/>
          </ac:picMkLst>
        </pc:picChg>
        <pc:picChg chg="add mod">
          <ac:chgData name="Artis Fils" userId="72f5d532-5734-44ee-8799-1d64eacae5a8" providerId="ADAL" clId="{F71D029E-0ABC-46D8-9BB4-714FB24486EE}" dt="2026-10-27T11:22:09.550" v="1596" actId="1076"/>
          <ac:picMkLst>
            <pc:docMk/>
            <pc:sldMk cId="1113866181" sldId="328"/>
            <ac:picMk id="11" creationId="{3C6D4B53-9CC5-7548-5FFF-2D1C2E86C402}"/>
          </ac:picMkLst>
        </pc:picChg>
        <pc:picChg chg="del">
          <ac:chgData name="Artis Fils" userId="72f5d532-5734-44ee-8799-1d64eacae5a8" providerId="ADAL" clId="{F71D029E-0ABC-46D8-9BB4-714FB24486EE}" dt="2026-10-27T11:18:14.672" v="1558" actId="478"/>
          <ac:picMkLst>
            <pc:docMk/>
            <pc:sldMk cId="1113866181" sldId="328"/>
            <ac:picMk id="13" creationId="{3775358F-4C47-EA44-2522-B0A71F4F0CA4}"/>
          </ac:picMkLst>
        </pc:picChg>
      </pc:sldChg>
      <pc:sldChg chg="addSp delSp modSp add mod">
        <pc:chgData name="Artis Fils" userId="72f5d532-5734-44ee-8799-1d64eacae5a8" providerId="ADAL" clId="{F71D029E-0ABC-46D8-9BB4-714FB24486EE}" dt="2026-10-27T11:43:33.026" v="1740" actId="20577"/>
        <pc:sldMkLst>
          <pc:docMk/>
          <pc:sldMk cId="439917036" sldId="329"/>
        </pc:sldMkLst>
        <pc:spChg chg="mod">
          <ac:chgData name="Artis Fils" userId="72f5d532-5734-44ee-8799-1d64eacae5a8" providerId="ADAL" clId="{F71D029E-0ABC-46D8-9BB4-714FB24486EE}" dt="2026-10-27T11:43:33.026" v="1740" actId="20577"/>
          <ac:spMkLst>
            <pc:docMk/>
            <pc:sldMk cId="439917036" sldId="329"/>
            <ac:spMk id="6" creationId="{2E1838CF-D582-4BE9-2998-DA81EFA0A8B0}"/>
          </ac:spMkLst>
        </pc:spChg>
        <pc:spChg chg="mod">
          <ac:chgData name="Artis Fils" userId="72f5d532-5734-44ee-8799-1d64eacae5a8" providerId="ADAL" clId="{F71D029E-0ABC-46D8-9BB4-714FB24486EE}" dt="2026-10-27T11:20:40.781" v="1573" actId="20577"/>
          <ac:spMkLst>
            <pc:docMk/>
            <pc:sldMk cId="439917036" sldId="329"/>
            <ac:spMk id="7" creationId="{FA128CFB-033C-089F-EE29-73049F662B5A}"/>
          </ac:spMkLst>
        </pc:spChg>
        <pc:spChg chg="mod">
          <ac:chgData name="Artis Fils" userId="72f5d532-5734-44ee-8799-1d64eacae5a8" providerId="ADAL" clId="{F71D029E-0ABC-46D8-9BB4-714FB24486EE}" dt="2026-10-27T11:23:02.576" v="1729" actId="20577"/>
          <ac:spMkLst>
            <pc:docMk/>
            <pc:sldMk cId="439917036" sldId="329"/>
            <ac:spMk id="8" creationId="{F7770437-EB6F-EACC-7A66-08D2D0F38DA1}"/>
          </ac:spMkLst>
        </pc:spChg>
        <pc:spChg chg="mod">
          <ac:chgData name="Artis Fils" userId="72f5d532-5734-44ee-8799-1d64eacae5a8" providerId="ADAL" clId="{F71D029E-0ABC-46D8-9BB4-714FB24486EE}" dt="2026-10-27T11:21:13.925" v="1579" actId="1076"/>
          <ac:spMkLst>
            <pc:docMk/>
            <pc:sldMk cId="439917036" sldId="329"/>
            <ac:spMk id="16" creationId="{A62F7BC8-1D5F-C37E-7238-3724A12A4A4C}"/>
          </ac:spMkLst>
        </pc:spChg>
        <pc:picChg chg="del mod">
          <ac:chgData name="Artis Fils" userId="72f5d532-5734-44ee-8799-1d64eacae5a8" providerId="ADAL" clId="{F71D029E-0ABC-46D8-9BB4-714FB24486EE}" dt="2026-10-27T11:21:41.842" v="1591" actId="478"/>
          <ac:picMkLst>
            <pc:docMk/>
            <pc:sldMk cId="439917036" sldId="329"/>
            <ac:picMk id="3" creationId="{BBC677B4-47BB-56EC-79F8-90A2F4A44691}"/>
          </ac:picMkLst>
        </pc:picChg>
        <pc:picChg chg="mod">
          <ac:chgData name="Artis Fils" userId="72f5d532-5734-44ee-8799-1d64eacae5a8" providerId="ADAL" clId="{F71D029E-0ABC-46D8-9BB4-714FB24486EE}" dt="2026-10-27T11:21:13.925" v="1579" actId="1076"/>
          <ac:picMkLst>
            <pc:docMk/>
            <pc:sldMk cId="439917036" sldId="329"/>
            <ac:picMk id="9" creationId="{2AEF69FD-98D4-1DC4-422A-3878E4722D14}"/>
          </ac:picMkLst>
        </pc:picChg>
        <pc:picChg chg="add mod">
          <ac:chgData name="Artis Fils" userId="72f5d532-5734-44ee-8799-1d64eacae5a8" providerId="ADAL" clId="{F71D029E-0ABC-46D8-9BB4-714FB24486EE}" dt="2026-10-27T11:21:16.822" v="1581" actId="1076"/>
          <ac:picMkLst>
            <pc:docMk/>
            <pc:sldMk cId="439917036" sldId="329"/>
            <ac:picMk id="10" creationId="{10B45A49-FDE3-EF95-4FB0-3471DCDC872A}"/>
          </ac:picMkLst>
        </pc:picChg>
        <pc:picChg chg="add mod">
          <ac:chgData name="Artis Fils" userId="72f5d532-5734-44ee-8799-1d64eacae5a8" providerId="ADAL" clId="{F71D029E-0ABC-46D8-9BB4-714FB24486EE}" dt="2026-10-27T11:21:21.646" v="1585" actId="1076"/>
          <ac:picMkLst>
            <pc:docMk/>
            <pc:sldMk cId="439917036" sldId="329"/>
            <ac:picMk id="12" creationId="{B423E56C-83E5-D243-7091-C21AAC2A99F5}"/>
          </ac:picMkLst>
        </pc:picChg>
        <pc:picChg chg="add mod">
          <ac:chgData name="Artis Fils" userId="72f5d532-5734-44ee-8799-1d64eacae5a8" providerId="ADAL" clId="{F71D029E-0ABC-46D8-9BB4-714FB24486EE}" dt="2026-10-27T11:22:15.528" v="1599" actId="14100"/>
          <ac:picMkLst>
            <pc:docMk/>
            <pc:sldMk cId="439917036" sldId="329"/>
            <ac:picMk id="14" creationId="{59EFD220-FFAD-5C90-7EDB-72B5E2ACB6CB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F0A472-0078-440C-A13D-2A4341C94EBF}" type="doc">
      <dgm:prSet loTypeId="urn:microsoft.com/office/officeart/2005/8/layout/hProcess10" loCatId="process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DE750D47-03BB-4150-83C5-C76791367C6A}">
      <dgm:prSet/>
      <dgm:spPr/>
      <dgm:t>
        <a:bodyPr/>
        <a:lstStyle/>
        <a:p>
          <a:r>
            <a:rPr lang="en-GB" baseline="0" dirty="0">
              <a:solidFill>
                <a:schemeClr val="tx1"/>
              </a:solidFill>
            </a:rPr>
            <a:t>Model</a:t>
          </a:r>
          <a:endParaRPr lang="en-US" dirty="0">
            <a:solidFill>
              <a:schemeClr val="tx1"/>
            </a:solidFill>
          </a:endParaRPr>
        </a:p>
      </dgm:t>
    </dgm:pt>
    <dgm:pt modelId="{8C050180-94C1-423F-8FB0-2B99F22CBE64}" type="parTrans" cxnId="{9A9186DB-FCC1-45F5-99F7-BC9C4BD500D4}">
      <dgm:prSet/>
      <dgm:spPr/>
      <dgm:t>
        <a:bodyPr/>
        <a:lstStyle/>
        <a:p>
          <a:endParaRPr lang="en-US"/>
        </a:p>
      </dgm:t>
    </dgm:pt>
    <dgm:pt modelId="{9A703865-A3E7-45EE-8C07-1D031BDF7DF4}" type="sibTrans" cxnId="{9A9186DB-FCC1-45F5-99F7-BC9C4BD500D4}">
      <dgm:prSet/>
      <dgm:spPr/>
      <dgm:t>
        <a:bodyPr/>
        <a:lstStyle/>
        <a:p>
          <a:endParaRPr lang="en-US"/>
        </a:p>
      </dgm:t>
    </dgm:pt>
    <dgm:pt modelId="{8E19632E-9774-4D14-B65E-BEE2E27EB242}">
      <dgm:prSet/>
      <dgm:spPr/>
      <dgm:t>
        <a:bodyPr/>
        <a:lstStyle/>
        <a:p>
          <a:r>
            <a:rPr lang="en-GB" baseline="0" dirty="0">
              <a:solidFill>
                <a:schemeClr val="tx1"/>
              </a:solidFill>
            </a:rPr>
            <a:t>Slice</a:t>
          </a:r>
          <a:endParaRPr lang="en-US" dirty="0">
            <a:solidFill>
              <a:schemeClr val="tx1"/>
            </a:solidFill>
          </a:endParaRPr>
        </a:p>
      </dgm:t>
    </dgm:pt>
    <dgm:pt modelId="{F735801B-9FAB-42ED-99A5-EDC29AF801C4}" type="parTrans" cxnId="{4207D53E-EB3B-42BF-ABF0-022CD82453A7}">
      <dgm:prSet/>
      <dgm:spPr/>
      <dgm:t>
        <a:bodyPr/>
        <a:lstStyle/>
        <a:p>
          <a:endParaRPr lang="en-US"/>
        </a:p>
      </dgm:t>
    </dgm:pt>
    <dgm:pt modelId="{77FE4FBD-0434-4C0E-8B91-E8F7C6CA5A47}" type="sibTrans" cxnId="{4207D53E-EB3B-42BF-ABF0-022CD82453A7}">
      <dgm:prSet/>
      <dgm:spPr/>
      <dgm:t>
        <a:bodyPr/>
        <a:lstStyle/>
        <a:p>
          <a:endParaRPr lang="en-US"/>
        </a:p>
      </dgm:t>
    </dgm:pt>
    <dgm:pt modelId="{87E77106-F6E2-42DA-96C2-981247ED859F}">
      <dgm:prSet/>
      <dgm:spPr/>
      <dgm:t>
        <a:bodyPr/>
        <a:lstStyle/>
        <a:p>
          <a:r>
            <a:rPr lang="en-GB" baseline="0" dirty="0">
              <a:solidFill>
                <a:schemeClr val="tx1"/>
              </a:solidFill>
            </a:rPr>
            <a:t>Print</a:t>
          </a:r>
          <a:endParaRPr lang="en-US" dirty="0">
            <a:solidFill>
              <a:schemeClr val="tx1"/>
            </a:solidFill>
          </a:endParaRPr>
        </a:p>
      </dgm:t>
    </dgm:pt>
    <dgm:pt modelId="{2607A7D4-836D-4260-9E25-23A3801A288E}" type="parTrans" cxnId="{DB71D332-6A0A-445F-B49A-EC4E23562695}">
      <dgm:prSet/>
      <dgm:spPr/>
      <dgm:t>
        <a:bodyPr/>
        <a:lstStyle/>
        <a:p>
          <a:endParaRPr lang="en-US"/>
        </a:p>
      </dgm:t>
    </dgm:pt>
    <dgm:pt modelId="{9EDD2022-580B-40DE-9BB8-302DFF437E1A}" type="sibTrans" cxnId="{DB71D332-6A0A-445F-B49A-EC4E23562695}">
      <dgm:prSet/>
      <dgm:spPr/>
      <dgm:t>
        <a:bodyPr/>
        <a:lstStyle/>
        <a:p>
          <a:endParaRPr lang="en-US"/>
        </a:p>
      </dgm:t>
    </dgm:pt>
    <dgm:pt modelId="{AD0ED202-A9A7-40D3-84DF-18AD59B1AD82}" type="pres">
      <dgm:prSet presAssocID="{03F0A472-0078-440C-A13D-2A4341C94EBF}" presName="Name0" presStyleCnt="0">
        <dgm:presLayoutVars>
          <dgm:dir/>
          <dgm:resizeHandles val="exact"/>
        </dgm:presLayoutVars>
      </dgm:prSet>
      <dgm:spPr/>
    </dgm:pt>
    <dgm:pt modelId="{2C676175-A07E-44FF-95C9-F7030F54815A}" type="pres">
      <dgm:prSet presAssocID="{DE750D47-03BB-4150-83C5-C76791367C6A}" presName="composite" presStyleCnt="0"/>
      <dgm:spPr/>
    </dgm:pt>
    <dgm:pt modelId="{D29DFA01-D3F4-4ED9-B363-454C16221E43}" type="pres">
      <dgm:prSet presAssocID="{DE750D47-03BB-4150-83C5-C76791367C6A}" presName="imagSh" presStyleLbl="bgImgPlace1" presStyleIdx="0" presStyleCnt="3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258" t="-5106" r="-21496" b="-2572"/>
          </a:stretch>
        </a:blipFill>
      </dgm:spPr>
    </dgm:pt>
    <dgm:pt modelId="{C8184776-F686-4818-BB65-A6A005522B8F}" type="pres">
      <dgm:prSet presAssocID="{DE750D47-03BB-4150-83C5-C76791367C6A}" presName="txNode" presStyleLbl="node1" presStyleIdx="0" presStyleCnt="3">
        <dgm:presLayoutVars>
          <dgm:bulletEnabled val="1"/>
        </dgm:presLayoutVars>
      </dgm:prSet>
      <dgm:spPr/>
    </dgm:pt>
    <dgm:pt modelId="{9F66FC0B-D5F8-4D4B-90AB-E6BF88868E22}" type="pres">
      <dgm:prSet presAssocID="{9A703865-A3E7-45EE-8C07-1D031BDF7DF4}" presName="sibTrans" presStyleLbl="sibTrans2D1" presStyleIdx="0" presStyleCnt="2"/>
      <dgm:spPr/>
    </dgm:pt>
    <dgm:pt modelId="{B9896F0D-464D-4452-8E65-EBFCBA843679}" type="pres">
      <dgm:prSet presAssocID="{9A703865-A3E7-45EE-8C07-1D031BDF7DF4}" presName="connTx" presStyleLbl="sibTrans2D1" presStyleIdx="0" presStyleCnt="2"/>
      <dgm:spPr/>
    </dgm:pt>
    <dgm:pt modelId="{546F0368-3DC2-45C7-911F-E2CDA9A710D1}" type="pres">
      <dgm:prSet presAssocID="{8E19632E-9774-4D14-B65E-BEE2E27EB242}" presName="composite" presStyleCnt="0"/>
      <dgm:spPr/>
    </dgm:pt>
    <dgm:pt modelId="{F0C94EF1-AEB4-40D3-8670-2D18F8B0F4D4}" type="pres">
      <dgm:prSet presAssocID="{8E19632E-9774-4D14-B65E-BEE2E27EB242}" presName="imagSh" presStyleLbl="bgImgPlace1" presStyleIdx="1" presStyleCnt="3"/>
      <dgm:spPr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631" t="-15542" r="-86945" b="-15352"/>
          </a:stretch>
        </a:blipFill>
      </dgm:spPr>
    </dgm:pt>
    <dgm:pt modelId="{6FC56D33-F993-474A-ACBC-400B49AD7DDD}" type="pres">
      <dgm:prSet presAssocID="{8E19632E-9774-4D14-B65E-BEE2E27EB242}" presName="txNode" presStyleLbl="node1" presStyleIdx="1" presStyleCnt="3">
        <dgm:presLayoutVars>
          <dgm:bulletEnabled val="1"/>
        </dgm:presLayoutVars>
      </dgm:prSet>
      <dgm:spPr/>
    </dgm:pt>
    <dgm:pt modelId="{FD41A4BB-3A46-4EDC-B788-45B78510ADCE}" type="pres">
      <dgm:prSet presAssocID="{77FE4FBD-0434-4C0E-8B91-E8F7C6CA5A47}" presName="sibTrans" presStyleLbl="sibTrans2D1" presStyleIdx="1" presStyleCnt="2"/>
      <dgm:spPr/>
    </dgm:pt>
    <dgm:pt modelId="{8B028F2B-061D-4F0C-8A24-29ADC2B74667}" type="pres">
      <dgm:prSet presAssocID="{77FE4FBD-0434-4C0E-8B91-E8F7C6CA5A47}" presName="connTx" presStyleLbl="sibTrans2D1" presStyleIdx="1" presStyleCnt="2"/>
      <dgm:spPr/>
    </dgm:pt>
    <dgm:pt modelId="{BD08EFF5-2BA6-4007-8A0D-342C63F63B0D}" type="pres">
      <dgm:prSet presAssocID="{87E77106-F6E2-42DA-96C2-981247ED859F}" presName="composite" presStyleCnt="0"/>
      <dgm:spPr/>
    </dgm:pt>
    <dgm:pt modelId="{0CF9CFA1-1364-4A0D-8E3D-484F505163B2}" type="pres">
      <dgm:prSet presAssocID="{87E77106-F6E2-42DA-96C2-981247ED859F}" presName="imagSh" presStyleLbl="bgImgPlace1" presStyleIdx="2" presStyleCnt="3"/>
      <dgm:spPr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2370" t="-38298" r="-22234" b="3694"/>
          </a:stretch>
        </a:blipFill>
      </dgm:spPr>
    </dgm:pt>
    <dgm:pt modelId="{067F0EE2-AD8B-4E82-97B0-AF769421E850}" type="pres">
      <dgm:prSet presAssocID="{87E77106-F6E2-42DA-96C2-981247ED859F}" presName="txNode" presStyleLbl="node1" presStyleIdx="2" presStyleCnt="3">
        <dgm:presLayoutVars>
          <dgm:bulletEnabled val="1"/>
        </dgm:presLayoutVars>
      </dgm:prSet>
      <dgm:spPr/>
    </dgm:pt>
  </dgm:ptLst>
  <dgm:cxnLst>
    <dgm:cxn modelId="{C6F94603-AFB1-4EEC-942D-93051DC0B1E8}" type="presOf" srcId="{9A703865-A3E7-45EE-8C07-1D031BDF7DF4}" destId="{B9896F0D-464D-4452-8E65-EBFCBA843679}" srcOrd="1" destOrd="0" presId="urn:microsoft.com/office/officeart/2005/8/layout/hProcess10"/>
    <dgm:cxn modelId="{DDDE8312-51D6-483D-B06F-5A37BD90D4CA}" type="presOf" srcId="{03F0A472-0078-440C-A13D-2A4341C94EBF}" destId="{AD0ED202-A9A7-40D3-84DF-18AD59B1AD82}" srcOrd="0" destOrd="0" presId="urn:microsoft.com/office/officeart/2005/8/layout/hProcess10"/>
    <dgm:cxn modelId="{FCA25918-028F-4A8F-A85D-BCA2482CC89D}" type="presOf" srcId="{DE750D47-03BB-4150-83C5-C76791367C6A}" destId="{C8184776-F686-4818-BB65-A6A005522B8F}" srcOrd="0" destOrd="0" presId="urn:microsoft.com/office/officeart/2005/8/layout/hProcess10"/>
    <dgm:cxn modelId="{DB71D332-6A0A-445F-B49A-EC4E23562695}" srcId="{03F0A472-0078-440C-A13D-2A4341C94EBF}" destId="{87E77106-F6E2-42DA-96C2-981247ED859F}" srcOrd="2" destOrd="0" parTransId="{2607A7D4-836D-4260-9E25-23A3801A288E}" sibTransId="{9EDD2022-580B-40DE-9BB8-302DFF437E1A}"/>
    <dgm:cxn modelId="{76619A3E-8120-4B60-9C04-6BB38000A2D7}" type="presOf" srcId="{8E19632E-9774-4D14-B65E-BEE2E27EB242}" destId="{6FC56D33-F993-474A-ACBC-400B49AD7DDD}" srcOrd="0" destOrd="0" presId="urn:microsoft.com/office/officeart/2005/8/layout/hProcess10"/>
    <dgm:cxn modelId="{4207D53E-EB3B-42BF-ABF0-022CD82453A7}" srcId="{03F0A472-0078-440C-A13D-2A4341C94EBF}" destId="{8E19632E-9774-4D14-B65E-BEE2E27EB242}" srcOrd="1" destOrd="0" parTransId="{F735801B-9FAB-42ED-99A5-EDC29AF801C4}" sibTransId="{77FE4FBD-0434-4C0E-8B91-E8F7C6CA5A47}"/>
    <dgm:cxn modelId="{520D6659-DDB2-4D7E-A496-5EFA9F5804A1}" type="presOf" srcId="{87E77106-F6E2-42DA-96C2-981247ED859F}" destId="{067F0EE2-AD8B-4E82-97B0-AF769421E850}" srcOrd="0" destOrd="0" presId="urn:microsoft.com/office/officeart/2005/8/layout/hProcess10"/>
    <dgm:cxn modelId="{1B857D97-6BC8-4246-A282-B06AAA734D76}" type="presOf" srcId="{77FE4FBD-0434-4C0E-8B91-E8F7C6CA5A47}" destId="{8B028F2B-061D-4F0C-8A24-29ADC2B74667}" srcOrd="1" destOrd="0" presId="urn:microsoft.com/office/officeart/2005/8/layout/hProcess10"/>
    <dgm:cxn modelId="{939398BB-49E4-4CB8-9578-4617C1E8E140}" type="presOf" srcId="{9A703865-A3E7-45EE-8C07-1D031BDF7DF4}" destId="{9F66FC0B-D5F8-4D4B-90AB-E6BF88868E22}" srcOrd="0" destOrd="0" presId="urn:microsoft.com/office/officeart/2005/8/layout/hProcess10"/>
    <dgm:cxn modelId="{9A9186DB-FCC1-45F5-99F7-BC9C4BD500D4}" srcId="{03F0A472-0078-440C-A13D-2A4341C94EBF}" destId="{DE750D47-03BB-4150-83C5-C76791367C6A}" srcOrd="0" destOrd="0" parTransId="{8C050180-94C1-423F-8FB0-2B99F22CBE64}" sibTransId="{9A703865-A3E7-45EE-8C07-1D031BDF7DF4}"/>
    <dgm:cxn modelId="{B77F2BEA-9F44-40EA-97BC-520FC61F639E}" type="presOf" srcId="{77FE4FBD-0434-4C0E-8B91-E8F7C6CA5A47}" destId="{FD41A4BB-3A46-4EDC-B788-45B78510ADCE}" srcOrd="0" destOrd="0" presId="urn:microsoft.com/office/officeart/2005/8/layout/hProcess10"/>
    <dgm:cxn modelId="{3279F233-C08F-4759-AA5F-8D86D8CB0569}" type="presParOf" srcId="{AD0ED202-A9A7-40D3-84DF-18AD59B1AD82}" destId="{2C676175-A07E-44FF-95C9-F7030F54815A}" srcOrd="0" destOrd="0" presId="urn:microsoft.com/office/officeart/2005/8/layout/hProcess10"/>
    <dgm:cxn modelId="{F0F0AC58-DB2A-4CB4-89BB-F9ECA8CBD1E4}" type="presParOf" srcId="{2C676175-A07E-44FF-95C9-F7030F54815A}" destId="{D29DFA01-D3F4-4ED9-B363-454C16221E43}" srcOrd="0" destOrd="0" presId="urn:microsoft.com/office/officeart/2005/8/layout/hProcess10"/>
    <dgm:cxn modelId="{B7D33FA7-E70B-4694-8137-3E10EB53EF49}" type="presParOf" srcId="{2C676175-A07E-44FF-95C9-F7030F54815A}" destId="{C8184776-F686-4818-BB65-A6A005522B8F}" srcOrd="1" destOrd="0" presId="urn:microsoft.com/office/officeart/2005/8/layout/hProcess10"/>
    <dgm:cxn modelId="{D4A32308-41CF-44EC-B9FA-AD114675BC5A}" type="presParOf" srcId="{AD0ED202-A9A7-40D3-84DF-18AD59B1AD82}" destId="{9F66FC0B-D5F8-4D4B-90AB-E6BF88868E22}" srcOrd="1" destOrd="0" presId="urn:microsoft.com/office/officeart/2005/8/layout/hProcess10"/>
    <dgm:cxn modelId="{B33734CC-CB64-41E2-90D6-3135670CE1CC}" type="presParOf" srcId="{9F66FC0B-D5F8-4D4B-90AB-E6BF88868E22}" destId="{B9896F0D-464D-4452-8E65-EBFCBA843679}" srcOrd="0" destOrd="0" presId="urn:microsoft.com/office/officeart/2005/8/layout/hProcess10"/>
    <dgm:cxn modelId="{21F31CFA-999D-4DD0-BD6A-4974BCBD7902}" type="presParOf" srcId="{AD0ED202-A9A7-40D3-84DF-18AD59B1AD82}" destId="{546F0368-3DC2-45C7-911F-E2CDA9A710D1}" srcOrd="2" destOrd="0" presId="urn:microsoft.com/office/officeart/2005/8/layout/hProcess10"/>
    <dgm:cxn modelId="{FFBD7B99-5B9D-48FD-B7B2-30B554C2F6B5}" type="presParOf" srcId="{546F0368-3DC2-45C7-911F-E2CDA9A710D1}" destId="{F0C94EF1-AEB4-40D3-8670-2D18F8B0F4D4}" srcOrd="0" destOrd="0" presId="urn:microsoft.com/office/officeart/2005/8/layout/hProcess10"/>
    <dgm:cxn modelId="{403A5DE6-04E8-4D5F-8FD6-95942D9535FC}" type="presParOf" srcId="{546F0368-3DC2-45C7-911F-E2CDA9A710D1}" destId="{6FC56D33-F993-474A-ACBC-400B49AD7DDD}" srcOrd="1" destOrd="0" presId="urn:microsoft.com/office/officeart/2005/8/layout/hProcess10"/>
    <dgm:cxn modelId="{F6DC561A-C9A9-4F6A-A642-DD3D0399C684}" type="presParOf" srcId="{AD0ED202-A9A7-40D3-84DF-18AD59B1AD82}" destId="{FD41A4BB-3A46-4EDC-B788-45B78510ADCE}" srcOrd="3" destOrd="0" presId="urn:microsoft.com/office/officeart/2005/8/layout/hProcess10"/>
    <dgm:cxn modelId="{DEA2AA94-EED1-481E-B88B-512D25351AF9}" type="presParOf" srcId="{FD41A4BB-3A46-4EDC-B788-45B78510ADCE}" destId="{8B028F2B-061D-4F0C-8A24-29ADC2B74667}" srcOrd="0" destOrd="0" presId="urn:microsoft.com/office/officeart/2005/8/layout/hProcess10"/>
    <dgm:cxn modelId="{E33A02D5-FE21-4792-8E46-E0992826CCA8}" type="presParOf" srcId="{AD0ED202-A9A7-40D3-84DF-18AD59B1AD82}" destId="{BD08EFF5-2BA6-4007-8A0D-342C63F63B0D}" srcOrd="4" destOrd="0" presId="urn:microsoft.com/office/officeart/2005/8/layout/hProcess10"/>
    <dgm:cxn modelId="{49FD376C-FB86-40B4-8E12-3F96DF63425E}" type="presParOf" srcId="{BD08EFF5-2BA6-4007-8A0D-342C63F63B0D}" destId="{0CF9CFA1-1364-4A0D-8E3D-484F505163B2}" srcOrd="0" destOrd="0" presId="urn:microsoft.com/office/officeart/2005/8/layout/hProcess10"/>
    <dgm:cxn modelId="{CA30D017-42CF-4634-86ED-3D2A6BE71A60}" type="presParOf" srcId="{BD08EFF5-2BA6-4007-8A0D-342C63F63B0D}" destId="{067F0EE2-AD8B-4E82-97B0-AF769421E850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37BB10-987C-4F6A-981E-A79610785CA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K"/>
        </a:p>
      </dgm:t>
    </dgm:pt>
    <dgm:pt modelId="{E41CBF92-333A-4D44-8505-B24B927F8006}">
      <dgm:prSet phldrT="[Text]" phldr="0"/>
      <dgm:spPr/>
      <dgm:t>
        <a:bodyPr/>
        <a:lstStyle/>
        <a:p>
          <a:r>
            <a:rPr lang="en-US" dirty="0"/>
            <a:t>3D printing magnetics</a:t>
          </a:r>
          <a:endParaRPr lang="en-DK" dirty="0"/>
        </a:p>
      </dgm:t>
    </dgm:pt>
    <dgm:pt modelId="{F4DBBA38-2827-4778-9471-1ABCAB1A883B}" type="parTrans" cxnId="{C15AE0D4-3768-4A9D-86C9-33FE1EC771B3}">
      <dgm:prSet/>
      <dgm:spPr/>
      <dgm:t>
        <a:bodyPr/>
        <a:lstStyle/>
        <a:p>
          <a:endParaRPr lang="en-DK"/>
        </a:p>
      </dgm:t>
    </dgm:pt>
    <dgm:pt modelId="{5282F87E-714D-4FB6-8516-5142D8F5333A}" type="sibTrans" cxnId="{C15AE0D4-3768-4A9D-86C9-33FE1EC771B3}">
      <dgm:prSet/>
      <dgm:spPr/>
      <dgm:t>
        <a:bodyPr/>
        <a:lstStyle/>
        <a:p>
          <a:endParaRPr lang="en-DK"/>
        </a:p>
      </dgm:t>
    </dgm:pt>
    <dgm:pt modelId="{1E5B65BE-1DAA-4A5B-8CD9-BB5BA7B4F1A8}">
      <dgm:prSet phldrT="[Text]" phldr="0"/>
      <dgm:spPr/>
      <dgm:t>
        <a:bodyPr/>
        <a:lstStyle/>
        <a:p>
          <a:r>
            <a:rPr lang="en-US" dirty="0"/>
            <a:t>Vat polymerization</a:t>
          </a:r>
          <a:endParaRPr lang="en-DK" dirty="0"/>
        </a:p>
      </dgm:t>
    </dgm:pt>
    <dgm:pt modelId="{C171412F-2B19-444E-B1DD-8BBD1EA552A6}" type="parTrans" cxnId="{7AE478A5-3BB0-49C6-9C9D-BAD4B80C7F43}">
      <dgm:prSet/>
      <dgm:spPr/>
      <dgm:t>
        <a:bodyPr/>
        <a:lstStyle/>
        <a:p>
          <a:endParaRPr lang="en-DK"/>
        </a:p>
      </dgm:t>
    </dgm:pt>
    <dgm:pt modelId="{3B419F3B-A8D1-4412-BDFC-AA2B7938C643}" type="sibTrans" cxnId="{7AE478A5-3BB0-49C6-9C9D-BAD4B80C7F43}">
      <dgm:prSet/>
      <dgm:spPr/>
      <dgm:t>
        <a:bodyPr/>
        <a:lstStyle/>
        <a:p>
          <a:endParaRPr lang="en-DK"/>
        </a:p>
      </dgm:t>
    </dgm:pt>
    <dgm:pt modelId="{33D64302-18E9-4A1A-BE52-892B6FDC69B0}">
      <dgm:prSet phldrT="[Text]" phldr="0"/>
      <dgm:spPr/>
      <dgm:t>
        <a:bodyPr/>
        <a:lstStyle/>
        <a:p>
          <a:r>
            <a:rPr lang="en-US" dirty="0"/>
            <a:t>Powder bed fusion</a:t>
          </a:r>
          <a:endParaRPr lang="en-DK" dirty="0"/>
        </a:p>
      </dgm:t>
    </dgm:pt>
    <dgm:pt modelId="{89F2F2E0-FFE6-4796-8E0B-B23AB2AAC747}" type="parTrans" cxnId="{1C28726A-A5DD-4A15-8FBF-418643FA70F6}">
      <dgm:prSet/>
      <dgm:spPr/>
      <dgm:t>
        <a:bodyPr/>
        <a:lstStyle/>
        <a:p>
          <a:endParaRPr lang="en-DK"/>
        </a:p>
      </dgm:t>
    </dgm:pt>
    <dgm:pt modelId="{577EEAA4-0F94-4152-B4AD-EA865CE46130}" type="sibTrans" cxnId="{1C28726A-A5DD-4A15-8FBF-418643FA70F6}">
      <dgm:prSet/>
      <dgm:spPr/>
      <dgm:t>
        <a:bodyPr/>
        <a:lstStyle/>
        <a:p>
          <a:endParaRPr lang="en-DK"/>
        </a:p>
      </dgm:t>
    </dgm:pt>
    <dgm:pt modelId="{C3065C6E-EBF3-410C-A327-0DB4FFB7FDA0}">
      <dgm:prSet phldrT="[Text]" phldr="0"/>
      <dgm:spPr/>
      <dgm:t>
        <a:bodyPr/>
        <a:lstStyle/>
        <a:p>
          <a:r>
            <a:rPr lang="en-US" dirty="0"/>
            <a:t>Binder jetting</a:t>
          </a:r>
          <a:endParaRPr lang="en-DK" dirty="0"/>
        </a:p>
      </dgm:t>
    </dgm:pt>
    <dgm:pt modelId="{DBBB2174-A4E8-4150-907E-2F39F0CFC60F}" type="parTrans" cxnId="{AAC96CE9-B277-4008-969F-2C98403C55B3}">
      <dgm:prSet/>
      <dgm:spPr/>
      <dgm:t>
        <a:bodyPr/>
        <a:lstStyle/>
        <a:p>
          <a:endParaRPr lang="en-DK"/>
        </a:p>
      </dgm:t>
    </dgm:pt>
    <dgm:pt modelId="{52EF3B3B-E0CF-43F7-AFAE-BF1115070164}" type="sibTrans" cxnId="{AAC96CE9-B277-4008-969F-2C98403C55B3}">
      <dgm:prSet/>
      <dgm:spPr/>
      <dgm:t>
        <a:bodyPr/>
        <a:lstStyle/>
        <a:p>
          <a:endParaRPr lang="en-DK"/>
        </a:p>
      </dgm:t>
    </dgm:pt>
    <dgm:pt modelId="{C8016469-18E8-4E2D-8F41-35462E3FC63E}">
      <dgm:prSet phldrT="[Text]" phldr="0"/>
      <dgm:spPr/>
      <dgm:t>
        <a:bodyPr/>
        <a:lstStyle/>
        <a:p>
          <a:r>
            <a:rPr lang="en-US"/>
            <a:t>Material extrusion</a:t>
          </a:r>
          <a:endParaRPr lang="en-DK" dirty="0"/>
        </a:p>
      </dgm:t>
    </dgm:pt>
    <dgm:pt modelId="{BB875F6D-D686-46F7-9407-98BE725B6115}" type="parTrans" cxnId="{0BFDC900-AE37-4D8C-801B-79594EBFC7A4}">
      <dgm:prSet/>
      <dgm:spPr/>
      <dgm:t>
        <a:bodyPr/>
        <a:lstStyle/>
        <a:p>
          <a:endParaRPr lang="en-DK"/>
        </a:p>
      </dgm:t>
    </dgm:pt>
    <dgm:pt modelId="{C3A14A51-5EF9-4AA6-854B-55CFA29B3A72}" type="sibTrans" cxnId="{0BFDC900-AE37-4D8C-801B-79594EBFC7A4}">
      <dgm:prSet/>
      <dgm:spPr/>
      <dgm:t>
        <a:bodyPr/>
        <a:lstStyle/>
        <a:p>
          <a:endParaRPr lang="en-DK"/>
        </a:p>
      </dgm:t>
    </dgm:pt>
    <dgm:pt modelId="{78C85D6D-2AC1-4230-96D3-B8F7E4AEB2EE}">
      <dgm:prSet phldrT="[Text]" phldr="0"/>
      <dgm:spPr/>
      <dgm:t>
        <a:bodyPr/>
        <a:lstStyle/>
        <a:p>
          <a:r>
            <a:rPr lang="en-US" dirty="0"/>
            <a:t>Fused deposition modeling</a:t>
          </a:r>
          <a:endParaRPr lang="en-DK" dirty="0"/>
        </a:p>
      </dgm:t>
    </dgm:pt>
    <dgm:pt modelId="{9FCA339D-A173-4534-AFD0-31069B40776F}" type="parTrans" cxnId="{8F8B633D-4A67-4B87-9CD7-E37324C06870}">
      <dgm:prSet/>
      <dgm:spPr/>
      <dgm:t>
        <a:bodyPr/>
        <a:lstStyle/>
        <a:p>
          <a:endParaRPr lang="en-DK"/>
        </a:p>
      </dgm:t>
    </dgm:pt>
    <dgm:pt modelId="{CADA303A-60E9-4D27-8DB5-A8E09303D8AB}" type="sibTrans" cxnId="{8F8B633D-4A67-4B87-9CD7-E37324C06870}">
      <dgm:prSet/>
      <dgm:spPr/>
      <dgm:t>
        <a:bodyPr/>
        <a:lstStyle/>
        <a:p>
          <a:endParaRPr lang="en-DK"/>
        </a:p>
      </dgm:t>
    </dgm:pt>
    <dgm:pt modelId="{3C45ED5A-A153-409A-8DF9-E1BF4E5B0C19}">
      <dgm:prSet phldrT="[Text]" phldr="0"/>
      <dgm:spPr/>
      <dgm:t>
        <a:bodyPr/>
        <a:lstStyle/>
        <a:p>
          <a:r>
            <a:rPr lang="en-US"/>
            <a:t>Direct ink writing</a:t>
          </a:r>
          <a:endParaRPr lang="en-DK" dirty="0"/>
        </a:p>
      </dgm:t>
    </dgm:pt>
    <dgm:pt modelId="{C724F964-4CD8-4FBA-A669-53F0C6A4DBC6}" type="parTrans" cxnId="{AA8EAB81-A251-49FF-8976-4265A5ABBCBE}">
      <dgm:prSet/>
      <dgm:spPr/>
      <dgm:t>
        <a:bodyPr/>
        <a:lstStyle/>
        <a:p>
          <a:endParaRPr lang="en-DK"/>
        </a:p>
      </dgm:t>
    </dgm:pt>
    <dgm:pt modelId="{E6159B3A-79DF-4F6A-BA79-36D86605AB2E}" type="sibTrans" cxnId="{AA8EAB81-A251-49FF-8976-4265A5ABBCBE}">
      <dgm:prSet/>
      <dgm:spPr/>
      <dgm:t>
        <a:bodyPr/>
        <a:lstStyle/>
        <a:p>
          <a:endParaRPr lang="en-DK"/>
        </a:p>
      </dgm:t>
    </dgm:pt>
    <dgm:pt modelId="{E55E1D4D-8130-4323-8972-C0D87AFE4F78}">
      <dgm:prSet phldrT="[Text]" phldr="0"/>
      <dgm:spPr/>
      <dgm:t>
        <a:bodyPr/>
        <a:lstStyle/>
        <a:p>
          <a:r>
            <a:rPr lang="en-US" dirty="0"/>
            <a:t>Fused granulate fabrication</a:t>
          </a:r>
          <a:endParaRPr lang="en-DK" dirty="0"/>
        </a:p>
      </dgm:t>
    </dgm:pt>
    <dgm:pt modelId="{6508BBE3-C649-472D-9091-EF0F0650B304}" type="parTrans" cxnId="{84865C2E-898B-4E8C-BA5A-B84635BD7FA7}">
      <dgm:prSet/>
      <dgm:spPr/>
      <dgm:t>
        <a:bodyPr/>
        <a:lstStyle/>
        <a:p>
          <a:endParaRPr lang="en-DK"/>
        </a:p>
      </dgm:t>
    </dgm:pt>
    <dgm:pt modelId="{C30A21A3-43D4-487A-9DC6-26A183EEE531}" type="sibTrans" cxnId="{84865C2E-898B-4E8C-BA5A-B84635BD7FA7}">
      <dgm:prSet/>
      <dgm:spPr/>
      <dgm:t>
        <a:bodyPr/>
        <a:lstStyle/>
        <a:p>
          <a:endParaRPr lang="en-DK"/>
        </a:p>
      </dgm:t>
    </dgm:pt>
    <dgm:pt modelId="{A4D1500D-E414-414D-80E6-41DC2AAB2F92}" type="pres">
      <dgm:prSet presAssocID="{6837BB10-987C-4F6A-981E-A79610785CA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8D71AAE-BD75-47A7-B389-2375321BA2D1}" type="pres">
      <dgm:prSet presAssocID="{E41CBF92-333A-4D44-8505-B24B927F8006}" presName="hierRoot1" presStyleCnt="0">
        <dgm:presLayoutVars>
          <dgm:hierBranch val="init"/>
        </dgm:presLayoutVars>
      </dgm:prSet>
      <dgm:spPr/>
    </dgm:pt>
    <dgm:pt modelId="{2B3BE654-C2FC-45F2-8788-1EB22233CF7D}" type="pres">
      <dgm:prSet presAssocID="{E41CBF92-333A-4D44-8505-B24B927F8006}" presName="rootComposite1" presStyleCnt="0"/>
      <dgm:spPr/>
    </dgm:pt>
    <dgm:pt modelId="{E9AD8690-5DAD-474D-84EC-3FECA88802A9}" type="pres">
      <dgm:prSet presAssocID="{E41CBF92-333A-4D44-8505-B24B927F8006}" presName="rootText1" presStyleLbl="node0" presStyleIdx="0" presStyleCnt="1">
        <dgm:presLayoutVars>
          <dgm:chPref val="3"/>
        </dgm:presLayoutVars>
      </dgm:prSet>
      <dgm:spPr/>
    </dgm:pt>
    <dgm:pt modelId="{DB0878A2-7F01-467E-8E10-E7D9210DD2D7}" type="pres">
      <dgm:prSet presAssocID="{E41CBF92-333A-4D44-8505-B24B927F8006}" presName="rootConnector1" presStyleLbl="node1" presStyleIdx="0" presStyleCnt="0"/>
      <dgm:spPr/>
    </dgm:pt>
    <dgm:pt modelId="{2E7F1226-8215-4892-A35D-03C6D532FD2A}" type="pres">
      <dgm:prSet presAssocID="{E41CBF92-333A-4D44-8505-B24B927F8006}" presName="hierChild2" presStyleCnt="0"/>
      <dgm:spPr/>
    </dgm:pt>
    <dgm:pt modelId="{0441DAFA-3E1B-49C2-9328-716F1FBB5025}" type="pres">
      <dgm:prSet presAssocID="{C171412F-2B19-444E-B1DD-8BBD1EA552A6}" presName="Name37" presStyleLbl="parChTrans1D2" presStyleIdx="0" presStyleCnt="4"/>
      <dgm:spPr/>
    </dgm:pt>
    <dgm:pt modelId="{E16D1E64-22A4-435A-8695-7C07F59DBEDF}" type="pres">
      <dgm:prSet presAssocID="{1E5B65BE-1DAA-4A5B-8CD9-BB5BA7B4F1A8}" presName="hierRoot2" presStyleCnt="0">
        <dgm:presLayoutVars>
          <dgm:hierBranch val="init"/>
        </dgm:presLayoutVars>
      </dgm:prSet>
      <dgm:spPr/>
    </dgm:pt>
    <dgm:pt modelId="{D6E6FECC-EEFF-45E2-A98C-9AAC495B5F56}" type="pres">
      <dgm:prSet presAssocID="{1E5B65BE-1DAA-4A5B-8CD9-BB5BA7B4F1A8}" presName="rootComposite" presStyleCnt="0"/>
      <dgm:spPr/>
    </dgm:pt>
    <dgm:pt modelId="{CF7D6F96-10C0-4899-B31B-605C6D515E09}" type="pres">
      <dgm:prSet presAssocID="{1E5B65BE-1DAA-4A5B-8CD9-BB5BA7B4F1A8}" presName="rootText" presStyleLbl="node2" presStyleIdx="0" presStyleCnt="4">
        <dgm:presLayoutVars>
          <dgm:chPref val="3"/>
        </dgm:presLayoutVars>
      </dgm:prSet>
      <dgm:spPr/>
    </dgm:pt>
    <dgm:pt modelId="{63ACC7F6-F842-458F-852A-593BE9396250}" type="pres">
      <dgm:prSet presAssocID="{1E5B65BE-1DAA-4A5B-8CD9-BB5BA7B4F1A8}" presName="rootConnector" presStyleLbl="node2" presStyleIdx="0" presStyleCnt="4"/>
      <dgm:spPr/>
    </dgm:pt>
    <dgm:pt modelId="{B2E3459F-5C46-48D5-8DF3-BEFEF72E0B00}" type="pres">
      <dgm:prSet presAssocID="{1E5B65BE-1DAA-4A5B-8CD9-BB5BA7B4F1A8}" presName="hierChild4" presStyleCnt="0"/>
      <dgm:spPr/>
    </dgm:pt>
    <dgm:pt modelId="{C85758E6-AE0F-4F75-90FD-BD28546012A9}" type="pres">
      <dgm:prSet presAssocID="{1E5B65BE-1DAA-4A5B-8CD9-BB5BA7B4F1A8}" presName="hierChild5" presStyleCnt="0"/>
      <dgm:spPr/>
    </dgm:pt>
    <dgm:pt modelId="{0F7BC1D3-C848-4ED8-BF31-BDF95EF3FCF5}" type="pres">
      <dgm:prSet presAssocID="{89F2F2E0-FFE6-4796-8E0B-B23AB2AAC747}" presName="Name37" presStyleLbl="parChTrans1D2" presStyleIdx="1" presStyleCnt="4"/>
      <dgm:spPr/>
    </dgm:pt>
    <dgm:pt modelId="{1B76FE1E-368A-42B4-817A-9C02F7AD74DB}" type="pres">
      <dgm:prSet presAssocID="{33D64302-18E9-4A1A-BE52-892B6FDC69B0}" presName="hierRoot2" presStyleCnt="0">
        <dgm:presLayoutVars>
          <dgm:hierBranch val="init"/>
        </dgm:presLayoutVars>
      </dgm:prSet>
      <dgm:spPr/>
    </dgm:pt>
    <dgm:pt modelId="{4AC51CAE-1685-4150-A694-945BC5459CBB}" type="pres">
      <dgm:prSet presAssocID="{33D64302-18E9-4A1A-BE52-892B6FDC69B0}" presName="rootComposite" presStyleCnt="0"/>
      <dgm:spPr/>
    </dgm:pt>
    <dgm:pt modelId="{871A6ED8-8A9A-480E-8365-20FD2D07CB7C}" type="pres">
      <dgm:prSet presAssocID="{33D64302-18E9-4A1A-BE52-892B6FDC69B0}" presName="rootText" presStyleLbl="node2" presStyleIdx="1" presStyleCnt="4">
        <dgm:presLayoutVars>
          <dgm:chPref val="3"/>
        </dgm:presLayoutVars>
      </dgm:prSet>
      <dgm:spPr/>
    </dgm:pt>
    <dgm:pt modelId="{C20E90A7-126F-44F8-898E-D37221F7BC07}" type="pres">
      <dgm:prSet presAssocID="{33D64302-18E9-4A1A-BE52-892B6FDC69B0}" presName="rootConnector" presStyleLbl="node2" presStyleIdx="1" presStyleCnt="4"/>
      <dgm:spPr/>
    </dgm:pt>
    <dgm:pt modelId="{7989F2A4-32BB-4A9B-84E0-8E5F80D16BA9}" type="pres">
      <dgm:prSet presAssocID="{33D64302-18E9-4A1A-BE52-892B6FDC69B0}" presName="hierChild4" presStyleCnt="0"/>
      <dgm:spPr/>
    </dgm:pt>
    <dgm:pt modelId="{6032EDF5-3564-42CB-BF7F-B21BBBDB03EF}" type="pres">
      <dgm:prSet presAssocID="{33D64302-18E9-4A1A-BE52-892B6FDC69B0}" presName="hierChild5" presStyleCnt="0"/>
      <dgm:spPr/>
    </dgm:pt>
    <dgm:pt modelId="{0BE42FF7-0C1F-41B1-8568-6C0D154F1289}" type="pres">
      <dgm:prSet presAssocID="{DBBB2174-A4E8-4150-907E-2F39F0CFC60F}" presName="Name37" presStyleLbl="parChTrans1D2" presStyleIdx="2" presStyleCnt="4"/>
      <dgm:spPr/>
    </dgm:pt>
    <dgm:pt modelId="{FF795480-3F0C-43DF-874F-4DE1A60681FA}" type="pres">
      <dgm:prSet presAssocID="{C3065C6E-EBF3-410C-A327-0DB4FFB7FDA0}" presName="hierRoot2" presStyleCnt="0">
        <dgm:presLayoutVars>
          <dgm:hierBranch val="init"/>
        </dgm:presLayoutVars>
      </dgm:prSet>
      <dgm:spPr/>
    </dgm:pt>
    <dgm:pt modelId="{8995986A-19A0-46C3-9B27-3ADB6CC823BB}" type="pres">
      <dgm:prSet presAssocID="{C3065C6E-EBF3-410C-A327-0DB4FFB7FDA0}" presName="rootComposite" presStyleCnt="0"/>
      <dgm:spPr/>
    </dgm:pt>
    <dgm:pt modelId="{CB1FE7C7-E636-467B-8529-FE2557051543}" type="pres">
      <dgm:prSet presAssocID="{C3065C6E-EBF3-410C-A327-0DB4FFB7FDA0}" presName="rootText" presStyleLbl="node2" presStyleIdx="2" presStyleCnt="4">
        <dgm:presLayoutVars>
          <dgm:chPref val="3"/>
        </dgm:presLayoutVars>
      </dgm:prSet>
      <dgm:spPr/>
    </dgm:pt>
    <dgm:pt modelId="{222E34FD-A162-4D07-97BF-62093F47E968}" type="pres">
      <dgm:prSet presAssocID="{C3065C6E-EBF3-410C-A327-0DB4FFB7FDA0}" presName="rootConnector" presStyleLbl="node2" presStyleIdx="2" presStyleCnt="4"/>
      <dgm:spPr/>
    </dgm:pt>
    <dgm:pt modelId="{B82E1E74-8948-4C65-B030-96BC7B5E36D7}" type="pres">
      <dgm:prSet presAssocID="{C3065C6E-EBF3-410C-A327-0DB4FFB7FDA0}" presName="hierChild4" presStyleCnt="0"/>
      <dgm:spPr/>
    </dgm:pt>
    <dgm:pt modelId="{B333FE3C-8C0D-4DE1-A2B5-1B00A7ABE366}" type="pres">
      <dgm:prSet presAssocID="{C3065C6E-EBF3-410C-A327-0DB4FFB7FDA0}" presName="hierChild5" presStyleCnt="0"/>
      <dgm:spPr/>
    </dgm:pt>
    <dgm:pt modelId="{C0C7BDF1-1283-4D53-9E7C-AC29A9FCEEC7}" type="pres">
      <dgm:prSet presAssocID="{BB875F6D-D686-46F7-9407-98BE725B6115}" presName="Name37" presStyleLbl="parChTrans1D2" presStyleIdx="3" presStyleCnt="4"/>
      <dgm:spPr/>
    </dgm:pt>
    <dgm:pt modelId="{41C302DC-6C17-4DB5-B629-7B92A83D41C0}" type="pres">
      <dgm:prSet presAssocID="{C8016469-18E8-4E2D-8F41-35462E3FC63E}" presName="hierRoot2" presStyleCnt="0">
        <dgm:presLayoutVars>
          <dgm:hierBranch val="init"/>
        </dgm:presLayoutVars>
      </dgm:prSet>
      <dgm:spPr/>
    </dgm:pt>
    <dgm:pt modelId="{63B2F2FE-191C-46A5-A67B-EF1864DD276F}" type="pres">
      <dgm:prSet presAssocID="{C8016469-18E8-4E2D-8F41-35462E3FC63E}" presName="rootComposite" presStyleCnt="0"/>
      <dgm:spPr/>
    </dgm:pt>
    <dgm:pt modelId="{17F839CA-601E-4CD0-ACD0-EB374AD36C4B}" type="pres">
      <dgm:prSet presAssocID="{C8016469-18E8-4E2D-8F41-35462E3FC63E}" presName="rootText" presStyleLbl="node2" presStyleIdx="3" presStyleCnt="4">
        <dgm:presLayoutVars>
          <dgm:chPref val="3"/>
        </dgm:presLayoutVars>
      </dgm:prSet>
      <dgm:spPr/>
    </dgm:pt>
    <dgm:pt modelId="{ADCCA7EF-0503-4F6F-8B1C-C7BD55FCEADC}" type="pres">
      <dgm:prSet presAssocID="{C8016469-18E8-4E2D-8F41-35462E3FC63E}" presName="rootConnector" presStyleLbl="node2" presStyleIdx="3" presStyleCnt="4"/>
      <dgm:spPr/>
    </dgm:pt>
    <dgm:pt modelId="{1DFA3550-DE96-4094-AB8E-E02EA385D84A}" type="pres">
      <dgm:prSet presAssocID="{C8016469-18E8-4E2D-8F41-35462E3FC63E}" presName="hierChild4" presStyleCnt="0"/>
      <dgm:spPr/>
    </dgm:pt>
    <dgm:pt modelId="{F73E0AAE-F99D-42A4-89DE-CACC9714C8C4}" type="pres">
      <dgm:prSet presAssocID="{9FCA339D-A173-4534-AFD0-31069B40776F}" presName="Name37" presStyleLbl="parChTrans1D3" presStyleIdx="0" presStyleCnt="3"/>
      <dgm:spPr/>
    </dgm:pt>
    <dgm:pt modelId="{82F5166A-2980-4114-B033-45A838B36035}" type="pres">
      <dgm:prSet presAssocID="{78C85D6D-2AC1-4230-96D3-B8F7E4AEB2EE}" presName="hierRoot2" presStyleCnt="0">
        <dgm:presLayoutVars>
          <dgm:hierBranch val="init"/>
        </dgm:presLayoutVars>
      </dgm:prSet>
      <dgm:spPr/>
    </dgm:pt>
    <dgm:pt modelId="{E0A95CF2-9E66-4CAA-BE15-F84B4AFB4855}" type="pres">
      <dgm:prSet presAssocID="{78C85D6D-2AC1-4230-96D3-B8F7E4AEB2EE}" presName="rootComposite" presStyleCnt="0"/>
      <dgm:spPr/>
    </dgm:pt>
    <dgm:pt modelId="{8D9D5234-8E0C-4A6E-AEC2-F5679278FC45}" type="pres">
      <dgm:prSet presAssocID="{78C85D6D-2AC1-4230-96D3-B8F7E4AEB2EE}" presName="rootText" presStyleLbl="node3" presStyleIdx="0" presStyleCnt="3">
        <dgm:presLayoutVars>
          <dgm:chPref val="3"/>
        </dgm:presLayoutVars>
      </dgm:prSet>
      <dgm:spPr/>
    </dgm:pt>
    <dgm:pt modelId="{240796CE-84FF-4E1C-8089-A3889560AC36}" type="pres">
      <dgm:prSet presAssocID="{78C85D6D-2AC1-4230-96D3-B8F7E4AEB2EE}" presName="rootConnector" presStyleLbl="node3" presStyleIdx="0" presStyleCnt="3"/>
      <dgm:spPr/>
    </dgm:pt>
    <dgm:pt modelId="{F54DAC1F-796B-477E-88E1-39C080BF9A36}" type="pres">
      <dgm:prSet presAssocID="{78C85D6D-2AC1-4230-96D3-B8F7E4AEB2EE}" presName="hierChild4" presStyleCnt="0"/>
      <dgm:spPr/>
    </dgm:pt>
    <dgm:pt modelId="{B5A467ED-84DC-4F60-B4AF-F8C40BB44227}" type="pres">
      <dgm:prSet presAssocID="{78C85D6D-2AC1-4230-96D3-B8F7E4AEB2EE}" presName="hierChild5" presStyleCnt="0"/>
      <dgm:spPr/>
    </dgm:pt>
    <dgm:pt modelId="{46E7579F-6DD0-400E-ADBE-E626749C776F}" type="pres">
      <dgm:prSet presAssocID="{C724F964-4CD8-4FBA-A669-53F0C6A4DBC6}" presName="Name37" presStyleLbl="parChTrans1D3" presStyleIdx="1" presStyleCnt="3"/>
      <dgm:spPr/>
    </dgm:pt>
    <dgm:pt modelId="{CC62BA39-093E-4C91-88A8-26FBDAE110B7}" type="pres">
      <dgm:prSet presAssocID="{3C45ED5A-A153-409A-8DF9-E1BF4E5B0C19}" presName="hierRoot2" presStyleCnt="0">
        <dgm:presLayoutVars>
          <dgm:hierBranch val="init"/>
        </dgm:presLayoutVars>
      </dgm:prSet>
      <dgm:spPr/>
    </dgm:pt>
    <dgm:pt modelId="{AB823C65-E98A-4ECB-8769-7AF00E335EE5}" type="pres">
      <dgm:prSet presAssocID="{3C45ED5A-A153-409A-8DF9-E1BF4E5B0C19}" presName="rootComposite" presStyleCnt="0"/>
      <dgm:spPr/>
    </dgm:pt>
    <dgm:pt modelId="{2E4C9DF0-5B10-4844-A70F-01E45CC6FABD}" type="pres">
      <dgm:prSet presAssocID="{3C45ED5A-A153-409A-8DF9-E1BF4E5B0C19}" presName="rootText" presStyleLbl="node3" presStyleIdx="1" presStyleCnt="3">
        <dgm:presLayoutVars>
          <dgm:chPref val="3"/>
        </dgm:presLayoutVars>
      </dgm:prSet>
      <dgm:spPr/>
    </dgm:pt>
    <dgm:pt modelId="{DF6C6975-83E5-4391-A4EC-0AD7C0A1FD45}" type="pres">
      <dgm:prSet presAssocID="{3C45ED5A-A153-409A-8DF9-E1BF4E5B0C19}" presName="rootConnector" presStyleLbl="node3" presStyleIdx="1" presStyleCnt="3"/>
      <dgm:spPr/>
    </dgm:pt>
    <dgm:pt modelId="{55768FFE-F474-44D2-B7EC-35FE4BE3F75C}" type="pres">
      <dgm:prSet presAssocID="{3C45ED5A-A153-409A-8DF9-E1BF4E5B0C19}" presName="hierChild4" presStyleCnt="0"/>
      <dgm:spPr/>
    </dgm:pt>
    <dgm:pt modelId="{82CC3FF0-E427-4791-87DC-BB7ED080552C}" type="pres">
      <dgm:prSet presAssocID="{3C45ED5A-A153-409A-8DF9-E1BF4E5B0C19}" presName="hierChild5" presStyleCnt="0"/>
      <dgm:spPr/>
    </dgm:pt>
    <dgm:pt modelId="{EB901FBC-406D-49A9-9299-174F089F6931}" type="pres">
      <dgm:prSet presAssocID="{6508BBE3-C649-472D-9091-EF0F0650B304}" presName="Name37" presStyleLbl="parChTrans1D3" presStyleIdx="2" presStyleCnt="3"/>
      <dgm:spPr/>
    </dgm:pt>
    <dgm:pt modelId="{115234B8-599F-431A-B238-B3103623F5A8}" type="pres">
      <dgm:prSet presAssocID="{E55E1D4D-8130-4323-8972-C0D87AFE4F78}" presName="hierRoot2" presStyleCnt="0">
        <dgm:presLayoutVars>
          <dgm:hierBranch val="init"/>
        </dgm:presLayoutVars>
      </dgm:prSet>
      <dgm:spPr/>
    </dgm:pt>
    <dgm:pt modelId="{FC5E53A2-06F9-43A8-A1CF-B955130F1022}" type="pres">
      <dgm:prSet presAssocID="{E55E1D4D-8130-4323-8972-C0D87AFE4F78}" presName="rootComposite" presStyleCnt="0"/>
      <dgm:spPr/>
    </dgm:pt>
    <dgm:pt modelId="{3D326CBC-754A-4891-8CBB-52CAE366C635}" type="pres">
      <dgm:prSet presAssocID="{E55E1D4D-8130-4323-8972-C0D87AFE4F78}" presName="rootText" presStyleLbl="node3" presStyleIdx="2" presStyleCnt="3">
        <dgm:presLayoutVars>
          <dgm:chPref val="3"/>
        </dgm:presLayoutVars>
      </dgm:prSet>
      <dgm:spPr/>
    </dgm:pt>
    <dgm:pt modelId="{1D50F4E1-4745-4061-B0E9-61CA71EF6C60}" type="pres">
      <dgm:prSet presAssocID="{E55E1D4D-8130-4323-8972-C0D87AFE4F78}" presName="rootConnector" presStyleLbl="node3" presStyleIdx="2" presStyleCnt="3"/>
      <dgm:spPr/>
    </dgm:pt>
    <dgm:pt modelId="{5566E246-E3C0-449A-BD4E-0271E6FC4315}" type="pres">
      <dgm:prSet presAssocID="{E55E1D4D-8130-4323-8972-C0D87AFE4F78}" presName="hierChild4" presStyleCnt="0"/>
      <dgm:spPr/>
    </dgm:pt>
    <dgm:pt modelId="{41AF8C94-E0D9-44CB-BDC4-1A39001D1084}" type="pres">
      <dgm:prSet presAssocID="{E55E1D4D-8130-4323-8972-C0D87AFE4F78}" presName="hierChild5" presStyleCnt="0"/>
      <dgm:spPr/>
    </dgm:pt>
    <dgm:pt modelId="{56216A17-16CC-42A6-A59B-740465FC16BA}" type="pres">
      <dgm:prSet presAssocID="{C8016469-18E8-4E2D-8F41-35462E3FC63E}" presName="hierChild5" presStyleCnt="0"/>
      <dgm:spPr/>
    </dgm:pt>
    <dgm:pt modelId="{C1F317DA-546F-4085-B913-3101495D36C2}" type="pres">
      <dgm:prSet presAssocID="{E41CBF92-333A-4D44-8505-B24B927F8006}" presName="hierChild3" presStyleCnt="0"/>
      <dgm:spPr/>
    </dgm:pt>
  </dgm:ptLst>
  <dgm:cxnLst>
    <dgm:cxn modelId="{0BFDC900-AE37-4D8C-801B-79594EBFC7A4}" srcId="{E41CBF92-333A-4D44-8505-B24B927F8006}" destId="{C8016469-18E8-4E2D-8F41-35462E3FC63E}" srcOrd="3" destOrd="0" parTransId="{BB875F6D-D686-46F7-9407-98BE725B6115}" sibTransId="{C3A14A51-5EF9-4AA6-854B-55CFA29B3A72}"/>
    <dgm:cxn modelId="{7086D805-5307-4A34-8D15-EBBAAFDA9095}" type="presOf" srcId="{3C45ED5A-A153-409A-8DF9-E1BF4E5B0C19}" destId="{DF6C6975-83E5-4391-A4EC-0AD7C0A1FD45}" srcOrd="1" destOrd="0" presId="urn:microsoft.com/office/officeart/2005/8/layout/orgChart1"/>
    <dgm:cxn modelId="{F4512221-DA0B-4F77-A05B-8B9CD5187396}" type="presOf" srcId="{BB875F6D-D686-46F7-9407-98BE725B6115}" destId="{C0C7BDF1-1283-4D53-9E7C-AC29A9FCEEC7}" srcOrd="0" destOrd="0" presId="urn:microsoft.com/office/officeart/2005/8/layout/orgChart1"/>
    <dgm:cxn modelId="{7A3D7127-1665-477B-8D94-E68E64756BD3}" type="presOf" srcId="{C8016469-18E8-4E2D-8F41-35462E3FC63E}" destId="{ADCCA7EF-0503-4F6F-8B1C-C7BD55FCEADC}" srcOrd="1" destOrd="0" presId="urn:microsoft.com/office/officeart/2005/8/layout/orgChart1"/>
    <dgm:cxn modelId="{1C75DA2A-81ED-450B-843B-45BABE2D0A24}" type="presOf" srcId="{9FCA339D-A173-4534-AFD0-31069B40776F}" destId="{F73E0AAE-F99D-42A4-89DE-CACC9714C8C4}" srcOrd="0" destOrd="0" presId="urn:microsoft.com/office/officeart/2005/8/layout/orgChart1"/>
    <dgm:cxn modelId="{84865C2E-898B-4E8C-BA5A-B84635BD7FA7}" srcId="{C8016469-18E8-4E2D-8F41-35462E3FC63E}" destId="{E55E1D4D-8130-4323-8972-C0D87AFE4F78}" srcOrd="2" destOrd="0" parTransId="{6508BBE3-C649-472D-9091-EF0F0650B304}" sibTransId="{C30A21A3-43D4-487A-9DC6-26A183EEE531}"/>
    <dgm:cxn modelId="{E1E32131-6D38-4399-BDC4-B58462580BE4}" type="presOf" srcId="{33D64302-18E9-4A1A-BE52-892B6FDC69B0}" destId="{C20E90A7-126F-44F8-898E-D37221F7BC07}" srcOrd="1" destOrd="0" presId="urn:microsoft.com/office/officeart/2005/8/layout/orgChart1"/>
    <dgm:cxn modelId="{3CAA0932-F731-419B-8282-861FBB61BAB7}" type="presOf" srcId="{89F2F2E0-FFE6-4796-8E0B-B23AB2AAC747}" destId="{0F7BC1D3-C848-4ED8-BF31-BDF95EF3FCF5}" srcOrd="0" destOrd="0" presId="urn:microsoft.com/office/officeart/2005/8/layout/orgChart1"/>
    <dgm:cxn modelId="{8F8B633D-4A67-4B87-9CD7-E37324C06870}" srcId="{C8016469-18E8-4E2D-8F41-35462E3FC63E}" destId="{78C85D6D-2AC1-4230-96D3-B8F7E4AEB2EE}" srcOrd="0" destOrd="0" parTransId="{9FCA339D-A173-4534-AFD0-31069B40776F}" sibTransId="{CADA303A-60E9-4D27-8DB5-A8E09303D8AB}"/>
    <dgm:cxn modelId="{07F5DE61-E517-4DF9-8CB4-A68EE1C8B05E}" type="presOf" srcId="{E55E1D4D-8130-4323-8972-C0D87AFE4F78}" destId="{1D50F4E1-4745-4061-B0E9-61CA71EF6C60}" srcOrd="1" destOrd="0" presId="urn:microsoft.com/office/officeart/2005/8/layout/orgChart1"/>
    <dgm:cxn modelId="{3268A269-A01D-4C4E-AFA7-2243E0A3E77F}" type="presOf" srcId="{E41CBF92-333A-4D44-8505-B24B927F8006}" destId="{E9AD8690-5DAD-474D-84EC-3FECA88802A9}" srcOrd="0" destOrd="0" presId="urn:microsoft.com/office/officeart/2005/8/layout/orgChart1"/>
    <dgm:cxn modelId="{1C28726A-A5DD-4A15-8FBF-418643FA70F6}" srcId="{E41CBF92-333A-4D44-8505-B24B927F8006}" destId="{33D64302-18E9-4A1A-BE52-892B6FDC69B0}" srcOrd="1" destOrd="0" parTransId="{89F2F2E0-FFE6-4796-8E0B-B23AB2AAC747}" sibTransId="{577EEAA4-0F94-4152-B4AD-EA865CE46130}"/>
    <dgm:cxn modelId="{C457E74A-DC7A-4E76-B328-0F39405CB337}" type="presOf" srcId="{E55E1D4D-8130-4323-8972-C0D87AFE4F78}" destId="{3D326CBC-754A-4891-8CBB-52CAE366C635}" srcOrd="0" destOrd="0" presId="urn:microsoft.com/office/officeart/2005/8/layout/orgChart1"/>
    <dgm:cxn modelId="{086ED96C-3FFE-4BF7-911F-BE45A2557DF9}" type="presOf" srcId="{1E5B65BE-1DAA-4A5B-8CD9-BB5BA7B4F1A8}" destId="{63ACC7F6-F842-458F-852A-593BE9396250}" srcOrd="1" destOrd="0" presId="urn:microsoft.com/office/officeart/2005/8/layout/orgChart1"/>
    <dgm:cxn modelId="{581BD156-391E-482D-ABCF-8258403DF031}" type="presOf" srcId="{C171412F-2B19-444E-B1DD-8BBD1EA552A6}" destId="{0441DAFA-3E1B-49C2-9328-716F1FBB5025}" srcOrd="0" destOrd="0" presId="urn:microsoft.com/office/officeart/2005/8/layout/orgChart1"/>
    <dgm:cxn modelId="{EE836C7A-F2B3-44F7-99F6-696715D7EB1B}" type="presOf" srcId="{1E5B65BE-1DAA-4A5B-8CD9-BB5BA7B4F1A8}" destId="{CF7D6F96-10C0-4899-B31B-605C6D515E09}" srcOrd="0" destOrd="0" presId="urn:microsoft.com/office/officeart/2005/8/layout/orgChart1"/>
    <dgm:cxn modelId="{AA8EAB81-A251-49FF-8976-4265A5ABBCBE}" srcId="{C8016469-18E8-4E2D-8F41-35462E3FC63E}" destId="{3C45ED5A-A153-409A-8DF9-E1BF4E5B0C19}" srcOrd="1" destOrd="0" parTransId="{C724F964-4CD8-4FBA-A669-53F0C6A4DBC6}" sibTransId="{E6159B3A-79DF-4F6A-BA79-36D86605AB2E}"/>
    <dgm:cxn modelId="{9AB7D18A-7578-4559-B971-51B80845BC7C}" type="presOf" srcId="{C8016469-18E8-4E2D-8F41-35462E3FC63E}" destId="{17F839CA-601E-4CD0-ACD0-EB374AD36C4B}" srcOrd="0" destOrd="0" presId="urn:microsoft.com/office/officeart/2005/8/layout/orgChart1"/>
    <dgm:cxn modelId="{D94CF18E-6922-4048-97C7-5422BA671F7A}" type="presOf" srcId="{33D64302-18E9-4A1A-BE52-892B6FDC69B0}" destId="{871A6ED8-8A9A-480E-8365-20FD2D07CB7C}" srcOrd="0" destOrd="0" presId="urn:microsoft.com/office/officeart/2005/8/layout/orgChart1"/>
    <dgm:cxn modelId="{490FF298-AAB2-424E-87E2-069174A1524E}" type="presOf" srcId="{78C85D6D-2AC1-4230-96D3-B8F7E4AEB2EE}" destId="{8D9D5234-8E0C-4A6E-AEC2-F5679278FC45}" srcOrd="0" destOrd="0" presId="urn:microsoft.com/office/officeart/2005/8/layout/orgChart1"/>
    <dgm:cxn modelId="{0A40D29A-D6E1-4B04-A80B-1C3013499001}" type="presOf" srcId="{C3065C6E-EBF3-410C-A327-0DB4FFB7FDA0}" destId="{222E34FD-A162-4D07-97BF-62093F47E968}" srcOrd="1" destOrd="0" presId="urn:microsoft.com/office/officeart/2005/8/layout/orgChart1"/>
    <dgm:cxn modelId="{E7CCD99A-AFC4-471C-BCED-6A03D7CF55DD}" type="presOf" srcId="{6837BB10-987C-4F6A-981E-A79610785CAB}" destId="{A4D1500D-E414-414D-80E6-41DC2AAB2F92}" srcOrd="0" destOrd="0" presId="urn:microsoft.com/office/officeart/2005/8/layout/orgChart1"/>
    <dgm:cxn modelId="{540BAB9B-B16B-4C0C-AF0B-AD8B7402F992}" type="presOf" srcId="{C3065C6E-EBF3-410C-A327-0DB4FFB7FDA0}" destId="{CB1FE7C7-E636-467B-8529-FE2557051543}" srcOrd="0" destOrd="0" presId="urn:microsoft.com/office/officeart/2005/8/layout/orgChart1"/>
    <dgm:cxn modelId="{7AE478A5-3BB0-49C6-9C9D-BAD4B80C7F43}" srcId="{E41CBF92-333A-4D44-8505-B24B927F8006}" destId="{1E5B65BE-1DAA-4A5B-8CD9-BB5BA7B4F1A8}" srcOrd="0" destOrd="0" parTransId="{C171412F-2B19-444E-B1DD-8BBD1EA552A6}" sibTransId="{3B419F3B-A8D1-4412-BDFC-AA2B7938C643}"/>
    <dgm:cxn modelId="{980E27BA-59C3-4236-96D5-43B1EBE5EB6B}" type="presOf" srcId="{6508BBE3-C649-472D-9091-EF0F0650B304}" destId="{EB901FBC-406D-49A9-9299-174F089F6931}" srcOrd="0" destOrd="0" presId="urn:microsoft.com/office/officeart/2005/8/layout/orgChart1"/>
    <dgm:cxn modelId="{DF8D19D2-3237-4F11-A32F-BA6811CCFC94}" type="presOf" srcId="{DBBB2174-A4E8-4150-907E-2F39F0CFC60F}" destId="{0BE42FF7-0C1F-41B1-8568-6C0D154F1289}" srcOrd="0" destOrd="0" presId="urn:microsoft.com/office/officeart/2005/8/layout/orgChart1"/>
    <dgm:cxn modelId="{C15AE0D4-3768-4A9D-86C9-33FE1EC771B3}" srcId="{6837BB10-987C-4F6A-981E-A79610785CAB}" destId="{E41CBF92-333A-4D44-8505-B24B927F8006}" srcOrd="0" destOrd="0" parTransId="{F4DBBA38-2827-4778-9471-1ABCAB1A883B}" sibTransId="{5282F87E-714D-4FB6-8516-5142D8F5333A}"/>
    <dgm:cxn modelId="{CFE745E7-C3DE-4FB5-A59D-53FE529D4A95}" type="presOf" srcId="{E41CBF92-333A-4D44-8505-B24B927F8006}" destId="{DB0878A2-7F01-467E-8E10-E7D9210DD2D7}" srcOrd="1" destOrd="0" presId="urn:microsoft.com/office/officeart/2005/8/layout/orgChart1"/>
    <dgm:cxn modelId="{D16FF0E8-E736-4742-80F1-E479A14E94E4}" type="presOf" srcId="{78C85D6D-2AC1-4230-96D3-B8F7E4AEB2EE}" destId="{240796CE-84FF-4E1C-8089-A3889560AC36}" srcOrd="1" destOrd="0" presId="urn:microsoft.com/office/officeart/2005/8/layout/orgChart1"/>
    <dgm:cxn modelId="{AAC96CE9-B277-4008-969F-2C98403C55B3}" srcId="{E41CBF92-333A-4D44-8505-B24B927F8006}" destId="{C3065C6E-EBF3-410C-A327-0DB4FFB7FDA0}" srcOrd="2" destOrd="0" parTransId="{DBBB2174-A4E8-4150-907E-2F39F0CFC60F}" sibTransId="{52EF3B3B-E0CF-43F7-AFAE-BF1115070164}"/>
    <dgm:cxn modelId="{08C955E9-447E-4275-A8E4-4E4B14C7CE1C}" type="presOf" srcId="{3C45ED5A-A153-409A-8DF9-E1BF4E5B0C19}" destId="{2E4C9DF0-5B10-4844-A70F-01E45CC6FABD}" srcOrd="0" destOrd="0" presId="urn:microsoft.com/office/officeart/2005/8/layout/orgChart1"/>
    <dgm:cxn modelId="{A419BEEF-2806-4460-BBB0-EEEC8060BD03}" type="presOf" srcId="{C724F964-4CD8-4FBA-A669-53F0C6A4DBC6}" destId="{46E7579F-6DD0-400E-ADBE-E626749C776F}" srcOrd="0" destOrd="0" presId="urn:microsoft.com/office/officeart/2005/8/layout/orgChart1"/>
    <dgm:cxn modelId="{89A2E0D1-E7CF-4AE6-B010-069E5324CE15}" type="presParOf" srcId="{A4D1500D-E414-414D-80E6-41DC2AAB2F92}" destId="{58D71AAE-BD75-47A7-B389-2375321BA2D1}" srcOrd="0" destOrd="0" presId="urn:microsoft.com/office/officeart/2005/8/layout/orgChart1"/>
    <dgm:cxn modelId="{D3F6AFB6-D5D4-4985-A84C-262029A1862B}" type="presParOf" srcId="{58D71AAE-BD75-47A7-B389-2375321BA2D1}" destId="{2B3BE654-C2FC-45F2-8788-1EB22233CF7D}" srcOrd="0" destOrd="0" presId="urn:microsoft.com/office/officeart/2005/8/layout/orgChart1"/>
    <dgm:cxn modelId="{1885EFA5-E043-428C-99A8-3630D706172D}" type="presParOf" srcId="{2B3BE654-C2FC-45F2-8788-1EB22233CF7D}" destId="{E9AD8690-5DAD-474D-84EC-3FECA88802A9}" srcOrd="0" destOrd="0" presId="urn:microsoft.com/office/officeart/2005/8/layout/orgChart1"/>
    <dgm:cxn modelId="{3D9516F0-D18A-4D36-BFC6-6455F9E9CA99}" type="presParOf" srcId="{2B3BE654-C2FC-45F2-8788-1EB22233CF7D}" destId="{DB0878A2-7F01-467E-8E10-E7D9210DD2D7}" srcOrd="1" destOrd="0" presId="urn:microsoft.com/office/officeart/2005/8/layout/orgChart1"/>
    <dgm:cxn modelId="{6F244C87-11C3-4E7B-AC1D-BC53B089A426}" type="presParOf" srcId="{58D71AAE-BD75-47A7-B389-2375321BA2D1}" destId="{2E7F1226-8215-4892-A35D-03C6D532FD2A}" srcOrd="1" destOrd="0" presId="urn:microsoft.com/office/officeart/2005/8/layout/orgChart1"/>
    <dgm:cxn modelId="{AE80AD5B-E594-4C8F-B462-367CA35A1F28}" type="presParOf" srcId="{2E7F1226-8215-4892-A35D-03C6D532FD2A}" destId="{0441DAFA-3E1B-49C2-9328-716F1FBB5025}" srcOrd="0" destOrd="0" presId="urn:microsoft.com/office/officeart/2005/8/layout/orgChart1"/>
    <dgm:cxn modelId="{1115EC85-6B0D-49AD-8AF2-7078471477E9}" type="presParOf" srcId="{2E7F1226-8215-4892-A35D-03C6D532FD2A}" destId="{E16D1E64-22A4-435A-8695-7C07F59DBEDF}" srcOrd="1" destOrd="0" presId="urn:microsoft.com/office/officeart/2005/8/layout/orgChart1"/>
    <dgm:cxn modelId="{8EC75438-F971-4D80-97A5-AEC23586ADCB}" type="presParOf" srcId="{E16D1E64-22A4-435A-8695-7C07F59DBEDF}" destId="{D6E6FECC-EEFF-45E2-A98C-9AAC495B5F56}" srcOrd="0" destOrd="0" presId="urn:microsoft.com/office/officeart/2005/8/layout/orgChart1"/>
    <dgm:cxn modelId="{09FB1F48-E789-4FD9-8254-648BBB07F1BE}" type="presParOf" srcId="{D6E6FECC-EEFF-45E2-A98C-9AAC495B5F56}" destId="{CF7D6F96-10C0-4899-B31B-605C6D515E09}" srcOrd="0" destOrd="0" presId="urn:microsoft.com/office/officeart/2005/8/layout/orgChart1"/>
    <dgm:cxn modelId="{D0ABDD7F-F77B-4ADF-9246-94F783B628FC}" type="presParOf" srcId="{D6E6FECC-EEFF-45E2-A98C-9AAC495B5F56}" destId="{63ACC7F6-F842-458F-852A-593BE9396250}" srcOrd="1" destOrd="0" presId="urn:microsoft.com/office/officeart/2005/8/layout/orgChart1"/>
    <dgm:cxn modelId="{9F84A082-CCAE-45E9-96D2-6D12F9686135}" type="presParOf" srcId="{E16D1E64-22A4-435A-8695-7C07F59DBEDF}" destId="{B2E3459F-5C46-48D5-8DF3-BEFEF72E0B00}" srcOrd="1" destOrd="0" presId="urn:microsoft.com/office/officeart/2005/8/layout/orgChart1"/>
    <dgm:cxn modelId="{0D2FDAA8-C948-4985-9114-44673E734245}" type="presParOf" srcId="{E16D1E64-22A4-435A-8695-7C07F59DBEDF}" destId="{C85758E6-AE0F-4F75-90FD-BD28546012A9}" srcOrd="2" destOrd="0" presId="urn:microsoft.com/office/officeart/2005/8/layout/orgChart1"/>
    <dgm:cxn modelId="{793B097F-27D7-4E83-97A3-56EF1ABBECC4}" type="presParOf" srcId="{2E7F1226-8215-4892-A35D-03C6D532FD2A}" destId="{0F7BC1D3-C848-4ED8-BF31-BDF95EF3FCF5}" srcOrd="2" destOrd="0" presId="urn:microsoft.com/office/officeart/2005/8/layout/orgChart1"/>
    <dgm:cxn modelId="{171C9156-BAD9-4F32-A2B8-AB5F0B7229BC}" type="presParOf" srcId="{2E7F1226-8215-4892-A35D-03C6D532FD2A}" destId="{1B76FE1E-368A-42B4-817A-9C02F7AD74DB}" srcOrd="3" destOrd="0" presId="urn:microsoft.com/office/officeart/2005/8/layout/orgChart1"/>
    <dgm:cxn modelId="{386DD91D-0E00-407C-ADC4-2DADF1967FC9}" type="presParOf" srcId="{1B76FE1E-368A-42B4-817A-9C02F7AD74DB}" destId="{4AC51CAE-1685-4150-A694-945BC5459CBB}" srcOrd="0" destOrd="0" presId="urn:microsoft.com/office/officeart/2005/8/layout/orgChart1"/>
    <dgm:cxn modelId="{A892E2C8-50F9-4375-9A8A-8A9A7F9421D8}" type="presParOf" srcId="{4AC51CAE-1685-4150-A694-945BC5459CBB}" destId="{871A6ED8-8A9A-480E-8365-20FD2D07CB7C}" srcOrd="0" destOrd="0" presId="urn:microsoft.com/office/officeart/2005/8/layout/orgChart1"/>
    <dgm:cxn modelId="{D3FB02B8-CB5C-4806-BC01-6CF47F0316FB}" type="presParOf" srcId="{4AC51CAE-1685-4150-A694-945BC5459CBB}" destId="{C20E90A7-126F-44F8-898E-D37221F7BC07}" srcOrd="1" destOrd="0" presId="urn:microsoft.com/office/officeart/2005/8/layout/orgChart1"/>
    <dgm:cxn modelId="{D85F10AD-8A84-4C64-BE97-A1120BD12042}" type="presParOf" srcId="{1B76FE1E-368A-42B4-817A-9C02F7AD74DB}" destId="{7989F2A4-32BB-4A9B-84E0-8E5F80D16BA9}" srcOrd="1" destOrd="0" presId="urn:microsoft.com/office/officeart/2005/8/layout/orgChart1"/>
    <dgm:cxn modelId="{B378B7FE-9F40-41C5-9131-2DFA40E885AE}" type="presParOf" srcId="{1B76FE1E-368A-42B4-817A-9C02F7AD74DB}" destId="{6032EDF5-3564-42CB-BF7F-B21BBBDB03EF}" srcOrd="2" destOrd="0" presId="urn:microsoft.com/office/officeart/2005/8/layout/orgChart1"/>
    <dgm:cxn modelId="{C5B87B15-8144-4C2A-970E-85C1BCC79851}" type="presParOf" srcId="{2E7F1226-8215-4892-A35D-03C6D532FD2A}" destId="{0BE42FF7-0C1F-41B1-8568-6C0D154F1289}" srcOrd="4" destOrd="0" presId="urn:microsoft.com/office/officeart/2005/8/layout/orgChart1"/>
    <dgm:cxn modelId="{7467CE5A-2794-4730-BCBA-73984C1E9298}" type="presParOf" srcId="{2E7F1226-8215-4892-A35D-03C6D532FD2A}" destId="{FF795480-3F0C-43DF-874F-4DE1A60681FA}" srcOrd="5" destOrd="0" presId="urn:microsoft.com/office/officeart/2005/8/layout/orgChart1"/>
    <dgm:cxn modelId="{3C6E287E-7872-4DEA-BBF0-19D8860A9FD5}" type="presParOf" srcId="{FF795480-3F0C-43DF-874F-4DE1A60681FA}" destId="{8995986A-19A0-46C3-9B27-3ADB6CC823BB}" srcOrd="0" destOrd="0" presId="urn:microsoft.com/office/officeart/2005/8/layout/orgChart1"/>
    <dgm:cxn modelId="{3967E0B2-FCF7-4A37-998F-148DFE8DBD72}" type="presParOf" srcId="{8995986A-19A0-46C3-9B27-3ADB6CC823BB}" destId="{CB1FE7C7-E636-467B-8529-FE2557051543}" srcOrd="0" destOrd="0" presId="urn:microsoft.com/office/officeart/2005/8/layout/orgChart1"/>
    <dgm:cxn modelId="{37BFD686-3043-450A-8930-EA32E2A634AC}" type="presParOf" srcId="{8995986A-19A0-46C3-9B27-3ADB6CC823BB}" destId="{222E34FD-A162-4D07-97BF-62093F47E968}" srcOrd="1" destOrd="0" presId="urn:microsoft.com/office/officeart/2005/8/layout/orgChart1"/>
    <dgm:cxn modelId="{3D8096DC-F9C2-49ED-AB60-15E3A016338C}" type="presParOf" srcId="{FF795480-3F0C-43DF-874F-4DE1A60681FA}" destId="{B82E1E74-8948-4C65-B030-96BC7B5E36D7}" srcOrd="1" destOrd="0" presId="urn:microsoft.com/office/officeart/2005/8/layout/orgChart1"/>
    <dgm:cxn modelId="{A03C553C-50B2-4ED5-88D5-C31583912128}" type="presParOf" srcId="{FF795480-3F0C-43DF-874F-4DE1A60681FA}" destId="{B333FE3C-8C0D-4DE1-A2B5-1B00A7ABE366}" srcOrd="2" destOrd="0" presId="urn:microsoft.com/office/officeart/2005/8/layout/orgChart1"/>
    <dgm:cxn modelId="{DFFCD06A-3094-4BF3-8D14-F9C17E7AA422}" type="presParOf" srcId="{2E7F1226-8215-4892-A35D-03C6D532FD2A}" destId="{C0C7BDF1-1283-4D53-9E7C-AC29A9FCEEC7}" srcOrd="6" destOrd="0" presId="urn:microsoft.com/office/officeart/2005/8/layout/orgChart1"/>
    <dgm:cxn modelId="{389EEC7C-DE4E-4475-93D7-FE9F0BA71B0C}" type="presParOf" srcId="{2E7F1226-8215-4892-A35D-03C6D532FD2A}" destId="{41C302DC-6C17-4DB5-B629-7B92A83D41C0}" srcOrd="7" destOrd="0" presId="urn:microsoft.com/office/officeart/2005/8/layout/orgChart1"/>
    <dgm:cxn modelId="{AA243268-6ACD-4FB6-B050-9FBFB8FD8DBD}" type="presParOf" srcId="{41C302DC-6C17-4DB5-B629-7B92A83D41C0}" destId="{63B2F2FE-191C-46A5-A67B-EF1864DD276F}" srcOrd="0" destOrd="0" presId="urn:microsoft.com/office/officeart/2005/8/layout/orgChart1"/>
    <dgm:cxn modelId="{5E01284C-12C6-436B-9970-DD88C7E05192}" type="presParOf" srcId="{63B2F2FE-191C-46A5-A67B-EF1864DD276F}" destId="{17F839CA-601E-4CD0-ACD0-EB374AD36C4B}" srcOrd="0" destOrd="0" presId="urn:microsoft.com/office/officeart/2005/8/layout/orgChart1"/>
    <dgm:cxn modelId="{98BCCA75-981D-4F98-83C0-2954845005CC}" type="presParOf" srcId="{63B2F2FE-191C-46A5-A67B-EF1864DD276F}" destId="{ADCCA7EF-0503-4F6F-8B1C-C7BD55FCEADC}" srcOrd="1" destOrd="0" presId="urn:microsoft.com/office/officeart/2005/8/layout/orgChart1"/>
    <dgm:cxn modelId="{E38BE6A3-8ED8-4C3D-8854-4C9BB231E73B}" type="presParOf" srcId="{41C302DC-6C17-4DB5-B629-7B92A83D41C0}" destId="{1DFA3550-DE96-4094-AB8E-E02EA385D84A}" srcOrd="1" destOrd="0" presId="urn:microsoft.com/office/officeart/2005/8/layout/orgChart1"/>
    <dgm:cxn modelId="{2310481B-AD7D-4CA7-9AE1-8F0CD84D75C2}" type="presParOf" srcId="{1DFA3550-DE96-4094-AB8E-E02EA385D84A}" destId="{F73E0AAE-F99D-42A4-89DE-CACC9714C8C4}" srcOrd="0" destOrd="0" presId="urn:microsoft.com/office/officeart/2005/8/layout/orgChart1"/>
    <dgm:cxn modelId="{82DB1A6F-5A73-4EC1-ABCC-F691D3BD24C5}" type="presParOf" srcId="{1DFA3550-DE96-4094-AB8E-E02EA385D84A}" destId="{82F5166A-2980-4114-B033-45A838B36035}" srcOrd="1" destOrd="0" presId="urn:microsoft.com/office/officeart/2005/8/layout/orgChart1"/>
    <dgm:cxn modelId="{C02FD34C-B358-4066-B569-69E014ABA431}" type="presParOf" srcId="{82F5166A-2980-4114-B033-45A838B36035}" destId="{E0A95CF2-9E66-4CAA-BE15-F84B4AFB4855}" srcOrd="0" destOrd="0" presId="urn:microsoft.com/office/officeart/2005/8/layout/orgChart1"/>
    <dgm:cxn modelId="{CD7EB8AF-8BCC-429A-BC3B-7FF59AF1989E}" type="presParOf" srcId="{E0A95CF2-9E66-4CAA-BE15-F84B4AFB4855}" destId="{8D9D5234-8E0C-4A6E-AEC2-F5679278FC45}" srcOrd="0" destOrd="0" presId="urn:microsoft.com/office/officeart/2005/8/layout/orgChart1"/>
    <dgm:cxn modelId="{321F5A8F-B07B-429F-9B5B-D24C6535C5AF}" type="presParOf" srcId="{E0A95CF2-9E66-4CAA-BE15-F84B4AFB4855}" destId="{240796CE-84FF-4E1C-8089-A3889560AC36}" srcOrd="1" destOrd="0" presId="urn:microsoft.com/office/officeart/2005/8/layout/orgChart1"/>
    <dgm:cxn modelId="{D983F770-B60A-4D55-8F54-08C171486D33}" type="presParOf" srcId="{82F5166A-2980-4114-B033-45A838B36035}" destId="{F54DAC1F-796B-477E-88E1-39C080BF9A36}" srcOrd="1" destOrd="0" presId="urn:microsoft.com/office/officeart/2005/8/layout/orgChart1"/>
    <dgm:cxn modelId="{E5BFA486-98DC-4835-B051-C260F7E40860}" type="presParOf" srcId="{82F5166A-2980-4114-B033-45A838B36035}" destId="{B5A467ED-84DC-4F60-B4AF-F8C40BB44227}" srcOrd="2" destOrd="0" presId="urn:microsoft.com/office/officeart/2005/8/layout/orgChart1"/>
    <dgm:cxn modelId="{EEB03909-1BC2-4556-93F6-553A2CFDA6D5}" type="presParOf" srcId="{1DFA3550-DE96-4094-AB8E-E02EA385D84A}" destId="{46E7579F-6DD0-400E-ADBE-E626749C776F}" srcOrd="2" destOrd="0" presId="urn:microsoft.com/office/officeart/2005/8/layout/orgChart1"/>
    <dgm:cxn modelId="{6AFB04E5-251C-4D83-9AA6-1E1FD7D117FB}" type="presParOf" srcId="{1DFA3550-DE96-4094-AB8E-E02EA385D84A}" destId="{CC62BA39-093E-4C91-88A8-26FBDAE110B7}" srcOrd="3" destOrd="0" presId="urn:microsoft.com/office/officeart/2005/8/layout/orgChart1"/>
    <dgm:cxn modelId="{01D0E5E6-BDA4-486B-8A9B-A485E7240B91}" type="presParOf" srcId="{CC62BA39-093E-4C91-88A8-26FBDAE110B7}" destId="{AB823C65-E98A-4ECB-8769-7AF00E335EE5}" srcOrd="0" destOrd="0" presId="urn:microsoft.com/office/officeart/2005/8/layout/orgChart1"/>
    <dgm:cxn modelId="{383A8ED7-1CB9-4DD4-96D8-55D7D8084E44}" type="presParOf" srcId="{AB823C65-E98A-4ECB-8769-7AF00E335EE5}" destId="{2E4C9DF0-5B10-4844-A70F-01E45CC6FABD}" srcOrd="0" destOrd="0" presId="urn:microsoft.com/office/officeart/2005/8/layout/orgChart1"/>
    <dgm:cxn modelId="{396AF58E-5EED-4C97-9C3F-9D3BB45CB52D}" type="presParOf" srcId="{AB823C65-E98A-4ECB-8769-7AF00E335EE5}" destId="{DF6C6975-83E5-4391-A4EC-0AD7C0A1FD45}" srcOrd="1" destOrd="0" presId="urn:microsoft.com/office/officeart/2005/8/layout/orgChart1"/>
    <dgm:cxn modelId="{9F9FEE99-A57E-45CD-BBAB-F3532C18F60F}" type="presParOf" srcId="{CC62BA39-093E-4C91-88A8-26FBDAE110B7}" destId="{55768FFE-F474-44D2-B7EC-35FE4BE3F75C}" srcOrd="1" destOrd="0" presId="urn:microsoft.com/office/officeart/2005/8/layout/orgChart1"/>
    <dgm:cxn modelId="{47123983-0873-498D-8747-12BBC4C8EC57}" type="presParOf" srcId="{CC62BA39-093E-4C91-88A8-26FBDAE110B7}" destId="{82CC3FF0-E427-4791-87DC-BB7ED080552C}" srcOrd="2" destOrd="0" presId="urn:microsoft.com/office/officeart/2005/8/layout/orgChart1"/>
    <dgm:cxn modelId="{EB995FEE-6F7D-4B64-B6E5-F77D74011F5F}" type="presParOf" srcId="{1DFA3550-DE96-4094-AB8E-E02EA385D84A}" destId="{EB901FBC-406D-49A9-9299-174F089F6931}" srcOrd="4" destOrd="0" presId="urn:microsoft.com/office/officeart/2005/8/layout/orgChart1"/>
    <dgm:cxn modelId="{6FD6EFFA-0880-4CB6-BEB0-DEB505C03B5C}" type="presParOf" srcId="{1DFA3550-DE96-4094-AB8E-E02EA385D84A}" destId="{115234B8-599F-431A-B238-B3103623F5A8}" srcOrd="5" destOrd="0" presId="urn:microsoft.com/office/officeart/2005/8/layout/orgChart1"/>
    <dgm:cxn modelId="{7A557402-4BB3-4BC7-A58F-1F92EAF61A68}" type="presParOf" srcId="{115234B8-599F-431A-B238-B3103623F5A8}" destId="{FC5E53A2-06F9-43A8-A1CF-B955130F1022}" srcOrd="0" destOrd="0" presId="urn:microsoft.com/office/officeart/2005/8/layout/orgChart1"/>
    <dgm:cxn modelId="{7C67121B-B9EC-4839-A2A5-13CA22641B9B}" type="presParOf" srcId="{FC5E53A2-06F9-43A8-A1CF-B955130F1022}" destId="{3D326CBC-754A-4891-8CBB-52CAE366C635}" srcOrd="0" destOrd="0" presId="urn:microsoft.com/office/officeart/2005/8/layout/orgChart1"/>
    <dgm:cxn modelId="{52AB9157-A161-4EC5-AB50-94DB1E7CD06B}" type="presParOf" srcId="{FC5E53A2-06F9-43A8-A1CF-B955130F1022}" destId="{1D50F4E1-4745-4061-B0E9-61CA71EF6C60}" srcOrd="1" destOrd="0" presId="urn:microsoft.com/office/officeart/2005/8/layout/orgChart1"/>
    <dgm:cxn modelId="{A82375A9-A0E9-4E15-93EF-C6022B71DA2D}" type="presParOf" srcId="{115234B8-599F-431A-B238-B3103623F5A8}" destId="{5566E246-E3C0-449A-BD4E-0271E6FC4315}" srcOrd="1" destOrd="0" presId="urn:microsoft.com/office/officeart/2005/8/layout/orgChart1"/>
    <dgm:cxn modelId="{0C3DE95C-1CBD-4AF5-92CA-730EFBE0C878}" type="presParOf" srcId="{115234B8-599F-431A-B238-B3103623F5A8}" destId="{41AF8C94-E0D9-44CB-BDC4-1A39001D1084}" srcOrd="2" destOrd="0" presId="urn:microsoft.com/office/officeart/2005/8/layout/orgChart1"/>
    <dgm:cxn modelId="{34716CD1-18DD-4019-8C0E-7CBDE94A7A30}" type="presParOf" srcId="{41C302DC-6C17-4DB5-B629-7B92A83D41C0}" destId="{56216A17-16CC-42A6-A59B-740465FC16BA}" srcOrd="2" destOrd="0" presId="urn:microsoft.com/office/officeart/2005/8/layout/orgChart1"/>
    <dgm:cxn modelId="{F7ED3652-E7D0-4791-8EC2-7ADFFD6CD12D}" type="presParOf" srcId="{58D71AAE-BD75-47A7-B389-2375321BA2D1}" destId="{C1F317DA-546F-4085-B913-3101495D36C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37BB10-987C-4F6A-981E-A79610785CA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K"/>
        </a:p>
      </dgm:t>
    </dgm:pt>
    <dgm:pt modelId="{E41CBF92-333A-4D44-8505-B24B927F8006}">
      <dgm:prSet phldrT="[Text]" phldr="0"/>
      <dgm:spPr/>
      <dgm:t>
        <a:bodyPr/>
        <a:lstStyle/>
        <a:p>
          <a:r>
            <a:rPr lang="en-US" dirty="0"/>
            <a:t>3D printing magnetics</a:t>
          </a:r>
          <a:endParaRPr lang="en-DK" dirty="0"/>
        </a:p>
      </dgm:t>
    </dgm:pt>
    <dgm:pt modelId="{F4DBBA38-2827-4778-9471-1ABCAB1A883B}" type="parTrans" cxnId="{C15AE0D4-3768-4A9D-86C9-33FE1EC771B3}">
      <dgm:prSet/>
      <dgm:spPr/>
      <dgm:t>
        <a:bodyPr/>
        <a:lstStyle/>
        <a:p>
          <a:endParaRPr lang="en-DK"/>
        </a:p>
      </dgm:t>
    </dgm:pt>
    <dgm:pt modelId="{5282F87E-714D-4FB6-8516-5142D8F5333A}" type="sibTrans" cxnId="{C15AE0D4-3768-4A9D-86C9-33FE1EC771B3}">
      <dgm:prSet/>
      <dgm:spPr/>
      <dgm:t>
        <a:bodyPr/>
        <a:lstStyle/>
        <a:p>
          <a:endParaRPr lang="en-DK"/>
        </a:p>
      </dgm:t>
    </dgm:pt>
    <dgm:pt modelId="{1E5B65BE-1DAA-4A5B-8CD9-BB5BA7B4F1A8}">
      <dgm:prSet phldrT="[Text]" phldr="0"/>
      <dgm:spPr/>
      <dgm:t>
        <a:bodyPr/>
        <a:lstStyle/>
        <a:p>
          <a:r>
            <a:rPr lang="en-US" dirty="0"/>
            <a:t>Vat polymerization</a:t>
          </a:r>
          <a:endParaRPr lang="en-DK" dirty="0"/>
        </a:p>
      </dgm:t>
    </dgm:pt>
    <dgm:pt modelId="{C171412F-2B19-444E-B1DD-8BBD1EA552A6}" type="parTrans" cxnId="{7AE478A5-3BB0-49C6-9C9D-BAD4B80C7F43}">
      <dgm:prSet/>
      <dgm:spPr/>
      <dgm:t>
        <a:bodyPr/>
        <a:lstStyle/>
        <a:p>
          <a:endParaRPr lang="en-DK"/>
        </a:p>
      </dgm:t>
    </dgm:pt>
    <dgm:pt modelId="{3B419F3B-A8D1-4412-BDFC-AA2B7938C643}" type="sibTrans" cxnId="{7AE478A5-3BB0-49C6-9C9D-BAD4B80C7F43}">
      <dgm:prSet/>
      <dgm:spPr/>
      <dgm:t>
        <a:bodyPr/>
        <a:lstStyle/>
        <a:p>
          <a:endParaRPr lang="en-DK"/>
        </a:p>
      </dgm:t>
    </dgm:pt>
    <dgm:pt modelId="{33D64302-18E9-4A1A-BE52-892B6FDC69B0}">
      <dgm:prSet phldrT="[Text]" phldr="0"/>
      <dgm:spPr/>
      <dgm:t>
        <a:bodyPr/>
        <a:lstStyle/>
        <a:p>
          <a:r>
            <a:rPr lang="en-US" dirty="0"/>
            <a:t>Powder bed fusion</a:t>
          </a:r>
          <a:endParaRPr lang="en-DK" dirty="0"/>
        </a:p>
      </dgm:t>
    </dgm:pt>
    <dgm:pt modelId="{89F2F2E0-FFE6-4796-8E0B-B23AB2AAC747}" type="parTrans" cxnId="{1C28726A-A5DD-4A15-8FBF-418643FA70F6}">
      <dgm:prSet/>
      <dgm:spPr/>
      <dgm:t>
        <a:bodyPr/>
        <a:lstStyle/>
        <a:p>
          <a:endParaRPr lang="en-DK"/>
        </a:p>
      </dgm:t>
    </dgm:pt>
    <dgm:pt modelId="{577EEAA4-0F94-4152-B4AD-EA865CE46130}" type="sibTrans" cxnId="{1C28726A-A5DD-4A15-8FBF-418643FA70F6}">
      <dgm:prSet/>
      <dgm:spPr/>
      <dgm:t>
        <a:bodyPr/>
        <a:lstStyle/>
        <a:p>
          <a:endParaRPr lang="en-DK"/>
        </a:p>
      </dgm:t>
    </dgm:pt>
    <dgm:pt modelId="{C3065C6E-EBF3-410C-A327-0DB4FFB7FDA0}">
      <dgm:prSet phldrT="[Text]" phldr="0"/>
      <dgm:spPr/>
      <dgm:t>
        <a:bodyPr/>
        <a:lstStyle/>
        <a:p>
          <a:r>
            <a:rPr lang="en-US" dirty="0"/>
            <a:t>Binder jetting</a:t>
          </a:r>
          <a:endParaRPr lang="en-DK" dirty="0"/>
        </a:p>
      </dgm:t>
    </dgm:pt>
    <dgm:pt modelId="{DBBB2174-A4E8-4150-907E-2F39F0CFC60F}" type="parTrans" cxnId="{AAC96CE9-B277-4008-969F-2C98403C55B3}">
      <dgm:prSet/>
      <dgm:spPr/>
      <dgm:t>
        <a:bodyPr/>
        <a:lstStyle/>
        <a:p>
          <a:endParaRPr lang="en-DK"/>
        </a:p>
      </dgm:t>
    </dgm:pt>
    <dgm:pt modelId="{52EF3B3B-E0CF-43F7-AFAE-BF1115070164}" type="sibTrans" cxnId="{AAC96CE9-B277-4008-969F-2C98403C55B3}">
      <dgm:prSet/>
      <dgm:spPr/>
      <dgm:t>
        <a:bodyPr/>
        <a:lstStyle/>
        <a:p>
          <a:endParaRPr lang="en-DK"/>
        </a:p>
      </dgm:t>
    </dgm:pt>
    <dgm:pt modelId="{C8016469-18E8-4E2D-8F41-35462E3FC63E}">
      <dgm:prSet phldrT="[Text]" phldr="0"/>
      <dgm:spPr/>
      <dgm:t>
        <a:bodyPr/>
        <a:lstStyle/>
        <a:p>
          <a:r>
            <a:rPr lang="en-US"/>
            <a:t>Material extrusion</a:t>
          </a:r>
          <a:endParaRPr lang="en-DK" dirty="0"/>
        </a:p>
      </dgm:t>
    </dgm:pt>
    <dgm:pt modelId="{BB875F6D-D686-46F7-9407-98BE725B6115}" type="parTrans" cxnId="{0BFDC900-AE37-4D8C-801B-79594EBFC7A4}">
      <dgm:prSet/>
      <dgm:spPr/>
      <dgm:t>
        <a:bodyPr/>
        <a:lstStyle/>
        <a:p>
          <a:endParaRPr lang="en-DK"/>
        </a:p>
      </dgm:t>
    </dgm:pt>
    <dgm:pt modelId="{C3A14A51-5EF9-4AA6-854B-55CFA29B3A72}" type="sibTrans" cxnId="{0BFDC900-AE37-4D8C-801B-79594EBFC7A4}">
      <dgm:prSet/>
      <dgm:spPr/>
      <dgm:t>
        <a:bodyPr/>
        <a:lstStyle/>
        <a:p>
          <a:endParaRPr lang="en-DK"/>
        </a:p>
      </dgm:t>
    </dgm:pt>
    <dgm:pt modelId="{78C85D6D-2AC1-4230-96D3-B8F7E4AEB2EE}">
      <dgm:prSet phldrT="[Text]" phldr="0"/>
      <dgm:spPr/>
      <dgm:t>
        <a:bodyPr/>
        <a:lstStyle/>
        <a:p>
          <a:r>
            <a:rPr lang="en-US" dirty="0"/>
            <a:t>Fused deposition modeling</a:t>
          </a:r>
          <a:endParaRPr lang="en-DK" dirty="0"/>
        </a:p>
      </dgm:t>
    </dgm:pt>
    <dgm:pt modelId="{9FCA339D-A173-4534-AFD0-31069B40776F}" type="parTrans" cxnId="{8F8B633D-4A67-4B87-9CD7-E37324C06870}">
      <dgm:prSet/>
      <dgm:spPr/>
      <dgm:t>
        <a:bodyPr/>
        <a:lstStyle/>
        <a:p>
          <a:endParaRPr lang="en-DK"/>
        </a:p>
      </dgm:t>
    </dgm:pt>
    <dgm:pt modelId="{CADA303A-60E9-4D27-8DB5-A8E09303D8AB}" type="sibTrans" cxnId="{8F8B633D-4A67-4B87-9CD7-E37324C06870}">
      <dgm:prSet/>
      <dgm:spPr/>
      <dgm:t>
        <a:bodyPr/>
        <a:lstStyle/>
        <a:p>
          <a:endParaRPr lang="en-DK"/>
        </a:p>
      </dgm:t>
    </dgm:pt>
    <dgm:pt modelId="{3C45ED5A-A153-409A-8DF9-E1BF4E5B0C19}">
      <dgm:prSet phldrT="[Text]" phldr="0"/>
      <dgm:spPr/>
      <dgm:t>
        <a:bodyPr/>
        <a:lstStyle/>
        <a:p>
          <a:r>
            <a:rPr lang="en-US"/>
            <a:t>Direct ink writing</a:t>
          </a:r>
          <a:endParaRPr lang="en-DK" dirty="0"/>
        </a:p>
      </dgm:t>
    </dgm:pt>
    <dgm:pt modelId="{C724F964-4CD8-4FBA-A669-53F0C6A4DBC6}" type="parTrans" cxnId="{AA8EAB81-A251-49FF-8976-4265A5ABBCBE}">
      <dgm:prSet/>
      <dgm:spPr/>
      <dgm:t>
        <a:bodyPr/>
        <a:lstStyle/>
        <a:p>
          <a:endParaRPr lang="en-DK"/>
        </a:p>
      </dgm:t>
    </dgm:pt>
    <dgm:pt modelId="{E6159B3A-79DF-4F6A-BA79-36D86605AB2E}" type="sibTrans" cxnId="{AA8EAB81-A251-49FF-8976-4265A5ABBCBE}">
      <dgm:prSet/>
      <dgm:spPr/>
      <dgm:t>
        <a:bodyPr/>
        <a:lstStyle/>
        <a:p>
          <a:endParaRPr lang="en-DK"/>
        </a:p>
      </dgm:t>
    </dgm:pt>
    <dgm:pt modelId="{E55E1D4D-8130-4323-8972-C0D87AFE4F78}">
      <dgm:prSet phldrT="[Text]" phldr="0"/>
      <dgm:spPr/>
      <dgm:t>
        <a:bodyPr/>
        <a:lstStyle/>
        <a:p>
          <a:r>
            <a:rPr lang="en-US" dirty="0"/>
            <a:t>Fused granulate fabrication</a:t>
          </a:r>
          <a:endParaRPr lang="en-DK" dirty="0"/>
        </a:p>
      </dgm:t>
    </dgm:pt>
    <dgm:pt modelId="{6508BBE3-C649-472D-9091-EF0F0650B304}" type="parTrans" cxnId="{84865C2E-898B-4E8C-BA5A-B84635BD7FA7}">
      <dgm:prSet/>
      <dgm:spPr/>
      <dgm:t>
        <a:bodyPr/>
        <a:lstStyle/>
        <a:p>
          <a:endParaRPr lang="en-DK"/>
        </a:p>
      </dgm:t>
    </dgm:pt>
    <dgm:pt modelId="{C30A21A3-43D4-487A-9DC6-26A183EEE531}" type="sibTrans" cxnId="{84865C2E-898B-4E8C-BA5A-B84635BD7FA7}">
      <dgm:prSet/>
      <dgm:spPr/>
      <dgm:t>
        <a:bodyPr/>
        <a:lstStyle/>
        <a:p>
          <a:endParaRPr lang="en-DK"/>
        </a:p>
      </dgm:t>
    </dgm:pt>
    <dgm:pt modelId="{A4D1500D-E414-414D-80E6-41DC2AAB2F92}" type="pres">
      <dgm:prSet presAssocID="{6837BB10-987C-4F6A-981E-A79610785CA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8D71AAE-BD75-47A7-B389-2375321BA2D1}" type="pres">
      <dgm:prSet presAssocID="{E41CBF92-333A-4D44-8505-B24B927F8006}" presName="hierRoot1" presStyleCnt="0">
        <dgm:presLayoutVars>
          <dgm:hierBranch val="init"/>
        </dgm:presLayoutVars>
      </dgm:prSet>
      <dgm:spPr/>
    </dgm:pt>
    <dgm:pt modelId="{2B3BE654-C2FC-45F2-8788-1EB22233CF7D}" type="pres">
      <dgm:prSet presAssocID="{E41CBF92-333A-4D44-8505-B24B927F8006}" presName="rootComposite1" presStyleCnt="0"/>
      <dgm:spPr/>
    </dgm:pt>
    <dgm:pt modelId="{E9AD8690-5DAD-474D-84EC-3FECA88802A9}" type="pres">
      <dgm:prSet presAssocID="{E41CBF92-333A-4D44-8505-B24B927F8006}" presName="rootText1" presStyleLbl="node0" presStyleIdx="0" presStyleCnt="1">
        <dgm:presLayoutVars>
          <dgm:chPref val="3"/>
        </dgm:presLayoutVars>
      </dgm:prSet>
      <dgm:spPr/>
    </dgm:pt>
    <dgm:pt modelId="{DB0878A2-7F01-467E-8E10-E7D9210DD2D7}" type="pres">
      <dgm:prSet presAssocID="{E41CBF92-333A-4D44-8505-B24B927F8006}" presName="rootConnector1" presStyleLbl="node1" presStyleIdx="0" presStyleCnt="0"/>
      <dgm:spPr/>
    </dgm:pt>
    <dgm:pt modelId="{2E7F1226-8215-4892-A35D-03C6D532FD2A}" type="pres">
      <dgm:prSet presAssocID="{E41CBF92-333A-4D44-8505-B24B927F8006}" presName="hierChild2" presStyleCnt="0"/>
      <dgm:spPr/>
    </dgm:pt>
    <dgm:pt modelId="{0441DAFA-3E1B-49C2-9328-716F1FBB5025}" type="pres">
      <dgm:prSet presAssocID="{C171412F-2B19-444E-B1DD-8BBD1EA552A6}" presName="Name37" presStyleLbl="parChTrans1D2" presStyleIdx="0" presStyleCnt="4"/>
      <dgm:spPr/>
    </dgm:pt>
    <dgm:pt modelId="{E16D1E64-22A4-435A-8695-7C07F59DBEDF}" type="pres">
      <dgm:prSet presAssocID="{1E5B65BE-1DAA-4A5B-8CD9-BB5BA7B4F1A8}" presName="hierRoot2" presStyleCnt="0">
        <dgm:presLayoutVars>
          <dgm:hierBranch val="init"/>
        </dgm:presLayoutVars>
      </dgm:prSet>
      <dgm:spPr/>
    </dgm:pt>
    <dgm:pt modelId="{D6E6FECC-EEFF-45E2-A98C-9AAC495B5F56}" type="pres">
      <dgm:prSet presAssocID="{1E5B65BE-1DAA-4A5B-8CD9-BB5BA7B4F1A8}" presName="rootComposite" presStyleCnt="0"/>
      <dgm:spPr/>
    </dgm:pt>
    <dgm:pt modelId="{CF7D6F96-10C0-4899-B31B-605C6D515E09}" type="pres">
      <dgm:prSet presAssocID="{1E5B65BE-1DAA-4A5B-8CD9-BB5BA7B4F1A8}" presName="rootText" presStyleLbl="node2" presStyleIdx="0" presStyleCnt="4">
        <dgm:presLayoutVars>
          <dgm:chPref val="3"/>
        </dgm:presLayoutVars>
      </dgm:prSet>
      <dgm:spPr/>
    </dgm:pt>
    <dgm:pt modelId="{63ACC7F6-F842-458F-852A-593BE9396250}" type="pres">
      <dgm:prSet presAssocID="{1E5B65BE-1DAA-4A5B-8CD9-BB5BA7B4F1A8}" presName="rootConnector" presStyleLbl="node2" presStyleIdx="0" presStyleCnt="4"/>
      <dgm:spPr/>
    </dgm:pt>
    <dgm:pt modelId="{B2E3459F-5C46-48D5-8DF3-BEFEF72E0B00}" type="pres">
      <dgm:prSet presAssocID="{1E5B65BE-1DAA-4A5B-8CD9-BB5BA7B4F1A8}" presName="hierChild4" presStyleCnt="0"/>
      <dgm:spPr/>
    </dgm:pt>
    <dgm:pt modelId="{C85758E6-AE0F-4F75-90FD-BD28546012A9}" type="pres">
      <dgm:prSet presAssocID="{1E5B65BE-1DAA-4A5B-8CD9-BB5BA7B4F1A8}" presName="hierChild5" presStyleCnt="0"/>
      <dgm:spPr/>
    </dgm:pt>
    <dgm:pt modelId="{0F7BC1D3-C848-4ED8-BF31-BDF95EF3FCF5}" type="pres">
      <dgm:prSet presAssocID="{89F2F2E0-FFE6-4796-8E0B-B23AB2AAC747}" presName="Name37" presStyleLbl="parChTrans1D2" presStyleIdx="1" presStyleCnt="4"/>
      <dgm:spPr/>
    </dgm:pt>
    <dgm:pt modelId="{1B76FE1E-368A-42B4-817A-9C02F7AD74DB}" type="pres">
      <dgm:prSet presAssocID="{33D64302-18E9-4A1A-BE52-892B6FDC69B0}" presName="hierRoot2" presStyleCnt="0">
        <dgm:presLayoutVars>
          <dgm:hierBranch val="init"/>
        </dgm:presLayoutVars>
      </dgm:prSet>
      <dgm:spPr/>
    </dgm:pt>
    <dgm:pt modelId="{4AC51CAE-1685-4150-A694-945BC5459CBB}" type="pres">
      <dgm:prSet presAssocID="{33D64302-18E9-4A1A-BE52-892B6FDC69B0}" presName="rootComposite" presStyleCnt="0"/>
      <dgm:spPr/>
    </dgm:pt>
    <dgm:pt modelId="{871A6ED8-8A9A-480E-8365-20FD2D07CB7C}" type="pres">
      <dgm:prSet presAssocID="{33D64302-18E9-4A1A-BE52-892B6FDC69B0}" presName="rootText" presStyleLbl="node2" presStyleIdx="1" presStyleCnt="4">
        <dgm:presLayoutVars>
          <dgm:chPref val="3"/>
        </dgm:presLayoutVars>
      </dgm:prSet>
      <dgm:spPr/>
    </dgm:pt>
    <dgm:pt modelId="{C20E90A7-126F-44F8-898E-D37221F7BC07}" type="pres">
      <dgm:prSet presAssocID="{33D64302-18E9-4A1A-BE52-892B6FDC69B0}" presName="rootConnector" presStyleLbl="node2" presStyleIdx="1" presStyleCnt="4"/>
      <dgm:spPr/>
    </dgm:pt>
    <dgm:pt modelId="{7989F2A4-32BB-4A9B-84E0-8E5F80D16BA9}" type="pres">
      <dgm:prSet presAssocID="{33D64302-18E9-4A1A-BE52-892B6FDC69B0}" presName="hierChild4" presStyleCnt="0"/>
      <dgm:spPr/>
    </dgm:pt>
    <dgm:pt modelId="{6032EDF5-3564-42CB-BF7F-B21BBBDB03EF}" type="pres">
      <dgm:prSet presAssocID="{33D64302-18E9-4A1A-BE52-892B6FDC69B0}" presName="hierChild5" presStyleCnt="0"/>
      <dgm:spPr/>
    </dgm:pt>
    <dgm:pt modelId="{0BE42FF7-0C1F-41B1-8568-6C0D154F1289}" type="pres">
      <dgm:prSet presAssocID="{DBBB2174-A4E8-4150-907E-2F39F0CFC60F}" presName="Name37" presStyleLbl="parChTrans1D2" presStyleIdx="2" presStyleCnt="4"/>
      <dgm:spPr/>
    </dgm:pt>
    <dgm:pt modelId="{FF795480-3F0C-43DF-874F-4DE1A60681FA}" type="pres">
      <dgm:prSet presAssocID="{C3065C6E-EBF3-410C-A327-0DB4FFB7FDA0}" presName="hierRoot2" presStyleCnt="0">
        <dgm:presLayoutVars>
          <dgm:hierBranch val="init"/>
        </dgm:presLayoutVars>
      </dgm:prSet>
      <dgm:spPr/>
    </dgm:pt>
    <dgm:pt modelId="{8995986A-19A0-46C3-9B27-3ADB6CC823BB}" type="pres">
      <dgm:prSet presAssocID="{C3065C6E-EBF3-410C-A327-0DB4FFB7FDA0}" presName="rootComposite" presStyleCnt="0"/>
      <dgm:spPr/>
    </dgm:pt>
    <dgm:pt modelId="{CB1FE7C7-E636-467B-8529-FE2557051543}" type="pres">
      <dgm:prSet presAssocID="{C3065C6E-EBF3-410C-A327-0DB4FFB7FDA0}" presName="rootText" presStyleLbl="node2" presStyleIdx="2" presStyleCnt="4">
        <dgm:presLayoutVars>
          <dgm:chPref val="3"/>
        </dgm:presLayoutVars>
      </dgm:prSet>
      <dgm:spPr/>
    </dgm:pt>
    <dgm:pt modelId="{222E34FD-A162-4D07-97BF-62093F47E968}" type="pres">
      <dgm:prSet presAssocID="{C3065C6E-EBF3-410C-A327-0DB4FFB7FDA0}" presName="rootConnector" presStyleLbl="node2" presStyleIdx="2" presStyleCnt="4"/>
      <dgm:spPr/>
    </dgm:pt>
    <dgm:pt modelId="{B82E1E74-8948-4C65-B030-96BC7B5E36D7}" type="pres">
      <dgm:prSet presAssocID="{C3065C6E-EBF3-410C-A327-0DB4FFB7FDA0}" presName="hierChild4" presStyleCnt="0"/>
      <dgm:spPr/>
    </dgm:pt>
    <dgm:pt modelId="{B333FE3C-8C0D-4DE1-A2B5-1B00A7ABE366}" type="pres">
      <dgm:prSet presAssocID="{C3065C6E-EBF3-410C-A327-0DB4FFB7FDA0}" presName="hierChild5" presStyleCnt="0"/>
      <dgm:spPr/>
    </dgm:pt>
    <dgm:pt modelId="{C0C7BDF1-1283-4D53-9E7C-AC29A9FCEEC7}" type="pres">
      <dgm:prSet presAssocID="{BB875F6D-D686-46F7-9407-98BE725B6115}" presName="Name37" presStyleLbl="parChTrans1D2" presStyleIdx="3" presStyleCnt="4"/>
      <dgm:spPr/>
    </dgm:pt>
    <dgm:pt modelId="{41C302DC-6C17-4DB5-B629-7B92A83D41C0}" type="pres">
      <dgm:prSet presAssocID="{C8016469-18E8-4E2D-8F41-35462E3FC63E}" presName="hierRoot2" presStyleCnt="0">
        <dgm:presLayoutVars>
          <dgm:hierBranch val="init"/>
        </dgm:presLayoutVars>
      </dgm:prSet>
      <dgm:spPr/>
    </dgm:pt>
    <dgm:pt modelId="{63B2F2FE-191C-46A5-A67B-EF1864DD276F}" type="pres">
      <dgm:prSet presAssocID="{C8016469-18E8-4E2D-8F41-35462E3FC63E}" presName="rootComposite" presStyleCnt="0"/>
      <dgm:spPr/>
    </dgm:pt>
    <dgm:pt modelId="{17F839CA-601E-4CD0-ACD0-EB374AD36C4B}" type="pres">
      <dgm:prSet presAssocID="{C8016469-18E8-4E2D-8F41-35462E3FC63E}" presName="rootText" presStyleLbl="node2" presStyleIdx="3" presStyleCnt="4">
        <dgm:presLayoutVars>
          <dgm:chPref val="3"/>
        </dgm:presLayoutVars>
      </dgm:prSet>
      <dgm:spPr/>
    </dgm:pt>
    <dgm:pt modelId="{ADCCA7EF-0503-4F6F-8B1C-C7BD55FCEADC}" type="pres">
      <dgm:prSet presAssocID="{C8016469-18E8-4E2D-8F41-35462E3FC63E}" presName="rootConnector" presStyleLbl="node2" presStyleIdx="3" presStyleCnt="4"/>
      <dgm:spPr/>
    </dgm:pt>
    <dgm:pt modelId="{1DFA3550-DE96-4094-AB8E-E02EA385D84A}" type="pres">
      <dgm:prSet presAssocID="{C8016469-18E8-4E2D-8F41-35462E3FC63E}" presName="hierChild4" presStyleCnt="0"/>
      <dgm:spPr/>
    </dgm:pt>
    <dgm:pt modelId="{F73E0AAE-F99D-42A4-89DE-CACC9714C8C4}" type="pres">
      <dgm:prSet presAssocID="{9FCA339D-A173-4534-AFD0-31069B40776F}" presName="Name37" presStyleLbl="parChTrans1D3" presStyleIdx="0" presStyleCnt="3"/>
      <dgm:spPr/>
    </dgm:pt>
    <dgm:pt modelId="{82F5166A-2980-4114-B033-45A838B36035}" type="pres">
      <dgm:prSet presAssocID="{78C85D6D-2AC1-4230-96D3-B8F7E4AEB2EE}" presName="hierRoot2" presStyleCnt="0">
        <dgm:presLayoutVars>
          <dgm:hierBranch val="init"/>
        </dgm:presLayoutVars>
      </dgm:prSet>
      <dgm:spPr/>
    </dgm:pt>
    <dgm:pt modelId="{E0A95CF2-9E66-4CAA-BE15-F84B4AFB4855}" type="pres">
      <dgm:prSet presAssocID="{78C85D6D-2AC1-4230-96D3-B8F7E4AEB2EE}" presName="rootComposite" presStyleCnt="0"/>
      <dgm:spPr/>
    </dgm:pt>
    <dgm:pt modelId="{8D9D5234-8E0C-4A6E-AEC2-F5679278FC45}" type="pres">
      <dgm:prSet presAssocID="{78C85D6D-2AC1-4230-96D3-B8F7E4AEB2EE}" presName="rootText" presStyleLbl="node3" presStyleIdx="0" presStyleCnt="3">
        <dgm:presLayoutVars>
          <dgm:chPref val="3"/>
        </dgm:presLayoutVars>
      </dgm:prSet>
      <dgm:spPr/>
    </dgm:pt>
    <dgm:pt modelId="{240796CE-84FF-4E1C-8089-A3889560AC36}" type="pres">
      <dgm:prSet presAssocID="{78C85D6D-2AC1-4230-96D3-B8F7E4AEB2EE}" presName="rootConnector" presStyleLbl="node3" presStyleIdx="0" presStyleCnt="3"/>
      <dgm:spPr/>
    </dgm:pt>
    <dgm:pt modelId="{F54DAC1F-796B-477E-88E1-39C080BF9A36}" type="pres">
      <dgm:prSet presAssocID="{78C85D6D-2AC1-4230-96D3-B8F7E4AEB2EE}" presName="hierChild4" presStyleCnt="0"/>
      <dgm:spPr/>
    </dgm:pt>
    <dgm:pt modelId="{B5A467ED-84DC-4F60-B4AF-F8C40BB44227}" type="pres">
      <dgm:prSet presAssocID="{78C85D6D-2AC1-4230-96D3-B8F7E4AEB2EE}" presName="hierChild5" presStyleCnt="0"/>
      <dgm:spPr/>
    </dgm:pt>
    <dgm:pt modelId="{46E7579F-6DD0-400E-ADBE-E626749C776F}" type="pres">
      <dgm:prSet presAssocID="{C724F964-4CD8-4FBA-A669-53F0C6A4DBC6}" presName="Name37" presStyleLbl="parChTrans1D3" presStyleIdx="1" presStyleCnt="3"/>
      <dgm:spPr/>
    </dgm:pt>
    <dgm:pt modelId="{CC62BA39-093E-4C91-88A8-26FBDAE110B7}" type="pres">
      <dgm:prSet presAssocID="{3C45ED5A-A153-409A-8DF9-E1BF4E5B0C19}" presName="hierRoot2" presStyleCnt="0">
        <dgm:presLayoutVars>
          <dgm:hierBranch val="init"/>
        </dgm:presLayoutVars>
      </dgm:prSet>
      <dgm:spPr/>
    </dgm:pt>
    <dgm:pt modelId="{AB823C65-E98A-4ECB-8769-7AF00E335EE5}" type="pres">
      <dgm:prSet presAssocID="{3C45ED5A-A153-409A-8DF9-E1BF4E5B0C19}" presName="rootComposite" presStyleCnt="0"/>
      <dgm:spPr/>
    </dgm:pt>
    <dgm:pt modelId="{2E4C9DF0-5B10-4844-A70F-01E45CC6FABD}" type="pres">
      <dgm:prSet presAssocID="{3C45ED5A-A153-409A-8DF9-E1BF4E5B0C19}" presName="rootText" presStyleLbl="node3" presStyleIdx="1" presStyleCnt="3">
        <dgm:presLayoutVars>
          <dgm:chPref val="3"/>
        </dgm:presLayoutVars>
      </dgm:prSet>
      <dgm:spPr/>
    </dgm:pt>
    <dgm:pt modelId="{DF6C6975-83E5-4391-A4EC-0AD7C0A1FD45}" type="pres">
      <dgm:prSet presAssocID="{3C45ED5A-A153-409A-8DF9-E1BF4E5B0C19}" presName="rootConnector" presStyleLbl="node3" presStyleIdx="1" presStyleCnt="3"/>
      <dgm:spPr/>
    </dgm:pt>
    <dgm:pt modelId="{55768FFE-F474-44D2-B7EC-35FE4BE3F75C}" type="pres">
      <dgm:prSet presAssocID="{3C45ED5A-A153-409A-8DF9-E1BF4E5B0C19}" presName="hierChild4" presStyleCnt="0"/>
      <dgm:spPr/>
    </dgm:pt>
    <dgm:pt modelId="{82CC3FF0-E427-4791-87DC-BB7ED080552C}" type="pres">
      <dgm:prSet presAssocID="{3C45ED5A-A153-409A-8DF9-E1BF4E5B0C19}" presName="hierChild5" presStyleCnt="0"/>
      <dgm:spPr/>
    </dgm:pt>
    <dgm:pt modelId="{EB901FBC-406D-49A9-9299-174F089F6931}" type="pres">
      <dgm:prSet presAssocID="{6508BBE3-C649-472D-9091-EF0F0650B304}" presName="Name37" presStyleLbl="parChTrans1D3" presStyleIdx="2" presStyleCnt="3"/>
      <dgm:spPr/>
    </dgm:pt>
    <dgm:pt modelId="{115234B8-599F-431A-B238-B3103623F5A8}" type="pres">
      <dgm:prSet presAssocID="{E55E1D4D-8130-4323-8972-C0D87AFE4F78}" presName="hierRoot2" presStyleCnt="0">
        <dgm:presLayoutVars>
          <dgm:hierBranch val="init"/>
        </dgm:presLayoutVars>
      </dgm:prSet>
      <dgm:spPr/>
    </dgm:pt>
    <dgm:pt modelId="{FC5E53A2-06F9-43A8-A1CF-B955130F1022}" type="pres">
      <dgm:prSet presAssocID="{E55E1D4D-8130-4323-8972-C0D87AFE4F78}" presName="rootComposite" presStyleCnt="0"/>
      <dgm:spPr/>
    </dgm:pt>
    <dgm:pt modelId="{3D326CBC-754A-4891-8CBB-52CAE366C635}" type="pres">
      <dgm:prSet presAssocID="{E55E1D4D-8130-4323-8972-C0D87AFE4F78}" presName="rootText" presStyleLbl="node3" presStyleIdx="2" presStyleCnt="3">
        <dgm:presLayoutVars>
          <dgm:chPref val="3"/>
        </dgm:presLayoutVars>
      </dgm:prSet>
      <dgm:spPr/>
    </dgm:pt>
    <dgm:pt modelId="{1D50F4E1-4745-4061-B0E9-61CA71EF6C60}" type="pres">
      <dgm:prSet presAssocID="{E55E1D4D-8130-4323-8972-C0D87AFE4F78}" presName="rootConnector" presStyleLbl="node3" presStyleIdx="2" presStyleCnt="3"/>
      <dgm:spPr/>
    </dgm:pt>
    <dgm:pt modelId="{5566E246-E3C0-449A-BD4E-0271E6FC4315}" type="pres">
      <dgm:prSet presAssocID="{E55E1D4D-8130-4323-8972-C0D87AFE4F78}" presName="hierChild4" presStyleCnt="0"/>
      <dgm:spPr/>
    </dgm:pt>
    <dgm:pt modelId="{41AF8C94-E0D9-44CB-BDC4-1A39001D1084}" type="pres">
      <dgm:prSet presAssocID="{E55E1D4D-8130-4323-8972-C0D87AFE4F78}" presName="hierChild5" presStyleCnt="0"/>
      <dgm:spPr/>
    </dgm:pt>
    <dgm:pt modelId="{56216A17-16CC-42A6-A59B-740465FC16BA}" type="pres">
      <dgm:prSet presAssocID="{C8016469-18E8-4E2D-8F41-35462E3FC63E}" presName="hierChild5" presStyleCnt="0"/>
      <dgm:spPr/>
    </dgm:pt>
    <dgm:pt modelId="{C1F317DA-546F-4085-B913-3101495D36C2}" type="pres">
      <dgm:prSet presAssocID="{E41CBF92-333A-4D44-8505-B24B927F8006}" presName="hierChild3" presStyleCnt="0"/>
      <dgm:spPr/>
    </dgm:pt>
  </dgm:ptLst>
  <dgm:cxnLst>
    <dgm:cxn modelId="{0BFDC900-AE37-4D8C-801B-79594EBFC7A4}" srcId="{E41CBF92-333A-4D44-8505-B24B927F8006}" destId="{C8016469-18E8-4E2D-8F41-35462E3FC63E}" srcOrd="3" destOrd="0" parTransId="{BB875F6D-D686-46F7-9407-98BE725B6115}" sibTransId="{C3A14A51-5EF9-4AA6-854B-55CFA29B3A72}"/>
    <dgm:cxn modelId="{7086D805-5307-4A34-8D15-EBBAAFDA9095}" type="presOf" srcId="{3C45ED5A-A153-409A-8DF9-E1BF4E5B0C19}" destId="{DF6C6975-83E5-4391-A4EC-0AD7C0A1FD45}" srcOrd="1" destOrd="0" presId="urn:microsoft.com/office/officeart/2005/8/layout/orgChart1"/>
    <dgm:cxn modelId="{F4512221-DA0B-4F77-A05B-8B9CD5187396}" type="presOf" srcId="{BB875F6D-D686-46F7-9407-98BE725B6115}" destId="{C0C7BDF1-1283-4D53-9E7C-AC29A9FCEEC7}" srcOrd="0" destOrd="0" presId="urn:microsoft.com/office/officeart/2005/8/layout/orgChart1"/>
    <dgm:cxn modelId="{7A3D7127-1665-477B-8D94-E68E64756BD3}" type="presOf" srcId="{C8016469-18E8-4E2D-8F41-35462E3FC63E}" destId="{ADCCA7EF-0503-4F6F-8B1C-C7BD55FCEADC}" srcOrd="1" destOrd="0" presId="urn:microsoft.com/office/officeart/2005/8/layout/orgChart1"/>
    <dgm:cxn modelId="{1C75DA2A-81ED-450B-843B-45BABE2D0A24}" type="presOf" srcId="{9FCA339D-A173-4534-AFD0-31069B40776F}" destId="{F73E0AAE-F99D-42A4-89DE-CACC9714C8C4}" srcOrd="0" destOrd="0" presId="urn:microsoft.com/office/officeart/2005/8/layout/orgChart1"/>
    <dgm:cxn modelId="{84865C2E-898B-4E8C-BA5A-B84635BD7FA7}" srcId="{C8016469-18E8-4E2D-8F41-35462E3FC63E}" destId="{E55E1D4D-8130-4323-8972-C0D87AFE4F78}" srcOrd="2" destOrd="0" parTransId="{6508BBE3-C649-472D-9091-EF0F0650B304}" sibTransId="{C30A21A3-43D4-487A-9DC6-26A183EEE531}"/>
    <dgm:cxn modelId="{E1E32131-6D38-4399-BDC4-B58462580BE4}" type="presOf" srcId="{33D64302-18E9-4A1A-BE52-892B6FDC69B0}" destId="{C20E90A7-126F-44F8-898E-D37221F7BC07}" srcOrd="1" destOrd="0" presId="urn:microsoft.com/office/officeart/2005/8/layout/orgChart1"/>
    <dgm:cxn modelId="{3CAA0932-F731-419B-8282-861FBB61BAB7}" type="presOf" srcId="{89F2F2E0-FFE6-4796-8E0B-B23AB2AAC747}" destId="{0F7BC1D3-C848-4ED8-BF31-BDF95EF3FCF5}" srcOrd="0" destOrd="0" presId="urn:microsoft.com/office/officeart/2005/8/layout/orgChart1"/>
    <dgm:cxn modelId="{8F8B633D-4A67-4B87-9CD7-E37324C06870}" srcId="{C8016469-18E8-4E2D-8F41-35462E3FC63E}" destId="{78C85D6D-2AC1-4230-96D3-B8F7E4AEB2EE}" srcOrd="0" destOrd="0" parTransId="{9FCA339D-A173-4534-AFD0-31069B40776F}" sibTransId="{CADA303A-60E9-4D27-8DB5-A8E09303D8AB}"/>
    <dgm:cxn modelId="{07F5DE61-E517-4DF9-8CB4-A68EE1C8B05E}" type="presOf" srcId="{E55E1D4D-8130-4323-8972-C0D87AFE4F78}" destId="{1D50F4E1-4745-4061-B0E9-61CA71EF6C60}" srcOrd="1" destOrd="0" presId="urn:microsoft.com/office/officeart/2005/8/layout/orgChart1"/>
    <dgm:cxn modelId="{3268A269-A01D-4C4E-AFA7-2243E0A3E77F}" type="presOf" srcId="{E41CBF92-333A-4D44-8505-B24B927F8006}" destId="{E9AD8690-5DAD-474D-84EC-3FECA88802A9}" srcOrd="0" destOrd="0" presId="urn:microsoft.com/office/officeart/2005/8/layout/orgChart1"/>
    <dgm:cxn modelId="{1C28726A-A5DD-4A15-8FBF-418643FA70F6}" srcId="{E41CBF92-333A-4D44-8505-B24B927F8006}" destId="{33D64302-18E9-4A1A-BE52-892B6FDC69B0}" srcOrd="1" destOrd="0" parTransId="{89F2F2E0-FFE6-4796-8E0B-B23AB2AAC747}" sibTransId="{577EEAA4-0F94-4152-B4AD-EA865CE46130}"/>
    <dgm:cxn modelId="{C457E74A-DC7A-4E76-B328-0F39405CB337}" type="presOf" srcId="{E55E1D4D-8130-4323-8972-C0D87AFE4F78}" destId="{3D326CBC-754A-4891-8CBB-52CAE366C635}" srcOrd="0" destOrd="0" presId="urn:microsoft.com/office/officeart/2005/8/layout/orgChart1"/>
    <dgm:cxn modelId="{086ED96C-3FFE-4BF7-911F-BE45A2557DF9}" type="presOf" srcId="{1E5B65BE-1DAA-4A5B-8CD9-BB5BA7B4F1A8}" destId="{63ACC7F6-F842-458F-852A-593BE9396250}" srcOrd="1" destOrd="0" presId="urn:microsoft.com/office/officeart/2005/8/layout/orgChart1"/>
    <dgm:cxn modelId="{581BD156-391E-482D-ABCF-8258403DF031}" type="presOf" srcId="{C171412F-2B19-444E-B1DD-8BBD1EA552A6}" destId="{0441DAFA-3E1B-49C2-9328-716F1FBB5025}" srcOrd="0" destOrd="0" presId="urn:microsoft.com/office/officeart/2005/8/layout/orgChart1"/>
    <dgm:cxn modelId="{EE836C7A-F2B3-44F7-99F6-696715D7EB1B}" type="presOf" srcId="{1E5B65BE-1DAA-4A5B-8CD9-BB5BA7B4F1A8}" destId="{CF7D6F96-10C0-4899-B31B-605C6D515E09}" srcOrd="0" destOrd="0" presId="urn:microsoft.com/office/officeart/2005/8/layout/orgChart1"/>
    <dgm:cxn modelId="{AA8EAB81-A251-49FF-8976-4265A5ABBCBE}" srcId="{C8016469-18E8-4E2D-8F41-35462E3FC63E}" destId="{3C45ED5A-A153-409A-8DF9-E1BF4E5B0C19}" srcOrd="1" destOrd="0" parTransId="{C724F964-4CD8-4FBA-A669-53F0C6A4DBC6}" sibTransId="{E6159B3A-79DF-4F6A-BA79-36D86605AB2E}"/>
    <dgm:cxn modelId="{9AB7D18A-7578-4559-B971-51B80845BC7C}" type="presOf" srcId="{C8016469-18E8-4E2D-8F41-35462E3FC63E}" destId="{17F839CA-601E-4CD0-ACD0-EB374AD36C4B}" srcOrd="0" destOrd="0" presId="urn:microsoft.com/office/officeart/2005/8/layout/orgChart1"/>
    <dgm:cxn modelId="{D94CF18E-6922-4048-97C7-5422BA671F7A}" type="presOf" srcId="{33D64302-18E9-4A1A-BE52-892B6FDC69B0}" destId="{871A6ED8-8A9A-480E-8365-20FD2D07CB7C}" srcOrd="0" destOrd="0" presId="urn:microsoft.com/office/officeart/2005/8/layout/orgChart1"/>
    <dgm:cxn modelId="{490FF298-AAB2-424E-87E2-069174A1524E}" type="presOf" srcId="{78C85D6D-2AC1-4230-96D3-B8F7E4AEB2EE}" destId="{8D9D5234-8E0C-4A6E-AEC2-F5679278FC45}" srcOrd="0" destOrd="0" presId="urn:microsoft.com/office/officeart/2005/8/layout/orgChart1"/>
    <dgm:cxn modelId="{0A40D29A-D6E1-4B04-A80B-1C3013499001}" type="presOf" srcId="{C3065C6E-EBF3-410C-A327-0DB4FFB7FDA0}" destId="{222E34FD-A162-4D07-97BF-62093F47E968}" srcOrd="1" destOrd="0" presId="urn:microsoft.com/office/officeart/2005/8/layout/orgChart1"/>
    <dgm:cxn modelId="{E7CCD99A-AFC4-471C-BCED-6A03D7CF55DD}" type="presOf" srcId="{6837BB10-987C-4F6A-981E-A79610785CAB}" destId="{A4D1500D-E414-414D-80E6-41DC2AAB2F92}" srcOrd="0" destOrd="0" presId="urn:microsoft.com/office/officeart/2005/8/layout/orgChart1"/>
    <dgm:cxn modelId="{540BAB9B-B16B-4C0C-AF0B-AD8B7402F992}" type="presOf" srcId="{C3065C6E-EBF3-410C-A327-0DB4FFB7FDA0}" destId="{CB1FE7C7-E636-467B-8529-FE2557051543}" srcOrd="0" destOrd="0" presId="urn:microsoft.com/office/officeart/2005/8/layout/orgChart1"/>
    <dgm:cxn modelId="{7AE478A5-3BB0-49C6-9C9D-BAD4B80C7F43}" srcId="{E41CBF92-333A-4D44-8505-B24B927F8006}" destId="{1E5B65BE-1DAA-4A5B-8CD9-BB5BA7B4F1A8}" srcOrd="0" destOrd="0" parTransId="{C171412F-2B19-444E-B1DD-8BBD1EA552A6}" sibTransId="{3B419F3B-A8D1-4412-BDFC-AA2B7938C643}"/>
    <dgm:cxn modelId="{980E27BA-59C3-4236-96D5-43B1EBE5EB6B}" type="presOf" srcId="{6508BBE3-C649-472D-9091-EF0F0650B304}" destId="{EB901FBC-406D-49A9-9299-174F089F6931}" srcOrd="0" destOrd="0" presId="urn:microsoft.com/office/officeart/2005/8/layout/orgChart1"/>
    <dgm:cxn modelId="{DF8D19D2-3237-4F11-A32F-BA6811CCFC94}" type="presOf" srcId="{DBBB2174-A4E8-4150-907E-2F39F0CFC60F}" destId="{0BE42FF7-0C1F-41B1-8568-6C0D154F1289}" srcOrd="0" destOrd="0" presId="urn:microsoft.com/office/officeart/2005/8/layout/orgChart1"/>
    <dgm:cxn modelId="{C15AE0D4-3768-4A9D-86C9-33FE1EC771B3}" srcId="{6837BB10-987C-4F6A-981E-A79610785CAB}" destId="{E41CBF92-333A-4D44-8505-B24B927F8006}" srcOrd="0" destOrd="0" parTransId="{F4DBBA38-2827-4778-9471-1ABCAB1A883B}" sibTransId="{5282F87E-714D-4FB6-8516-5142D8F5333A}"/>
    <dgm:cxn modelId="{CFE745E7-C3DE-4FB5-A59D-53FE529D4A95}" type="presOf" srcId="{E41CBF92-333A-4D44-8505-B24B927F8006}" destId="{DB0878A2-7F01-467E-8E10-E7D9210DD2D7}" srcOrd="1" destOrd="0" presId="urn:microsoft.com/office/officeart/2005/8/layout/orgChart1"/>
    <dgm:cxn modelId="{D16FF0E8-E736-4742-80F1-E479A14E94E4}" type="presOf" srcId="{78C85D6D-2AC1-4230-96D3-B8F7E4AEB2EE}" destId="{240796CE-84FF-4E1C-8089-A3889560AC36}" srcOrd="1" destOrd="0" presId="urn:microsoft.com/office/officeart/2005/8/layout/orgChart1"/>
    <dgm:cxn modelId="{AAC96CE9-B277-4008-969F-2C98403C55B3}" srcId="{E41CBF92-333A-4D44-8505-B24B927F8006}" destId="{C3065C6E-EBF3-410C-A327-0DB4FFB7FDA0}" srcOrd="2" destOrd="0" parTransId="{DBBB2174-A4E8-4150-907E-2F39F0CFC60F}" sibTransId="{52EF3B3B-E0CF-43F7-AFAE-BF1115070164}"/>
    <dgm:cxn modelId="{08C955E9-447E-4275-A8E4-4E4B14C7CE1C}" type="presOf" srcId="{3C45ED5A-A153-409A-8DF9-E1BF4E5B0C19}" destId="{2E4C9DF0-5B10-4844-A70F-01E45CC6FABD}" srcOrd="0" destOrd="0" presId="urn:microsoft.com/office/officeart/2005/8/layout/orgChart1"/>
    <dgm:cxn modelId="{A419BEEF-2806-4460-BBB0-EEEC8060BD03}" type="presOf" srcId="{C724F964-4CD8-4FBA-A669-53F0C6A4DBC6}" destId="{46E7579F-6DD0-400E-ADBE-E626749C776F}" srcOrd="0" destOrd="0" presId="urn:microsoft.com/office/officeart/2005/8/layout/orgChart1"/>
    <dgm:cxn modelId="{89A2E0D1-E7CF-4AE6-B010-069E5324CE15}" type="presParOf" srcId="{A4D1500D-E414-414D-80E6-41DC2AAB2F92}" destId="{58D71AAE-BD75-47A7-B389-2375321BA2D1}" srcOrd="0" destOrd="0" presId="urn:microsoft.com/office/officeart/2005/8/layout/orgChart1"/>
    <dgm:cxn modelId="{D3F6AFB6-D5D4-4985-A84C-262029A1862B}" type="presParOf" srcId="{58D71AAE-BD75-47A7-B389-2375321BA2D1}" destId="{2B3BE654-C2FC-45F2-8788-1EB22233CF7D}" srcOrd="0" destOrd="0" presId="urn:microsoft.com/office/officeart/2005/8/layout/orgChart1"/>
    <dgm:cxn modelId="{1885EFA5-E043-428C-99A8-3630D706172D}" type="presParOf" srcId="{2B3BE654-C2FC-45F2-8788-1EB22233CF7D}" destId="{E9AD8690-5DAD-474D-84EC-3FECA88802A9}" srcOrd="0" destOrd="0" presId="urn:microsoft.com/office/officeart/2005/8/layout/orgChart1"/>
    <dgm:cxn modelId="{3D9516F0-D18A-4D36-BFC6-6455F9E9CA99}" type="presParOf" srcId="{2B3BE654-C2FC-45F2-8788-1EB22233CF7D}" destId="{DB0878A2-7F01-467E-8E10-E7D9210DD2D7}" srcOrd="1" destOrd="0" presId="urn:microsoft.com/office/officeart/2005/8/layout/orgChart1"/>
    <dgm:cxn modelId="{6F244C87-11C3-4E7B-AC1D-BC53B089A426}" type="presParOf" srcId="{58D71AAE-BD75-47A7-B389-2375321BA2D1}" destId="{2E7F1226-8215-4892-A35D-03C6D532FD2A}" srcOrd="1" destOrd="0" presId="urn:microsoft.com/office/officeart/2005/8/layout/orgChart1"/>
    <dgm:cxn modelId="{AE80AD5B-E594-4C8F-B462-367CA35A1F28}" type="presParOf" srcId="{2E7F1226-8215-4892-A35D-03C6D532FD2A}" destId="{0441DAFA-3E1B-49C2-9328-716F1FBB5025}" srcOrd="0" destOrd="0" presId="urn:microsoft.com/office/officeart/2005/8/layout/orgChart1"/>
    <dgm:cxn modelId="{1115EC85-6B0D-49AD-8AF2-7078471477E9}" type="presParOf" srcId="{2E7F1226-8215-4892-A35D-03C6D532FD2A}" destId="{E16D1E64-22A4-435A-8695-7C07F59DBEDF}" srcOrd="1" destOrd="0" presId="urn:microsoft.com/office/officeart/2005/8/layout/orgChart1"/>
    <dgm:cxn modelId="{8EC75438-F971-4D80-97A5-AEC23586ADCB}" type="presParOf" srcId="{E16D1E64-22A4-435A-8695-7C07F59DBEDF}" destId="{D6E6FECC-EEFF-45E2-A98C-9AAC495B5F56}" srcOrd="0" destOrd="0" presId="urn:microsoft.com/office/officeart/2005/8/layout/orgChart1"/>
    <dgm:cxn modelId="{09FB1F48-E789-4FD9-8254-648BBB07F1BE}" type="presParOf" srcId="{D6E6FECC-EEFF-45E2-A98C-9AAC495B5F56}" destId="{CF7D6F96-10C0-4899-B31B-605C6D515E09}" srcOrd="0" destOrd="0" presId="urn:microsoft.com/office/officeart/2005/8/layout/orgChart1"/>
    <dgm:cxn modelId="{D0ABDD7F-F77B-4ADF-9246-94F783B628FC}" type="presParOf" srcId="{D6E6FECC-EEFF-45E2-A98C-9AAC495B5F56}" destId="{63ACC7F6-F842-458F-852A-593BE9396250}" srcOrd="1" destOrd="0" presId="urn:microsoft.com/office/officeart/2005/8/layout/orgChart1"/>
    <dgm:cxn modelId="{9F84A082-CCAE-45E9-96D2-6D12F9686135}" type="presParOf" srcId="{E16D1E64-22A4-435A-8695-7C07F59DBEDF}" destId="{B2E3459F-5C46-48D5-8DF3-BEFEF72E0B00}" srcOrd="1" destOrd="0" presId="urn:microsoft.com/office/officeart/2005/8/layout/orgChart1"/>
    <dgm:cxn modelId="{0D2FDAA8-C948-4985-9114-44673E734245}" type="presParOf" srcId="{E16D1E64-22A4-435A-8695-7C07F59DBEDF}" destId="{C85758E6-AE0F-4F75-90FD-BD28546012A9}" srcOrd="2" destOrd="0" presId="urn:microsoft.com/office/officeart/2005/8/layout/orgChart1"/>
    <dgm:cxn modelId="{793B097F-27D7-4E83-97A3-56EF1ABBECC4}" type="presParOf" srcId="{2E7F1226-8215-4892-A35D-03C6D532FD2A}" destId="{0F7BC1D3-C848-4ED8-BF31-BDF95EF3FCF5}" srcOrd="2" destOrd="0" presId="urn:microsoft.com/office/officeart/2005/8/layout/orgChart1"/>
    <dgm:cxn modelId="{171C9156-BAD9-4F32-A2B8-AB5F0B7229BC}" type="presParOf" srcId="{2E7F1226-8215-4892-A35D-03C6D532FD2A}" destId="{1B76FE1E-368A-42B4-817A-9C02F7AD74DB}" srcOrd="3" destOrd="0" presId="urn:microsoft.com/office/officeart/2005/8/layout/orgChart1"/>
    <dgm:cxn modelId="{386DD91D-0E00-407C-ADC4-2DADF1967FC9}" type="presParOf" srcId="{1B76FE1E-368A-42B4-817A-9C02F7AD74DB}" destId="{4AC51CAE-1685-4150-A694-945BC5459CBB}" srcOrd="0" destOrd="0" presId="urn:microsoft.com/office/officeart/2005/8/layout/orgChart1"/>
    <dgm:cxn modelId="{A892E2C8-50F9-4375-9A8A-8A9A7F9421D8}" type="presParOf" srcId="{4AC51CAE-1685-4150-A694-945BC5459CBB}" destId="{871A6ED8-8A9A-480E-8365-20FD2D07CB7C}" srcOrd="0" destOrd="0" presId="urn:microsoft.com/office/officeart/2005/8/layout/orgChart1"/>
    <dgm:cxn modelId="{D3FB02B8-CB5C-4806-BC01-6CF47F0316FB}" type="presParOf" srcId="{4AC51CAE-1685-4150-A694-945BC5459CBB}" destId="{C20E90A7-126F-44F8-898E-D37221F7BC07}" srcOrd="1" destOrd="0" presId="urn:microsoft.com/office/officeart/2005/8/layout/orgChart1"/>
    <dgm:cxn modelId="{D85F10AD-8A84-4C64-BE97-A1120BD12042}" type="presParOf" srcId="{1B76FE1E-368A-42B4-817A-9C02F7AD74DB}" destId="{7989F2A4-32BB-4A9B-84E0-8E5F80D16BA9}" srcOrd="1" destOrd="0" presId="urn:microsoft.com/office/officeart/2005/8/layout/orgChart1"/>
    <dgm:cxn modelId="{B378B7FE-9F40-41C5-9131-2DFA40E885AE}" type="presParOf" srcId="{1B76FE1E-368A-42B4-817A-9C02F7AD74DB}" destId="{6032EDF5-3564-42CB-BF7F-B21BBBDB03EF}" srcOrd="2" destOrd="0" presId="urn:microsoft.com/office/officeart/2005/8/layout/orgChart1"/>
    <dgm:cxn modelId="{C5B87B15-8144-4C2A-970E-85C1BCC79851}" type="presParOf" srcId="{2E7F1226-8215-4892-A35D-03C6D532FD2A}" destId="{0BE42FF7-0C1F-41B1-8568-6C0D154F1289}" srcOrd="4" destOrd="0" presId="urn:microsoft.com/office/officeart/2005/8/layout/orgChart1"/>
    <dgm:cxn modelId="{7467CE5A-2794-4730-BCBA-73984C1E9298}" type="presParOf" srcId="{2E7F1226-8215-4892-A35D-03C6D532FD2A}" destId="{FF795480-3F0C-43DF-874F-4DE1A60681FA}" srcOrd="5" destOrd="0" presId="urn:microsoft.com/office/officeart/2005/8/layout/orgChart1"/>
    <dgm:cxn modelId="{3C6E287E-7872-4DEA-BBF0-19D8860A9FD5}" type="presParOf" srcId="{FF795480-3F0C-43DF-874F-4DE1A60681FA}" destId="{8995986A-19A0-46C3-9B27-3ADB6CC823BB}" srcOrd="0" destOrd="0" presId="urn:microsoft.com/office/officeart/2005/8/layout/orgChart1"/>
    <dgm:cxn modelId="{3967E0B2-FCF7-4A37-998F-148DFE8DBD72}" type="presParOf" srcId="{8995986A-19A0-46C3-9B27-3ADB6CC823BB}" destId="{CB1FE7C7-E636-467B-8529-FE2557051543}" srcOrd="0" destOrd="0" presId="urn:microsoft.com/office/officeart/2005/8/layout/orgChart1"/>
    <dgm:cxn modelId="{37BFD686-3043-450A-8930-EA32E2A634AC}" type="presParOf" srcId="{8995986A-19A0-46C3-9B27-3ADB6CC823BB}" destId="{222E34FD-A162-4D07-97BF-62093F47E968}" srcOrd="1" destOrd="0" presId="urn:microsoft.com/office/officeart/2005/8/layout/orgChart1"/>
    <dgm:cxn modelId="{3D8096DC-F9C2-49ED-AB60-15E3A016338C}" type="presParOf" srcId="{FF795480-3F0C-43DF-874F-4DE1A60681FA}" destId="{B82E1E74-8948-4C65-B030-96BC7B5E36D7}" srcOrd="1" destOrd="0" presId="urn:microsoft.com/office/officeart/2005/8/layout/orgChart1"/>
    <dgm:cxn modelId="{A03C553C-50B2-4ED5-88D5-C31583912128}" type="presParOf" srcId="{FF795480-3F0C-43DF-874F-4DE1A60681FA}" destId="{B333FE3C-8C0D-4DE1-A2B5-1B00A7ABE366}" srcOrd="2" destOrd="0" presId="urn:microsoft.com/office/officeart/2005/8/layout/orgChart1"/>
    <dgm:cxn modelId="{DFFCD06A-3094-4BF3-8D14-F9C17E7AA422}" type="presParOf" srcId="{2E7F1226-8215-4892-A35D-03C6D532FD2A}" destId="{C0C7BDF1-1283-4D53-9E7C-AC29A9FCEEC7}" srcOrd="6" destOrd="0" presId="urn:microsoft.com/office/officeart/2005/8/layout/orgChart1"/>
    <dgm:cxn modelId="{389EEC7C-DE4E-4475-93D7-FE9F0BA71B0C}" type="presParOf" srcId="{2E7F1226-8215-4892-A35D-03C6D532FD2A}" destId="{41C302DC-6C17-4DB5-B629-7B92A83D41C0}" srcOrd="7" destOrd="0" presId="urn:microsoft.com/office/officeart/2005/8/layout/orgChart1"/>
    <dgm:cxn modelId="{AA243268-6ACD-4FB6-B050-9FBFB8FD8DBD}" type="presParOf" srcId="{41C302DC-6C17-4DB5-B629-7B92A83D41C0}" destId="{63B2F2FE-191C-46A5-A67B-EF1864DD276F}" srcOrd="0" destOrd="0" presId="urn:microsoft.com/office/officeart/2005/8/layout/orgChart1"/>
    <dgm:cxn modelId="{5E01284C-12C6-436B-9970-DD88C7E05192}" type="presParOf" srcId="{63B2F2FE-191C-46A5-A67B-EF1864DD276F}" destId="{17F839CA-601E-4CD0-ACD0-EB374AD36C4B}" srcOrd="0" destOrd="0" presId="urn:microsoft.com/office/officeart/2005/8/layout/orgChart1"/>
    <dgm:cxn modelId="{98BCCA75-981D-4F98-83C0-2954845005CC}" type="presParOf" srcId="{63B2F2FE-191C-46A5-A67B-EF1864DD276F}" destId="{ADCCA7EF-0503-4F6F-8B1C-C7BD55FCEADC}" srcOrd="1" destOrd="0" presId="urn:microsoft.com/office/officeart/2005/8/layout/orgChart1"/>
    <dgm:cxn modelId="{E38BE6A3-8ED8-4C3D-8854-4C9BB231E73B}" type="presParOf" srcId="{41C302DC-6C17-4DB5-B629-7B92A83D41C0}" destId="{1DFA3550-DE96-4094-AB8E-E02EA385D84A}" srcOrd="1" destOrd="0" presId="urn:microsoft.com/office/officeart/2005/8/layout/orgChart1"/>
    <dgm:cxn modelId="{2310481B-AD7D-4CA7-9AE1-8F0CD84D75C2}" type="presParOf" srcId="{1DFA3550-DE96-4094-AB8E-E02EA385D84A}" destId="{F73E0AAE-F99D-42A4-89DE-CACC9714C8C4}" srcOrd="0" destOrd="0" presId="urn:microsoft.com/office/officeart/2005/8/layout/orgChart1"/>
    <dgm:cxn modelId="{82DB1A6F-5A73-4EC1-ABCC-F691D3BD24C5}" type="presParOf" srcId="{1DFA3550-DE96-4094-AB8E-E02EA385D84A}" destId="{82F5166A-2980-4114-B033-45A838B36035}" srcOrd="1" destOrd="0" presId="urn:microsoft.com/office/officeart/2005/8/layout/orgChart1"/>
    <dgm:cxn modelId="{C02FD34C-B358-4066-B569-69E014ABA431}" type="presParOf" srcId="{82F5166A-2980-4114-B033-45A838B36035}" destId="{E0A95CF2-9E66-4CAA-BE15-F84B4AFB4855}" srcOrd="0" destOrd="0" presId="urn:microsoft.com/office/officeart/2005/8/layout/orgChart1"/>
    <dgm:cxn modelId="{CD7EB8AF-8BCC-429A-BC3B-7FF59AF1989E}" type="presParOf" srcId="{E0A95CF2-9E66-4CAA-BE15-F84B4AFB4855}" destId="{8D9D5234-8E0C-4A6E-AEC2-F5679278FC45}" srcOrd="0" destOrd="0" presId="urn:microsoft.com/office/officeart/2005/8/layout/orgChart1"/>
    <dgm:cxn modelId="{321F5A8F-B07B-429F-9B5B-D24C6535C5AF}" type="presParOf" srcId="{E0A95CF2-9E66-4CAA-BE15-F84B4AFB4855}" destId="{240796CE-84FF-4E1C-8089-A3889560AC36}" srcOrd="1" destOrd="0" presId="urn:microsoft.com/office/officeart/2005/8/layout/orgChart1"/>
    <dgm:cxn modelId="{D983F770-B60A-4D55-8F54-08C171486D33}" type="presParOf" srcId="{82F5166A-2980-4114-B033-45A838B36035}" destId="{F54DAC1F-796B-477E-88E1-39C080BF9A36}" srcOrd="1" destOrd="0" presId="urn:microsoft.com/office/officeart/2005/8/layout/orgChart1"/>
    <dgm:cxn modelId="{E5BFA486-98DC-4835-B051-C260F7E40860}" type="presParOf" srcId="{82F5166A-2980-4114-B033-45A838B36035}" destId="{B5A467ED-84DC-4F60-B4AF-F8C40BB44227}" srcOrd="2" destOrd="0" presId="urn:microsoft.com/office/officeart/2005/8/layout/orgChart1"/>
    <dgm:cxn modelId="{EEB03909-1BC2-4556-93F6-553A2CFDA6D5}" type="presParOf" srcId="{1DFA3550-DE96-4094-AB8E-E02EA385D84A}" destId="{46E7579F-6DD0-400E-ADBE-E626749C776F}" srcOrd="2" destOrd="0" presId="urn:microsoft.com/office/officeart/2005/8/layout/orgChart1"/>
    <dgm:cxn modelId="{6AFB04E5-251C-4D83-9AA6-1E1FD7D117FB}" type="presParOf" srcId="{1DFA3550-DE96-4094-AB8E-E02EA385D84A}" destId="{CC62BA39-093E-4C91-88A8-26FBDAE110B7}" srcOrd="3" destOrd="0" presId="urn:microsoft.com/office/officeart/2005/8/layout/orgChart1"/>
    <dgm:cxn modelId="{01D0E5E6-BDA4-486B-8A9B-A485E7240B91}" type="presParOf" srcId="{CC62BA39-093E-4C91-88A8-26FBDAE110B7}" destId="{AB823C65-E98A-4ECB-8769-7AF00E335EE5}" srcOrd="0" destOrd="0" presId="urn:microsoft.com/office/officeart/2005/8/layout/orgChart1"/>
    <dgm:cxn modelId="{383A8ED7-1CB9-4DD4-96D8-55D7D8084E44}" type="presParOf" srcId="{AB823C65-E98A-4ECB-8769-7AF00E335EE5}" destId="{2E4C9DF0-5B10-4844-A70F-01E45CC6FABD}" srcOrd="0" destOrd="0" presId="urn:microsoft.com/office/officeart/2005/8/layout/orgChart1"/>
    <dgm:cxn modelId="{396AF58E-5EED-4C97-9C3F-9D3BB45CB52D}" type="presParOf" srcId="{AB823C65-E98A-4ECB-8769-7AF00E335EE5}" destId="{DF6C6975-83E5-4391-A4EC-0AD7C0A1FD45}" srcOrd="1" destOrd="0" presId="urn:microsoft.com/office/officeart/2005/8/layout/orgChart1"/>
    <dgm:cxn modelId="{9F9FEE99-A57E-45CD-BBAB-F3532C18F60F}" type="presParOf" srcId="{CC62BA39-093E-4C91-88A8-26FBDAE110B7}" destId="{55768FFE-F474-44D2-B7EC-35FE4BE3F75C}" srcOrd="1" destOrd="0" presId="urn:microsoft.com/office/officeart/2005/8/layout/orgChart1"/>
    <dgm:cxn modelId="{47123983-0873-498D-8747-12BBC4C8EC57}" type="presParOf" srcId="{CC62BA39-093E-4C91-88A8-26FBDAE110B7}" destId="{82CC3FF0-E427-4791-87DC-BB7ED080552C}" srcOrd="2" destOrd="0" presId="urn:microsoft.com/office/officeart/2005/8/layout/orgChart1"/>
    <dgm:cxn modelId="{EB995FEE-6F7D-4B64-B6E5-F77D74011F5F}" type="presParOf" srcId="{1DFA3550-DE96-4094-AB8E-E02EA385D84A}" destId="{EB901FBC-406D-49A9-9299-174F089F6931}" srcOrd="4" destOrd="0" presId="urn:microsoft.com/office/officeart/2005/8/layout/orgChart1"/>
    <dgm:cxn modelId="{6FD6EFFA-0880-4CB6-BEB0-DEB505C03B5C}" type="presParOf" srcId="{1DFA3550-DE96-4094-AB8E-E02EA385D84A}" destId="{115234B8-599F-431A-B238-B3103623F5A8}" srcOrd="5" destOrd="0" presId="urn:microsoft.com/office/officeart/2005/8/layout/orgChart1"/>
    <dgm:cxn modelId="{7A557402-4BB3-4BC7-A58F-1F92EAF61A68}" type="presParOf" srcId="{115234B8-599F-431A-B238-B3103623F5A8}" destId="{FC5E53A2-06F9-43A8-A1CF-B955130F1022}" srcOrd="0" destOrd="0" presId="urn:microsoft.com/office/officeart/2005/8/layout/orgChart1"/>
    <dgm:cxn modelId="{7C67121B-B9EC-4839-A2A5-13CA22641B9B}" type="presParOf" srcId="{FC5E53A2-06F9-43A8-A1CF-B955130F1022}" destId="{3D326CBC-754A-4891-8CBB-52CAE366C635}" srcOrd="0" destOrd="0" presId="urn:microsoft.com/office/officeart/2005/8/layout/orgChart1"/>
    <dgm:cxn modelId="{52AB9157-A161-4EC5-AB50-94DB1E7CD06B}" type="presParOf" srcId="{FC5E53A2-06F9-43A8-A1CF-B955130F1022}" destId="{1D50F4E1-4745-4061-B0E9-61CA71EF6C60}" srcOrd="1" destOrd="0" presId="urn:microsoft.com/office/officeart/2005/8/layout/orgChart1"/>
    <dgm:cxn modelId="{A82375A9-A0E9-4E15-93EF-C6022B71DA2D}" type="presParOf" srcId="{115234B8-599F-431A-B238-B3103623F5A8}" destId="{5566E246-E3C0-449A-BD4E-0271E6FC4315}" srcOrd="1" destOrd="0" presId="urn:microsoft.com/office/officeart/2005/8/layout/orgChart1"/>
    <dgm:cxn modelId="{0C3DE95C-1CBD-4AF5-92CA-730EFBE0C878}" type="presParOf" srcId="{115234B8-599F-431A-B238-B3103623F5A8}" destId="{41AF8C94-E0D9-44CB-BDC4-1A39001D1084}" srcOrd="2" destOrd="0" presId="urn:microsoft.com/office/officeart/2005/8/layout/orgChart1"/>
    <dgm:cxn modelId="{34716CD1-18DD-4019-8C0E-7CBDE94A7A30}" type="presParOf" srcId="{41C302DC-6C17-4DB5-B629-7B92A83D41C0}" destId="{56216A17-16CC-42A6-A59B-740465FC16BA}" srcOrd="2" destOrd="0" presId="urn:microsoft.com/office/officeart/2005/8/layout/orgChart1"/>
    <dgm:cxn modelId="{F7ED3652-E7D0-4791-8EC2-7ADFFD6CD12D}" type="presParOf" srcId="{58D71AAE-BD75-47A7-B389-2375321BA2D1}" destId="{C1F317DA-546F-4085-B913-3101495D36C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837BB10-987C-4F6A-981E-A79610785CA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K"/>
        </a:p>
      </dgm:t>
    </dgm:pt>
    <dgm:pt modelId="{E41CBF92-333A-4D44-8505-B24B927F8006}">
      <dgm:prSet phldrT="[Text]" phldr="0"/>
      <dgm:spPr/>
      <dgm:t>
        <a:bodyPr/>
        <a:lstStyle/>
        <a:p>
          <a:r>
            <a:rPr lang="en-US" dirty="0"/>
            <a:t>3D printing magnetics</a:t>
          </a:r>
          <a:endParaRPr lang="en-DK" dirty="0"/>
        </a:p>
      </dgm:t>
    </dgm:pt>
    <dgm:pt modelId="{F4DBBA38-2827-4778-9471-1ABCAB1A883B}" type="parTrans" cxnId="{C15AE0D4-3768-4A9D-86C9-33FE1EC771B3}">
      <dgm:prSet/>
      <dgm:spPr/>
      <dgm:t>
        <a:bodyPr/>
        <a:lstStyle/>
        <a:p>
          <a:endParaRPr lang="en-DK"/>
        </a:p>
      </dgm:t>
    </dgm:pt>
    <dgm:pt modelId="{5282F87E-714D-4FB6-8516-5142D8F5333A}" type="sibTrans" cxnId="{C15AE0D4-3768-4A9D-86C9-33FE1EC771B3}">
      <dgm:prSet/>
      <dgm:spPr/>
      <dgm:t>
        <a:bodyPr/>
        <a:lstStyle/>
        <a:p>
          <a:endParaRPr lang="en-DK"/>
        </a:p>
      </dgm:t>
    </dgm:pt>
    <dgm:pt modelId="{1E5B65BE-1DAA-4A5B-8CD9-BB5BA7B4F1A8}">
      <dgm:prSet phldrT="[Text]" phldr="0"/>
      <dgm:spPr/>
      <dgm:t>
        <a:bodyPr/>
        <a:lstStyle/>
        <a:p>
          <a:r>
            <a:rPr lang="en-US" dirty="0"/>
            <a:t>Vat polymerization</a:t>
          </a:r>
          <a:endParaRPr lang="en-DK" dirty="0"/>
        </a:p>
      </dgm:t>
    </dgm:pt>
    <dgm:pt modelId="{C171412F-2B19-444E-B1DD-8BBD1EA552A6}" type="parTrans" cxnId="{7AE478A5-3BB0-49C6-9C9D-BAD4B80C7F43}">
      <dgm:prSet/>
      <dgm:spPr/>
      <dgm:t>
        <a:bodyPr/>
        <a:lstStyle/>
        <a:p>
          <a:endParaRPr lang="en-DK"/>
        </a:p>
      </dgm:t>
    </dgm:pt>
    <dgm:pt modelId="{3B419F3B-A8D1-4412-BDFC-AA2B7938C643}" type="sibTrans" cxnId="{7AE478A5-3BB0-49C6-9C9D-BAD4B80C7F43}">
      <dgm:prSet/>
      <dgm:spPr/>
      <dgm:t>
        <a:bodyPr/>
        <a:lstStyle/>
        <a:p>
          <a:endParaRPr lang="en-DK"/>
        </a:p>
      </dgm:t>
    </dgm:pt>
    <dgm:pt modelId="{33D64302-18E9-4A1A-BE52-892B6FDC69B0}">
      <dgm:prSet phldrT="[Text]" phldr="0"/>
      <dgm:spPr/>
      <dgm:t>
        <a:bodyPr/>
        <a:lstStyle/>
        <a:p>
          <a:r>
            <a:rPr lang="en-US" dirty="0"/>
            <a:t>Powder bed fusion</a:t>
          </a:r>
          <a:endParaRPr lang="en-DK" dirty="0"/>
        </a:p>
      </dgm:t>
    </dgm:pt>
    <dgm:pt modelId="{89F2F2E0-FFE6-4796-8E0B-B23AB2AAC747}" type="parTrans" cxnId="{1C28726A-A5DD-4A15-8FBF-418643FA70F6}">
      <dgm:prSet/>
      <dgm:spPr/>
      <dgm:t>
        <a:bodyPr/>
        <a:lstStyle/>
        <a:p>
          <a:endParaRPr lang="en-DK"/>
        </a:p>
      </dgm:t>
    </dgm:pt>
    <dgm:pt modelId="{577EEAA4-0F94-4152-B4AD-EA865CE46130}" type="sibTrans" cxnId="{1C28726A-A5DD-4A15-8FBF-418643FA70F6}">
      <dgm:prSet/>
      <dgm:spPr/>
      <dgm:t>
        <a:bodyPr/>
        <a:lstStyle/>
        <a:p>
          <a:endParaRPr lang="en-DK"/>
        </a:p>
      </dgm:t>
    </dgm:pt>
    <dgm:pt modelId="{C3065C6E-EBF3-410C-A327-0DB4FFB7FDA0}">
      <dgm:prSet phldrT="[Text]" phldr="0"/>
      <dgm:spPr/>
      <dgm:t>
        <a:bodyPr/>
        <a:lstStyle/>
        <a:p>
          <a:r>
            <a:rPr lang="en-US" dirty="0"/>
            <a:t>Binder jetting</a:t>
          </a:r>
          <a:endParaRPr lang="en-DK" dirty="0"/>
        </a:p>
      </dgm:t>
    </dgm:pt>
    <dgm:pt modelId="{DBBB2174-A4E8-4150-907E-2F39F0CFC60F}" type="parTrans" cxnId="{AAC96CE9-B277-4008-969F-2C98403C55B3}">
      <dgm:prSet/>
      <dgm:spPr/>
      <dgm:t>
        <a:bodyPr/>
        <a:lstStyle/>
        <a:p>
          <a:endParaRPr lang="en-DK"/>
        </a:p>
      </dgm:t>
    </dgm:pt>
    <dgm:pt modelId="{52EF3B3B-E0CF-43F7-AFAE-BF1115070164}" type="sibTrans" cxnId="{AAC96CE9-B277-4008-969F-2C98403C55B3}">
      <dgm:prSet/>
      <dgm:spPr/>
      <dgm:t>
        <a:bodyPr/>
        <a:lstStyle/>
        <a:p>
          <a:endParaRPr lang="en-DK"/>
        </a:p>
      </dgm:t>
    </dgm:pt>
    <dgm:pt modelId="{C8016469-18E8-4E2D-8F41-35462E3FC63E}">
      <dgm:prSet phldrT="[Text]" phldr="0"/>
      <dgm:spPr/>
      <dgm:t>
        <a:bodyPr/>
        <a:lstStyle/>
        <a:p>
          <a:r>
            <a:rPr lang="en-US"/>
            <a:t>Material extrusion</a:t>
          </a:r>
          <a:endParaRPr lang="en-DK" dirty="0"/>
        </a:p>
      </dgm:t>
    </dgm:pt>
    <dgm:pt modelId="{BB875F6D-D686-46F7-9407-98BE725B6115}" type="parTrans" cxnId="{0BFDC900-AE37-4D8C-801B-79594EBFC7A4}">
      <dgm:prSet/>
      <dgm:spPr/>
      <dgm:t>
        <a:bodyPr/>
        <a:lstStyle/>
        <a:p>
          <a:endParaRPr lang="en-DK"/>
        </a:p>
      </dgm:t>
    </dgm:pt>
    <dgm:pt modelId="{C3A14A51-5EF9-4AA6-854B-55CFA29B3A72}" type="sibTrans" cxnId="{0BFDC900-AE37-4D8C-801B-79594EBFC7A4}">
      <dgm:prSet/>
      <dgm:spPr/>
      <dgm:t>
        <a:bodyPr/>
        <a:lstStyle/>
        <a:p>
          <a:endParaRPr lang="en-DK"/>
        </a:p>
      </dgm:t>
    </dgm:pt>
    <dgm:pt modelId="{78C85D6D-2AC1-4230-96D3-B8F7E4AEB2EE}">
      <dgm:prSet phldrT="[Text]" phldr="0"/>
      <dgm:spPr/>
      <dgm:t>
        <a:bodyPr/>
        <a:lstStyle/>
        <a:p>
          <a:r>
            <a:rPr lang="en-US" dirty="0"/>
            <a:t>Fused deposition modeling</a:t>
          </a:r>
          <a:endParaRPr lang="en-DK" dirty="0"/>
        </a:p>
      </dgm:t>
    </dgm:pt>
    <dgm:pt modelId="{9FCA339D-A173-4534-AFD0-31069B40776F}" type="parTrans" cxnId="{8F8B633D-4A67-4B87-9CD7-E37324C06870}">
      <dgm:prSet/>
      <dgm:spPr/>
      <dgm:t>
        <a:bodyPr/>
        <a:lstStyle/>
        <a:p>
          <a:endParaRPr lang="en-DK"/>
        </a:p>
      </dgm:t>
    </dgm:pt>
    <dgm:pt modelId="{CADA303A-60E9-4D27-8DB5-A8E09303D8AB}" type="sibTrans" cxnId="{8F8B633D-4A67-4B87-9CD7-E37324C06870}">
      <dgm:prSet/>
      <dgm:spPr/>
      <dgm:t>
        <a:bodyPr/>
        <a:lstStyle/>
        <a:p>
          <a:endParaRPr lang="en-DK"/>
        </a:p>
      </dgm:t>
    </dgm:pt>
    <dgm:pt modelId="{3C45ED5A-A153-409A-8DF9-E1BF4E5B0C19}">
      <dgm:prSet phldrT="[Text]" phldr="0"/>
      <dgm:spPr/>
      <dgm:t>
        <a:bodyPr/>
        <a:lstStyle/>
        <a:p>
          <a:r>
            <a:rPr lang="en-US"/>
            <a:t>Direct ink writing</a:t>
          </a:r>
          <a:endParaRPr lang="en-DK" dirty="0"/>
        </a:p>
      </dgm:t>
    </dgm:pt>
    <dgm:pt modelId="{C724F964-4CD8-4FBA-A669-53F0C6A4DBC6}" type="parTrans" cxnId="{AA8EAB81-A251-49FF-8976-4265A5ABBCBE}">
      <dgm:prSet/>
      <dgm:spPr/>
      <dgm:t>
        <a:bodyPr/>
        <a:lstStyle/>
        <a:p>
          <a:endParaRPr lang="en-DK"/>
        </a:p>
      </dgm:t>
    </dgm:pt>
    <dgm:pt modelId="{E6159B3A-79DF-4F6A-BA79-36D86605AB2E}" type="sibTrans" cxnId="{AA8EAB81-A251-49FF-8976-4265A5ABBCBE}">
      <dgm:prSet/>
      <dgm:spPr/>
      <dgm:t>
        <a:bodyPr/>
        <a:lstStyle/>
        <a:p>
          <a:endParaRPr lang="en-DK"/>
        </a:p>
      </dgm:t>
    </dgm:pt>
    <dgm:pt modelId="{E55E1D4D-8130-4323-8972-C0D87AFE4F78}">
      <dgm:prSet phldrT="[Text]" phldr="0"/>
      <dgm:spPr/>
      <dgm:t>
        <a:bodyPr/>
        <a:lstStyle/>
        <a:p>
          <a:r>
            <a:rPr lang="en-US" dirty="0"/>
            <a:t>Fused granulate fabrication</a:t>
          </a:r>
          <a:endParaRPr lang="en-DK" dirty="0"/>
        </a:p>
      </dgm:t>
    </dgm:pt>
    <dgm:pt modelId="{6508BBE3-C649-472D-9091-EF0F0650B304}" type="parTrans" cxnId="{84865C2E-898B-4E8C-BA5A-B84635BD7FA7}">
      <dgm:prSet/>
      <dgm:spPr/>
      <dgm:t>
        <a:bodyPr/>
        <a:lstStyle/>
        <a:p>
          <a:endParaRPr lang="en-DK"/>
        </a:p>
      </dgm:t>
    </dgm:pt>
    <dgm:pt modelId="{C30A21A3-43D4-487A-9DC6-26A183EEE531}" type="sibTrans" cxnId="{84865C2E-898B-4E8C-BA5A-B84635BD7FA7}">
      <dgm:prSet/>
      <dgm:spPr/>
      <dgm:t>
        <a:bodyPr/>
        <a:lstStyle/>
        <a:p>
          <a:endParaRPr lang="en-DK"/>
        </a:p>
      </dgm:t>
    </dgm:pt>
    <dgm:pt modelId="{A4D1500D-E414-414D-80E6-41DC2AAB2F92}" type="pres">
      <dgm:prSet presAssocID="{6837BB10-987C-4F6A-981E-A79610785CA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8D71AAE-BD75-47A7-B389-2375321BA2D1}" type="pres">
      <dgm:prSet presAssocID="{E41CBF92-333A-4D44-8505-B24B927F8006}" presName="hierRoot1" presStyleCnt="0">
        <dgm:presLayoutVars>
          <dgm:hierBranch val="init"/>
        </dgm:presLayoutVars>
      </dgm:prSet>
      <dgm:spPr/>
    </dgm:pt>
    <dgm:pt modelId="{2B3BE654-C2FC-45F2-8788-1EB22233CF7D}" type="pres">
      <dgm:prSet presAssocID="{E41CBF92-333A-4D44-8505-B24B927F8006}" presName="rootComposite1" presStyleCnt="0"/>
      <dgm:spPr/>
    </dgm:pt>
    <dgm:pt modelId="{E9AD8690-5DAD-474D-84EC-3FECA88802A9}" type="pres">
      <dgm:prSet presAssocID="{E41CBF92-333A-4D44-8505-B24B927F8006}" presName="rootText1" presStyleLbl="node0" presStyleIdx="0" presStyleCnt="1">
        <dgm:presLayoutVars>
          <dgm:chPref val="3"/>
        </dgm:presLayoutVars>
      </dgm:prSet>
      <dgm:spPr/>
    </dgm:pt>
    <dgm:pt modelId="{DB0878A2-7F01-467E-8E10-E7D9210DD2D7}" type="pres">
      <dgm:prSet presAssocID="{E41CBF92-333A-4D44-8505-B24B927F8006}" presName="rootConnector1" presStyleLbl="node1" presStyleIdx="0" presStyleCnt="0"/>
      <dgm:spPr/>
    </dgm:pt>
    <dgm:pt modelId="{2E7F1226-8215-4892-A35D-03C6D532FD2A}" type="pres">
      <dgm:prSet presAssocID="{E41CBF92-333A-4D44-8505-B24B927F8006}" presName="hierChild2" presStyleCnt="0"/>
      <dgm:spPr/>
    </dgm:pt>
    <dgm:pt modelId="{0441DAFA-3E1B-49C2-9328-716F1FBB5025}" type="pres">
      <dgm:prSet presAssocID="{C171412F-2B19-444E-B1DD-8BBD1EA552A6}" presName="Name37" presStyleLbl="parChTrans1D2" presStyleIdx="0" presStyleCnt="4"/>
      <dgm:spPr/>
    </dgm:pt>
    <dgm:pt modelId="{E16D1E64-22A4-435A-8695-7C07F59DBEDF}" type="pres">
      <dgm:prSet presAssocID="{1E5B65BE-1DAA-4A5B-8CD9-BB5BA7B4F1A8}" presName="hierRoot2" presStyleCnt="0">
        <dgm:presLayoutVars>
          <dgm:hierBranch val="init"/>
        </dgm:presLayoutVars>
      </dgm:prSet>
      <dgm:spPr/>
    </dgm:pt>
    <dgm:pt modelId="{D6E6FECC-EEFF-45E2-A98C-9AAC495B5F56}" type="pres">
      <dgm:prSet presAssocID="{1E5B65BE-1DAA-4A5B-8CD9-BB5BA7B4F1A8}" presName="rootComposite" presStyleCnt="0"/>
      <dgm:spPr/>
    </dgm:pt>
    <dgm:pt modelId="{CF7D6F96-10C0-4899-B31B-605C6D515E09}" type="pres">
      <dgm:prSet presAssocID="{1E5B65BE-1DAA-4A5B-8CD9-BB5BA7B4F1A8}" presName="rootText" presStyleLbl="node2" presStyleIdx="0" presStyleCnt="4">
        <dgm:presLayoutVars>
          <dgm:chPref val="3"/>
        </dgm:presLayoutVars>
      </dgm:prSet>
      <dgm:spPr/>
    </dgm:pt>
    <dgm:pt modelId="{63ACC7F6-F842-458F-852A-593BE9396250}" type="pres">
      <dgm:prSet presAssocID="{1E5B65BE-1DAA-4A5B-8CD9-BB5BA7B4F1A8}" presName="rootConnector" presStyleLbl="node2" presStyleIdx="0" presStyleCnt="4"/>
      <dgm:spPr/>
    </dgm:pt>
    <dgm:pt modelId="{B2E3459F-5C46-48D5-8DF3-BEFEF72E0B00}" type="pres">
      <dgm:prSet presAssocID="{1E5B65BE-1DAA-4A5B-8CD9-BB5BA7B4F1A8}" presName="hierChild4" presStyleCnt="0"/>
      <dgm:spPr/>
    </dgm:pt>
    <dgm:pt modelId="{C85758E6-AE0F-4F75-90FD-BD28546012A9}" type="pres">
      <dgm:prSet presAssocID="{1E5B65BE-1DAA-4A5B-8CD9-BB5BA7B4F1A8}" presName="hierChild5" presStyleCnt="0"/>
      <dgm:spPr/>
    </dgm:pt>
    <dgm:pt modelId="{0F7BC1D3-C848-4ED8-BF31-BDF95EF3FCF5}" type="pres">
      <dgm:prSet presAssocID="{89F2F2E0-FFE6-4796-8E0B-B23AB2AAC747}" presName="Name37" presStyleLbl="parChTrans1D2" presStyleIdx="1" presStyleCnt="4"/>
      <dgm:spPr/>
    </dgm:pt>
    <dgm:pt modelId="{1B76FE1E-368A-42B4-817A-9C02F7AD74DB}" type="pres">
      <dgm:prSet presAssocID="{33D64302-18E9-4A1A-BE52-892B6FDC69B0}" presName="hierRoot2" presStyleCnt="0">
        <dgm:presLayoutVars>
          <dgm:hierBranch val="init"/>
        </dgm:presLayoutVars>
      </dgm:prSet>
      <dgm:spPr/>
    </dgm:pt>
    <dgm:pt modelId="{4AC51CAE-1685-4150-A694-945BC5459CBB}" type="pres">
      <dgm:prSet presAssocID="{33D64302-18E9-4A1A-BE52-892B6FDC69B0}" presName="rootComposite" presStyleCnt="0"/>
      <dgm:spPr/>
    </dgm:pt>
    <dgm:pt modelId="{871A6ED8-8A9A-480E-8365-20FD2D07CB7C}" type="pres">
      <dgm:prSet presAssocID="{33D64302-18E9-4A1A-BE52-892B6FDC69B0}" presName="rootText" presStyleLbl="node2" presStyleIdx="1" presStyleCnt="4">
        <dgm:presLayoutVars>
          <dgm:chPref val="3"/>
        </dgm:presLayoutVars>
      </dgm:prSet>
      <dgm:spPr/>
    </dgm:pt>
    <dgm:pt modelId="{C20E90A7-126F-44F8-898E-D37221F7BC07}" type="pres">
      <dgm:prSet presAssocID="{33D64302-18E9-4A1A-BE52-892B6FDC69B0}" presName="rootConnector" presStyleLbl="node2" presStyleIdx="1" presStyleCnt="4"/>
      <dgm:spPr/>
    </dgm:pt>
    <dgm:pt modelId="{7989F2A4-32BB-4A9B-84E0-8E5F80D16BA9}" type="pres">
      <dgm:prSet presAssocID="{33D64302-18E9-4A1A-BE52-892B6FDC69B0}" presName="hierChild4" presStyleCnt="0"/>
      <dgm:spPr/>
    </dgm:pt>
    <dgm:pt modelId="{6032EDF5-3564-42CB-BF7F-B21BBBDB03EF}" type="pres">
      <dgm:prSet presAssocID="{33D64302-18E9-4A1A-BE52-892B6FDC69B0}" presName="hierChild5" presStyleCnt="0"/>
      <dgm:spPr/>
    </dgm:pt>
    <dgm:pt modelId="{0BE42FF7-0C1F-41B1-8568-6C0D154F1289}" type="pres">
      <dgm:prSet presAssocID="{DBBB2174-A4E8-4150-907E-2F39F0CFC60F}" presName="Name37" presStyleLbl="parChTrans1D2" presStyleIdx="2" presStyleCnt="4"/>
      <dgm:spPr/>
    </dgm:pt>
    <dgm:pt modelId="{FF795480-3F0C-43DF-874F-4DE1A60681FA}" type="pres">
      <dgm:prSet presAssocID="{C3065C6E-EBF3-410C-A327-0DB4FFB7FDA0}" presName="hierRoot2" presStyleCnt="0">
        <dgm:presLayoutVars>
          <dgm:hierBranch val="init"/>
        </dgm:presLayoutVars>
      </dgm:prSet>
      <dgm:spPr/>
    </dgm:pt>
    <dgm:pt modelId="{8995986A-19A0-46C3-9B27-3ADB6CC823BB}" type="pres">
      <dgm:prSet presAssocID="{C3065C6E-EBF3-410C-A327-0DB4FFB7FDA0}" presName="rootComposite" presStyleCnt="0"/>
      <dgm:spPr/>
    </dgm:pt>
    <dgm:pt modelId="{CB1FE7C7-E636-467B-8529-FE2557051543}" type="pres">
      <dgm:prSet presAssocID="{C3065C6E-EBF3-410C-A327-0DB4FFB7FDA0}" presName="rootText" presStyleLbl="node2" presStyleIdx="2" presStyleCnt="4">
        <dgm:presLayoutVars>
          <dgm:chPref val="3"/>
        </dgm:presLayoutVars>
      </dgm:prSet>
      <dgm:spPr/>
    </dgm:pt>
    <dgm:pt modelId="{222E34FD-A162-4D07-97BF-62093F47E968}" type="pres">
      <dgm:prSet presAssocID="{C3065C6E-EBF3-410C-A327-0DB4FFB7FDA0}" presName="rootConnector" presStyleLbl="node2" presStyleIdx="2" presStyleCnt="4"/>
      <dgm:spPr/>
    </dgm:pt>
    <dgm:pt modelId="{B82E1E74-8948-4C65-B030-96BC7B5E36D7}" type="pres">
      <dgm:prSet presAssocID="{C3065C6E-EBF3-410C-A327-0DB4FFB7FDA0}" presName="hierChild4" presStyleCnt="0"/>
      <dgm:spPr/>
    </dgm:pt>
    <dgm:pt modelId="{B333FE3C-8C0D-4DE1-A2B5-1B00A7ABE366}" type="pres">
      <dgm:prSet presAssocID="{C3065C6E-EBF3-410C-A327-0DB4FFB7FDA0}" presName="hierChild5" presStyleCnt="0"/>
      <dgm:spPr/>
    </dgm:pt>
    <dgm:pt modelId="{C0C7BDF1-1283-4D53-9E7C-AC29A9FCEEC7}" type="pres">
      <dgm:prSet presAssocID="{BB875F6D-D686-46F7-9407-98BE725B6115}" presName="Name37" presStyleLbl="parChTrans1D2" presStyleIdx="3" presStyleCnt="4"/>
      <dgm:spPr/>
    </dgm:pt>
    <dgm:pt modelId="{41C302DC-6C17-4DB5-B629-7B92A83D41C0}" type="pres">
      <dgm:prSet presAssocID="{C8016469-18E8-4E2D-8F41-35462E3FC63E}" presName="hierRoot2" presStyleCnt="0">
        <dgm:presLayoutVars>
          <dgm:hierBranch val="init"/>
        </dgm:presLayoutVars>
      </dgm:prSet>
      <dgm:spPr/>
    </dgm:pt>
    <dgm:pt modelId="{63B2F2FE-191C-46A5-A67B-EF1864DD276F}" type="pres">
      <dgm:prSet presAssocID="{C8016469-18E8-4E2D-8F41-35462E3FC63E}" presName="rootComposite" presStyleCnt="0"/>
      <dgm:spPr/>
    </dgm:pt>
    <dgm:pt modelId="{17F839CA-601E-4CD0-ACD0-EB374AD36C4B}" type="pres">
      <dgm:prSet presAssocID="{C8016469-18E8-4E2D-8F41-35462E3FC63E}" presName="rootText" presStyleLbl="node2" presStyleIdx="3" presStyleCnt="4">
        <dgm:presLayoutVars>
          <dgm:chPref val="3"/>
        </dgm:presLayoutVars>
      </dgm:prSet>
      <dgm:spPr/>
    </dgm:pt>
    <dgm:pt modelId="{ADCCA7EF-0503-4F6F-8B1C-C7BD55FCEADC}" type="pres">
      <dgm:prSet presAssocID="{C8016469-18E8-4E2D-8F41-35462E3FC63E}" presName="rootConnector" presStyleLbl="node2" presStyleIdx="3" presStyleCnt="4"/>
      <dgm:spPr/>
    </dgm:pt>
    <dgm:pt modelId="{1DFA3550-DE96-4094-AB8E-E02EA385D84A}" type="pres">
      <dgm:prSet presAssocID="{C8016469-18E8-4E2D-8F41-35462E3FC63E}" presName="hierChild4" presStyleCnt="0"/>
      <dgm:spPr/>
    </dgm:pt>
    <dgm:pt modelId="{F73E0AAE-F99D-42A4-89DE-CACC9714C8C4}" type="pres">
      <dgm:prSet presAssocID="{9FCA339D-A173-4534-AFD0-31069B40776F}" presName="Name37" presStyleLbl="parChTrans1D3" presStyleIdx="0" presStyleCnt="3"/>
      <dgm:spPr/>
    </dgm:pt>
    <dgm:pt modelId="{82F5166A-2980-4114-B033-45A838B36035}" type="pres">
      <dgm:prSet presAssocID="{78C85D6D-2AC1-4230-96D3-B8F7E4AEB2EE}" presName="hierRoot2" presStyleCnt="0">
        <dgm:presLayoutVars>
          <dgm:hierBranch val="init"/>
        </dgm:presLayoutVars>
      </dgm:prSet>
      <dgm:spPr/>
    </dgm:pt>
    <dgm:pt modelId="{E0A95CF2-9E66-4CAA-BE15-F84B4AFB4855}" type="pres">
      <dgm:prSet presAssocID="{78C85D6D-2AC1-4230-96D3-B8F7E4AEB2EE}" presName="rootComposite" presStyleCnt="0"/>
      <dgm:spPr/>
    </dgm:pt>
    <dgm:pt modelId="{8D9D5234-8E0C-4A6E-AEC2-F5679278FC45}" type="pres">
      <dgm:prSet presAssocID="{78C85D6D-2AC1-4230-96D3-B8F7E4AEB2EE}" presName="rootText" presStyleLbl="node3" presStyleIdx="0" presStyleCnt="3">
        <dgm:presLayoutVars>
          <dgm:chPref val="3"/>
        </dgm:presLayoutVars>
      </dgm:prSet>
      <dgm:spPr/>
    </dgm:pt>
    <dgm:pt modelId="{240796CE-84FF-4E1C-8089-A3889560AC36}" type="pres">
      <dgm:prSet presAssocID="{78C85D6D-2AC1-4230-96D3-B8F7E4AEB2EE}" presName="rootConnector" presStyleLbl="node3" presStyleIdx="0" presStyleCnt="3"/>
      <dgm:spPr/>
    </dgm:pt>
    <dgm:pt modelId="{F54DAC1F-796B-477E-88E1-39C080BF9A36}" type="pres">
      <dgm:prSet presAssocID="{78C85D6D-2AC1-4230-96D3-B8F7E4AEB2EE}" presName="hierChild4" presStyleCnt="0"/>
      <dgm:spPr/>
    </dgm:pt>
    <dgm:pt modelId="{B5A467ED-84DC-4F60-B4AF-F8C40BB44227}" type="pres">
      <dgm:prSet presAssocID="{78C85D6D-2AC1-4230-96D3-B8F7E4AEB2EE}" presName="hierChild5" presStyleCnt="0"/>
      <dgm:spPr/>
    </dgm:pt>
    <dgm:pt modelId="{46E7579F-6DD0-400E-ADBE-E626749C776F}" type="pres">
      <dgm:prSet presAssocID="{C724F964-4CD8-4FBA-A669-53F0C6A4DBC6}" presName="Name37" presStyleLbl="parChTrans1D3" presStyleIdx="1" presStyleCnt="3"/>
      <dgm:spPr/>
    </dgm:pt>
    <dgm:pt modelId="{CC62BA39-093E-4C91-88A8-26FBDAE110B7}" type="pres">
      <dgm:prSet presAssocID="{3C45ED5A-A153-409A-8DF9-E1BF4E5B0C19}" presName="hierRoot2" presStyleCnt="0">
        <dgm:presLayoutVars>
          <dgm:hierBranch val="init"/>
        </dgm:presLayoutVars>
      </dgm:prSet>
      <dgm:spPr/>
    </dgm:pt>
    <dgm:pt modelId="{AB823C65-E98A-4ECB-8769-7AF00E335EE5}" type="pres">
      <dgm:prSet presAssocID="{3C45ED5A-A153-409A-8DF9-E1BF4E5B0C19}" presName="rootComposite" presStyleCnt="0"/>
      <dgm:spPr/>
    </dgm:pt>
    <dgm:pt modelId="{2E4C9DF0-5B10-4844-A70F-01E45CC6FABD}" type="pres">
      <dgm:prSet presAssocID="{3C45ED5A-A153-409A-8DF9-E1BF4E5B0C19}" presName="rootText" presStyleLbl="node3" presStyleIdx="1" presStyleCnt="3">
        <dgm:presLayoutVars>
          <dgm:chPref val="3"/>
        </dgm:presLayoutVars>
      </dgm:prSet>
      <dgm:spPr/>
    </dgm:pt>
    <dgm:pt modelId="{DF6C6975-83E5-4391-A4EC-0AD7C0A1FD45}" type="pres">
      <dgm:prSet presAssocID="{3C45ED5A-A153-409A-8DF9-E1BF4E5B0C19}" presName="rootConnector" presStyleLbl="node3" presStyleIdx="1" presStyleCnt="3"/>
      <dgm:spPr/>
    </dgm:pt>
    <dgm:pt modelId="{55768FFE-F474-44D2-B7EC-35FE4BE3F75C}" type="pres">
      <dgm:prSet presAssocID="{3C45ED5A-A153-409A-8DF9-E1BF4E5B0C19}" presName="hierChild4" presStyleCnt="0"/>
      <dgm:spPr/>
    </dgm:pt>
    <dgm:pt modelId="{82CC3FF0-E427-4791-87DC-BB7ED080552C}" type="pres">
      <dgm:prSet presAssocID="{3C45ED5A-A153-409A-8DF9-E1BF4E5B0C19}" presName="hierChild5" presStyleCnt="0"/>
      <dgm:spPr/>
    </dgm:pt>
    <dgm:pt modelId="{EB901FBC-406D-49A9-9299-174F089F6931}" type="pres">
      <dgm:prSet presAssocID="{6508BBE3-C649-472D-9091-EF0F0650B304}" presName="Name37" presStyleLbl="parChTrans1D3" presStyleIdx="2" presStyleCnt="3"/>
      <dgm:spPr/>
    </dgm:pt>
    <dgm:pt modelId="{115234B8-599F-431A-B238-B3103623F5A8}" type="pres">
      <dgm:prSet presAssocID="{E55E1D4D-8130-4323-8972-C0D87AFE4F78}" presName="hierRoot2" presStyleCnt="0">
        <dgm:presLayoutVars>
          <dgm:hierBranch val="init"/>
        </dgm:presLayoutVars>
      </dgm:prSet>
      <dgm:spPr/>
    </dgm:pt>
    <dgm:pt modelId="{FC5E53A2-06F9-43A8-A1CF-B955130F1022}" type="pres">
      <dgm:prSet presAssocID="{E55E1D4D-8130-4323-8972-C0D87AFE4F78}" presName="rootComposite" presStyleCnt="0"/>
      <dgm:spPr/>
    </dgm:pt>
    <dgm:pt modelId="{3D326CBC-754A-4891-8CBB-52CAE366C635}" type="pres">
      <dgm:prSet presAssocID="{E55E1D4D-8130-4323-8972-C0D87AFE4F78}" presName="rootText" presStyleLbl="node3" presStyleIdx="2" presStyleCnt="3">
        <dgm:presLayoutVars>
          <dgm:chPref val="3"/>
        </dgm:presLayoutVars>
      </dgm:prSet>
      <dgm:spPr/>
    </dgm:pt>
    <dgm:pt modelId="{1D50F4E1-4745-4061-B0E9-61CA71EF6C60}" type="pres">
      <dgm:prSet presAssocID="{E55E1D4D-8130-4323-8972-C0D87AFE4F78}" presName="rootConnector" presStyleLbl="node3" presStyleIdx="2" presStyleCnt="3"/>
      <dgm:spPr/>
    </dgm:pt>
    <dgm:pt modelId="{5566E246-E3C0-449A-BD4E-0271E6FC4315}" type="pres">
      <dgm:prSet presAssocID="{E55E1D4D-8130-4323-8972-C0D87AFE4F78}" presName="hierChild4" presStyleCnt="0"/>
      <dgm:spPr/>
    </dgm:pt>
    <dgm:pt modelId="{41AF8C94-E0D9-44CB-BDC4-1A39001D1084}" type="pres">
      <dgm:prSet presAssocID="{E55E1D4D-8130-4323-8972-C0D87AFE4F78}" presName="hierChild5" presStyleCnt="0"/>
      <dgm:spPr/>
    </dgm:pt>
    <dgm:pt modelId="{56216A17-16CC-42A6-A59B-740465FC16BA}" type="pres">
      <dgm:prSet presAssocID="{C8016469-18E8-4E2D-8F41-35462E3FC63E}" presName="hierChild5" presStyleCnt="0"/>
      <dgm:spPr/>
    </dgm:pt>
    <dgm:pt modelId="{C1F317DA-546F-4085-B913-3101495D36C2}" type="pres">
      <dgm:prSet presAssocID="{E41CBF92-333A-4D44-8505-B24B927F8006}" presName="hierChild3" presStyleCnt="0"/>
      <dgm:spPr/>
    </dgm:pt>
  </dgm:ptLst>
  <dgm:cxnLst>
    <dgm:cxn modelId="{0BFDC900-AE37-4D8C-801B-79594EBFC7A4}" srcId="{E41CBF92-333A-4D44-8505-B24B927F8006}" destId="{C8016469-18E8-4E2D-8F41-35462E3FC63E}" srcOrd="3" destOrd="0" parTransId="{BB875F6D-D686-46F7-9407-98BE725B6115}" sibTransId="{C3A14A51-5EF9-4AA6-854B-55CFA29B3A72}"/>
    <dgm:cxn modelId="{7086D805-5307-4A34-8D15-EBBAAFDA9095}" type="presOf" srcId="{3C45ED5A-A153-409A-8DF9-E1BF4E5B0C19}" destId="{DF6C6975-83E5-4391-A4EC-0AD7C0A1FD45}" srcOrd="1" destOrd="0" presId="urn:microsoft.com/office/officeart/2005/8/layout/orgChart1"/>
    <dgm:cxn modelId="{F4512221-DA0B-4F77-A05B-8B9CD5187396}" type="presOf" srcId="{BB875F6D-D686-46F7-9407-98BE725B6115}" destId="{C0C7BDF1-1283-4D53-9E7C-AC29A9FCEEC7}" srcOrd="0" destOrd="0" presId="urn:microsoft.com/office/officeart/2005/8/layout/orgChart1"/>
    <dgm:cxn modelId="{7A3D7127-1665-477B-8D94-E68E64756BD3}" type="presOf" srcId="{C8016469-18E8-4E2D-8F41-35462E3FC63E}" destId="{ADCCA7EF-0503-4F6F-8B1C-C7BD55FCEADC}" srcOrd="1" destOrd="0" presId="urn:microsoft.com/office/officeart/2005/8/layout/orgChart1"/>
    <dgm:cxn modelId="{1C75DA2A-81ED-450B-843B-45BABE2D0A24}" type="presOf" srcId="{9FCA339D-A173-4534-AFD0-31069B40776F}" destId="{F73E0AAE-F99D-42A4-89DE-CACC9714C8C4}" srcOrd="0" destOrd="0" presId="urn:microsoft.com/office/officeart/2005/8/layout/orgChart1"/>
    <dgm:cxn modelId="{84865C2E-898B-4E8C-BA5A-B84635BD7FA7}" srcId="{C8016469-18E8-4E2D-8F41-35462E3FC63E}" destId="{E55E1D4D-8130-4323-8972-C0D87AFE4F78}" srcOrd="2" destOrd="0" parTransId="{6508BBE3-C649-472D-9091-EF0F0650B304}" sibTransId="{C30A21A3-43D4-487A-9DC6-26A183EEE531}"/>
    <dgm:cxn modelId="{E1E32131-6D38-4399-BDC4-B58462580BE4}" type="presOf" srcId="{33D64302-18E9-4A1A-BE52-892B6FDC69B0}" destId="{C20E90A7-126F-44F8-898E-D37221F7BC07}" srcOrd="1" destOrd="0" presId="urn:microsoft.com/office/officeart/2005/8/layout/orgChart1"/>
    <dgm:cxn modelId="{3CAA0932-F731-419B-8282-861FBB61BAB7}" type="presOf" srcId="{89F2F2E0-FFE6-4796-8E0B-B23AB2AAC747}" destId="{0F7BC1D3-C848-4ED8-BF31-BDF95EF3FCF5}" srcOrd="0" destOrd="0" presId="urn:microsoft.com/office/officeart/2005/8/layout/orgChart1"/>
    <dgm:cxn modelId="{8F8B633D-4A67-4B87-9CD7-E37324C06870}" srcId="{C8016469-18E8-4E2D-8F41-35462E3FC63E}" destId="{78C85D6D-2AC1-4230-96D3-B8F7E4AEB2EE}" srcOrd="0" destOrd="0" parTransId="{9FCA339D-A173-4534-AFD0-31069B40776F}" sibTransId="{CADA303A-60E9-4D27-8DB5-A8E09303D8AB}"/>
    <dgm:cxn modelId="{07F5DE61-E517-4DF9-8CB4-A68EE1C8B05E}" type="presOf" srcId="{E55E1D4D-8130-4323-8972-C0D87AFE4F78}" destId="{1D50F4E1-4745-4061-B0E9-61CA71EF6C60}" srcOrd="1" destOrd="0" presId="urn:microsoft.com/office/officeart/2005/8/layout/orgChart1"/>
    <dgm:cxn modelId="{3268A269-A01D-4C4E-AFA7-2243E0A3E77F}" type="presOf" srcId="{E41CBF92-333A-4D44-8505-B24B927F8006}" destId="{E9AD8690-5DAD-474D-84EC-3FECA88802A9}" srcOrd="0" destOrd="0" presId="urn:microsoft.com/office/officeart/2005/8/layout/orgChart1"/>
    <dgm:cxn modelId="{1C28726A-A5DD-4A15-8FBF-418643FA70F6}" srcId="{E41CBF92-333A-4D44-8505-B24B927F8006}" destId="{33D64302-18E9-4A1A-BE52-892B6FDC69B0}" srcOrd="1" destOrd="0" parTransId="{89F2F2E0-FFE6-4796-8E0B-B23AB2AAC747}" sibTransId="{577EEAA4-0F94-4152-B4AD-EA865CE46130}"/>
    <dgm:cxn modelId="{C457E74A-DC7A-4E76-B328-0F39405CB337}" type="presOf" srcId="{E55E1D4D-8130-4323-8972-C0D87AFE4F78}" destId="{3D326CBC-754A-4891-8CBB-52CAE366C635}" srcOrd="0" destOrd="0" presId="urn:microsoft.com/office/officeart/2005/8/layout/orgChart1"/>
    <dgm:cxn modelId="{086ED96C-3FFE-4BF7-911F-BE45A2557DF9}" type="presOf" srcId="{1E5B65BE-1DAA-4A5B-8CD9-BB5BA7B4F1A8}" destId="{63ACC7F6-F842-458F-852A-593BE9396250}" srcOrd="1" destOrd="0" presId="urn:microsoft.com/office/officeart/2005/8/layout/orgChart1"/>
    <dgm:cxn modelId="{581BD156-391E-482D-ABCF-8258403DF031}" type="presOf" srcId="{C171412F-2B19-444E-B1DD-8BBD1EA552A6}" destId="{0441DAFA-3E1B-49C2-9328-716F1FBB5025}" srcOrd="0" destOrd="0" presId="urn:microsoft.com/office/officeart/2005/8/layout/orgChart1"/>
    <dgm:cxn modelId="{EE836C7A-F2B3-44F7-99F6-696715D7EB1B}" type="presOf" srcId="{1E5B65BE-1DAA-4A5B-8CD9-BB5BA7B4F1A8}" destId="{CF7D6F96-10C0-4899-B31B-605C6D515E09}" srcOrd="0" destOrd="0" presId="urn:microsoft.com/office/officeart/2005/8/layout/orgChart1"/>
    <dgm:cxn modelId="{AA8EAB81-A251-49FF-8976-4265A5ABBCBE}" srcId="{C8016469-18E8-4E2D-8F41-35462E3FC63E}" destId="{3C45ED5A-A153-409A-8DF9-E1BF4E5B0C19}" srcOrd="1" destOrd="0" parTransId="{C724F964-4CD8-4FBA-A669-53F0C6A4DBC6}" sibTransId="{E6159B3A-79DF-4F6A-BA79-36D86605AB2E}"/>
    <dgm:cxn modelId="{9AB7D18A-7578-4559-B971-51B80845BC7C}" type="presOf" srcId="{C8016469-18E8-4E2D-8F41-35462E3FC63E}" destId="{17F839CA-601E-4CD0-ACD0-EB374AD36C4B}" srcOrd="0" destOrd="0" presId="urn:microsoft.com/office/officeart/2005/8/layout/orgChart1"/>
    <dgm:cxn modelId="{D94CF18E-6922-4048-97C7-5422BA671F7A}" type="presOf" srcId="{33D64302-18E9-4A1A-BE52-892B6FDC69B0}" destId="{871A6ED8-8A9A-480E-8365-20FD2D07CB7C}" srcOrd="0" destOrd="0" presId="urn:microsoft.com/office/officeart/2005/8/layout/orgChart1"/>
    <dgm:cxn modelId="{490FF298-AAB2-424E-87E2-069174A1524E}" type="presOf" srcId="{78C85D6D-2AC1-4230-96D3-B8F7E4AEB2EE}" destId="{8D9D5234-8E0C-4A6E-AEC2-F5679278FC45}" srcOrd="0" destOrd="0" presId="urn:microsoft.com/office/officeart/2005/8/layout/orgChart1"/>
    <dgm:cxn modelId="{0A40D29A-D6E1-4B04-A80B-1C3013499001}" type="presOf" srcId="{C3065C6E-EBF3-410C-A327-0DB4FFB7FDA0}" destId="{222E34FD-A162-4D07-97BF-62093F47E968}" srcOrd="1" destOrd="0" presId="urn:microsoft.com/office/officeart/2005/8/layout/orgChart1"/>
    <dgm:cxn modelId="{E7CCD99A-AFC4-471C-BCED-6A03D7CF55DD}" type="presOf" srcId="{6837BB10-987C-4F6A-981E-A79610785CAB}" destId="{A4D1500D-E414-414D-80E6-41DC2AAB2F92}" srcOrd="0" destOrd="0" presId="urn:microsoft.com/office/officeart/2005/8/layout/orgChart1"/>
    <dgm:cxn modelId="{540BAB9B-B16B-4C0C-AF0B-AD8B7402F992}" type="presOf" srcId="{C3065C6E-EBF3-410C-A327-0DB4FFB7FDA0}" destId="{CB1FE7C7-E636-467B-8529-FE2557051543}" srcOrd="0" destOrd="0" presId="urn:microsoft.com/office/officeart/2005/8/layout/orgChart1"/>
    <dgm:cxn modelId="{7AE478A5-3BB0-49C6-9C9D-BAD4B80C7F43}" srcId="{E41CBF92-333A-4D44-8505-B24B927F8006}" destId="{1E5B65BE-1DAA-4A5B-8CD9-BB5BA7B4F1A8}" srcOrd="0" destOrd="0" parTransId="{C171412F-2B19-444E-B1DD-8BBD1EA552A6}" sibTransId="{3B419F3B-A8D1-4412-BDFC-AA2B7938C643}"/>
    <dgm:cxn modelId="{980E27BA-59C3-4236-96D5-43B1EBE5EB6B}" type="presOf" srcId="{6508BBE3-C649-472D-9091-EF0F0650B304}" destId="{EB901FBC-406D-49A9-9299-174F089F6931}" srcOrd="0" destOrd="0" presId="urn:microsoft.com/office/officeart/2005/8/layout/orgChart1"/>
    <dgm:cxn modelId="{DF8D19D2-3237-4F11-A32F-BA6811CCFC94}" type="presOf" srcId="{DBBB2174-A4E8-4150-907E-2F39F0CFC60F}" destId="{0BE42FF7-0C1F-41B1-8568-6C0D154F1289}" srcOrd="0" destOrd="0" presId="urn:microsoft.com/office/officeart/2005/8/layout/orgChart1"/>
    <dgm:cxn modelId="{C15AE0D4-3768-4A9D-86C9-33FE1EC771B3}" srcId="{6837BB10-987C-4F6A-981E-A79610785CAB}" destId="{E41CBF92-333A-4D44-8505-B24B927F8006}" srcOrd="0" destOrd="0" parTransId="{F4DBBA38-2827-4778-9471-1ABCAB1A883B}" sibTransId="{5282F87E-714D-4FB6-8516-5142D8F5333A}"/>
    <dgm:cxn modelId="{CFE745E7-C3DE-4FB5-A59D-53FE529D4A95}" type="presOf" srcId="{E41CBF92-333A-4D44-8505-B24B927F8006}" destId="{DB0878A2-7F01-467E-8E10-E7D9210DD2D7}" srcOrd="1" destOrd="0" presId="urn:microsoft.com/office/officeart/2005/8/layout/orgChart1"/>
    <dgm:cxn modelId="{D16FF0E8-E736-4742-80F1-E479A14E94E4}" type="presOf" srcId="{78C85D6D-2AC1-4230-96D3-B8F7E4AEB2EE}" destId="{240796CE-84FF-4E1C-8089-A3889560AC36}" srcOrd="1" destOrd="0" presId="urn:microsoft.com/office/officeart/2005/8/layout/orgChart1"/>
    <dgm:cxn modelId="{AAC96CE9-B277-4008-969F-2C98403C55B3}" srcId="{E41CBF92-333A-4D44-8505-B24B927F8006}" destId="{C3065C6E-EBF3-410C-A327-0DB4FFB7FDA0}" srcOrd="2" destOrd="0" parTransId="{DBBB2174-A4E8-4150-907E-2F39F0CFC60F}" sibTransId="{52EF3B3B-E0CF-43F7-AFAE-BF1115070164}"/>
    <dgm:cxn modelId="{08C955E9-447E-4275-A8E4-4E4B14C7CE1C}" type="presOf" srcId="{3C45ED5A-A153-409A-8DF9-E1BF4E5B0C19}" destId="{2E4C9DF0-5B10-4844-A70F-01E45CC6FABD}" srcOrd="0" destOrd="0" presId="urn:microsoft.com/office/officeart/2005/8/layout/orgChart1"/>
    <dgm:cxn modelId="{A419BEEF-2806-4460-BBB0-EEEC8060BD03}" type="presOf" srcId="{C724F964-4CD8-4FBA-A669-53F0C6A4DBC6}" destId="{46E7579F-6DD0-400E-ADBE-E626749C776F}" srcOrd="0" destOrd="0" presId="urn:microsoft.com/office/officeart/2005/8/layout/orgChart1"/>
    <dgm:cxn modelId="{89A2E0D1-E7CF-4AE6-B010-069E5324CE15}" type="presParOf" srcId="{A4D1500D-E414-414D-80E6-41DC2AAB2F92}" destId="{58D71AAE-BD75-47A7-B389-2375321BA2D1}" srcOrd="0" destOrd="0" presId="urn:microsoft.com/office/officeart/2005/8/layout/orgChart1"/>
    <dgm:cxn modelId="{D3F6AFB6-D5D4-4985-A84C-262029A1862B}" type="presParOf" srcId="{58D71AAE-BD75-47A7-B389-2375321BA2D1}" destId="{2B3BE654-C2FC-45F2-8788-1EB22233CF7D}" srcOrd="0" destOrd="0" presId="urn:microsoft.com/office/officeart/2005/8/layout/orgChart1"/>
    <dgm:cxn modelId="{1885EFA5-E043-428C-99A8-3630D706172D}" type="presParOf" srcId="{2B3BE654-C2FC-45F2-8788-1EB22233CF7D}" destId="{E9AD8690-5DAD-474D-84EC-3FECA88802A9}" srcOrd="0" destOrd="0" presId="urn:microsoft.com/office/officeart/2005/8/layout/orgChart1"/>
    <dgm:cxn modelId="{3D9516F0-D18A-4D36-BFC6-6455F9E9CA99}" type="presParOf" srcId="{2B3BE654-C2FC-45F2-8788-1EB22233CF7D}" destId="{DB0878A2-7F01-467E-8E10-E7D9210DD2D7}" srcOrd="1" destOrd="0" presId="urn:microsoft.com/office/officeart/2005/8/layout/orgChart1"/>
    <dgm:cxn modelId="{6F244C87-11C3-4E7B-AC1D-BC53B089A426}" type="presParOf" srcId="{58D71AAE-BD75-47A7-B389-2375321BA2D1}" destId="{2E7F1226-8215-4892-A35D-03C6D532FD2A}" srcOrd="1" destOrd="0" presId="urn:microsoft.com/office/officeart/2005/8/layout/orgChart1"/>
    <dgm:cxn modelId="{AE80AD5B-E594-4C8F-B462-367CA35A1F28}" type="presParOf" srcId="{2E7F1226-8215-4892-A35D-03C6D532FD2A}" destId="{0441DAFA-3E1B-49C2-9328-716F1FBB5025}" srcOrd="0" destOrd="0" presId="urn:microsoft.com/office/officeart/2005/8/layout/orgChart1"/>
    <dgm:cxn modelId="{1115EC85-6B0D-49AD-8AF2-7078471477E9}" type="presParOf" srcId="{2E7F1226-8215-4892-A35D-03C6D532FD2A}" destId="{E16D1E64-22A4-435A-8695-7C07F59DBEDF}" srcOrd="1" destOrd="0" presId="urn:microsoft.com/office/officeart/2005/8/layout/orgChart1"/>
    <dgm:cxn modelId="{8EC75438-F971-4D80-97A5-AEC23586ADCB}" type="presParOf" srcId="{E16D1E64-22A4-435A-8695-7C07F59DBEDF}" destId="{D6E6FECC-EEFF-45E2-A98C-9AAC495B5F56}" srcOrd="0" destOrd="0" presId="urn:microsoft.com/office/officeart/2005/8/layout/orgChart1"/>
    <dgm:cxn modelId="{09FB1F48-E789-4FD9-8254-648BBB07F1BE}" type="presParOf" srcId="{D6E6FECC-EEFF-45E2-A98C-9AAC495B5F56}" destId="{CF7D6F96-10C0-4899-B31B-605C6D515E09}" srcOrd="0" destOrd="0" presId="urn:microsoft.com/office/officeart/2005/8/layout/orgChart1"/>
    <dgm:cxn modelId="{D0ABDD7F-F77B-4ADF-9246-94F783B628FC}" type="presParOf" srcId="{D6E6FECC-EEFF-45E2-A98C-9AAC495B5F56}" destId="{63ACC7F6-F842-458F-852A-593BE9396250}" srcOrd="1" destOrd="0" presId="urn:microsoft.com/office/officeart/2005/8/layout/orgChart1"/>
    <dgm:cxn modelId="{9F84A082-CCAE-45E9-96D2-6D12F9686135}" type="presParOf" srcId="{E16D1E64-22A4-435A-8695-7C07F59DBEDF}" destId="{B2E3459F-5C46-48D5-8DF3-BEFEF72E0B00}" srcOrd="1" destOrd="0" presId="urn:microsoft.com/office/officeart/2005/8/layout/orgChart1"/>
    <dgm:cxn modelId="{0D2FDAA8-C948-4985-9114-44673E734245}" type="presParOf" srcId="{E16D1E64-22A4-435A-8695-7C07F59DBEDF}" destId="{C85758E6-AE0F-4F75-90FD-BD28546012A9}" srcOrd="2" destOrd="0" presId="urn:microsoft.com/office/officeart/2005/8/layout/orgChart1"/>
    <dgm:cxn modelId="{793B097F-27D7-4E83-97A3-56EF1ABBECC4}" type="presParOf" srcId="{2E7F1226-8215-4892-A35D-03C6D532FD2A}" destId="{0F7BC1D3-C848-4ED8-BF31-BDF95EF3FCF5}" srcOrd="2" destOrd="0" presId="urn:microsoft.com/office/officeart/2005/8/layout/orgChart1"/>
    <dgm:cxn modelId="{171C9156-BAD9-4F32-A2B8-AB5F0B7229BC}" type="presParOf" srcId="{2E7F1226-8215-4892-A35D-03C6D532FD2A}" destId="{1B76FE1E-368A-42B4-817A-9C02F7AD74DB}" srcOrd="3" destOrd="0" presId="urn:microsoft.com/office/officeart/2005/8/layout/orgChart1"/>
    <dgm:cxn modelId="{386DD91D-0E00-407C-ADC4-2DADF1967FC9}" type="presParOf" srcId="{1B76FE1E-368A-42B4-817A-9C02F7AD74DB}" destId="{4AC51CAE-1685-4150-A694-945BC5459CBB}" srcOrd="0" destOrd="0" presId="urn:microsoft.com/office/officeart/2005/8/layout/orgChart1"/>
    <dgm:cxn modelId="{A892E2C8-50F9-4375-9A8A-8A9A7F9421D8}" type="presParOf" srcId="{4AC51CAE-1685-4150-A694-945BC5459CBB}" destId="{871A6ED8-8A9A-480E-8365-20FD2D07CB7C}" srcOrd="0" destOrd="0" presId="urn:microsoft.com/office/officeart/2005/8/layout/orgChart1"/>
    <dgm:cxn modelId="{D3FB02B8-CB5C-4806-BC01-6CF47F0316FB}" type="presParOf" srcId="{4AC51CAE-1685-4150-A694-945BC5459CBB}" destId="{C20E90A7-126F-44F8-898E-D37221F7BC07}" srcOrd="1" destOrd="0" presId="urn:microsoft.com/office/officeart/2005/8/layout/orgChart1"/>
    <dgm:cxn modelId="{D85F10AD-8A84-4C64-BE97-A1120BD12042}" type="presParOf" srcId="{1B76FE1E-368A-42B4-817A-9C02F7AD74DB}" destId="{7989F2A4-32BB-4A9B-84E0-8E5F80D16BA9}" srcOrd="1" destOrd="0" presId="urn:microsoft.com/office/officeart/2005/8/layout/orgChart1"/>
    <dgm:cxn modelId="{B378B7FE-9F40-41C5-9131-2DFA40E885AE}" type="presParOf" srcId="{1B76FE1E-368A-42B4-817A-9C02F7AD74DB}" destId="{6032EDF5-3564-42CB-BF7F-B21BBBDB03EF}" srcOrd="2" destOrd="0" presId="urn:microsoft.com/office/officeart/2005/8/layout/orgChart1"/>
    <dgm:cxn modelId="{C5B87B15-8144-4C2A-970E-85C1BCC79851}" type="presParOf" srcId="{2E7F1226-8215-4892-A35D-03C6D532FD2A}" destId="{0BE42FF7-0C1F-41B1-8568-6C0D154F1289}" srcOrd="4" destOrd="0" presId="urn:microsoft.com/office/officeart/2005/8/layout/orgChart1"/>
    <dgm:cxn modelId="{7467CE5A-2794-4730-BCBA-73984C1E9298}" type="presParOf" srcId="{2E7F1226-8215-4892-A35D-03C6D532FD2A}" destId="{FF795480-3F0C-43DF-874F-4DE1A60681FA}" srcOrd="5" destOrd="0" presId="urn:microsoft.com/office/officeart/2005/8/layout/orgChart1"/>
    <dgm:cxn modelId="{3C6E287E-7872-4DEA-BBF0-19D8860A9FD5}" type="presParOf" srcId="{FF795480-3F0C-43DF-874F-4DE1A60681FA}" destId="{8995986A-19A0-46C3-9B27-3ADB6CC823BB}" srcOrd="0" destOrd="0" presId="urn:microsoft.com/office/officeart/2005/8/layout/orgChart1"/>
    <dgm:cxn modelId="{3967E0B2-FCF7-4A37-998F-148DFE8DBD72}" type="presParOf" srcId="{8995986A-19A0-46C3-9B27-3ADB6CC823BB}" destId="{CB1FE7C7-E636-467B-8529-FE2557051543}" srcOrd="0" destOrd="0" presId="urn:microsoft.com/office/officeart/2005/8/layout/orgChart1"/>
    <dgm:cxn modelId="{37BFD686-3043-450A-8930-EA32E2A634AC}" type="presParOf" srcId="{8995986A-19A0-46C3-9B27-3ADB6CC823BB}" destId="{222E34FD-A162-4D07-97BF-62093F47E968}" srcOrd="1" destOrd="0" presId="urn:microsoft.com/office/officeart/2005/8/layout/orgChart1"/>
    <dgm:cxn modelId="{3D8096DC-F9C2-49ED-AB60-15E3A016338C}" type="presParOf" srcId="{FF795480-3F0C-43DF-874F-4DE1A60681FA}" destId="{B82E1E74-8948-4C65-B030-96BC7B5E36D7}" srcOrd="1" destOrd="0" presId="urn:microsoft.com/office/officeart/2005/8/layout/orgChart1"/>
    <dgm:cxn modelId="{A03C553C-50B2-4ED5-88D5-C31583912128}" type="presParOf" srcId="{FF795480-3F0C-43DF-874F-4DE1A60681FA}" destId="{B333FE3C-8C0D-4DE1-A2B5-1B00A7ABE366}" srcOrd="2" destOrd="0" presId="urn:microsoft.com/office/officeart/2005/8/layout/orgChart1"/>
    <dgm:cxn modelId="{DFFCD06A-3094-4BF3-8D14-F9C17E7AA422}" type="presParOf" srcId="{2E7F1226-8215-4892-A35D-03C6D532FD2A}" destId="{C0C7BDF1-1283-4D53-9E7C-AC29A9FCEEC7}" srcOrd="6" destOrd="0" presId="urn:microsoft.com/office/officeart/2005/8/layout/orgChart1"/>
    <dgm:cxn modelId="{389EEC7C-DE4E-4475-93D7-FE9F0BA71B0C}" type="presParOf" srcId="{2E7F1226-8215-4892-A35D-03C6D532FD2A}" destId="{41C302DC-6C17-4DB5-B629-7B92A83D41C0}" srcOrd="7" destOrd="0" presId="urn:microsoft.com/office/officeart/2005/8/layout/orgChart1"/>
    <dgm:cxn modelId="{AA243268-6ACD-4FB6-B050-9FBFB8FD8DBD}" type="presParOf" srcId="{41C302DC-6C17-4DB5-B629-7B92A83D41C0}" destId="{63B2F2FE-191C-46A5-A67B-EF1864DD276F}" srcOrd="0" destOrd="0" presId="urn:microsoft.com/office/officeart/2005/8/layout/orgChart1"/>
    <dgm:cxn modelId="{5E01284C-12C6-436B-9970-DD88C7E05192}" type="presParOf" srcId="{63B2F2FE-191C-46A5-A67B-EF1864DD276F}" destId="{17F839CA-601E-4CD0-ACD0-EB374AD36C4B}" srcOrd="0" destOrd="0" presId="urn:microsoft.com/office/officeart/2005/8/layout/orgChart1"/>
    <dgm:cxn modelId="{98BCCA75-981D-4F98-83C0-2954845005CC}" type="presParOf" srcId="{63B2F2FE-191C-46A5-A67B-EF1864DD276F}" destId="{ADCCA7EF-0503-4F6F-8B1C-C7BD55FCEADC}" srcOrd="1" destOrd="0" presId="urn:microsoft.com/office/officeart/2005/8/layout/orgChart1"/>
    <dgm:cxn modelId="{E38BE6A3-8ED8-4C3D-8854-4C9BB231E73B}" type="presParOf" srcId="{41C302DC-6C17-4DB5-B629-7B92A83D41C0}" destId="{1DFA3550-DE96-4094-AB8E-E02EA385D84A}" srcOrd="1" destOrd="0" presId="urn:microsoft.com/office/officeart/2005/8/layout/orgChart1"/>
    <dgm:cxn modelId="{2310481B-AD7D-4CA7-9AE1-8F0CD84D75C2}" type="presParOf" srcId="{1DFA3550-DE96-4094-AB8E-E02EA385D84A}" destId="{F73E0AAE-F99D-42A4-89DE-CACC9714C8C4}" srcOrd="0" destOrd="0" presId="urn:microsoft.com/office/officeart/2005/8/layout/orgChart1"/>
    <dgm:cxn modelId="{82DB1A6F-5A73-4EC1-ABCC-F691D3BD24C5}" type="presParOf" srcId="{1DFA3550-DE96-4094-AB8E-E02EA385D84A}" destId="{82F5166A-2980-4114-B033-45A838B36035}" srcOrd="1" destOrd="0" presId="urn:microsoft.com/office/officeart/2005/8/layout/orgChart1"/>
    <dgm:cxn modelId="{C02FD34C-B358-4066-B569-69E014ABA431}" type="presParOf" srcId="{82F5166A-2980-4114-B033-45A838B36035}" destId="{E0A95CF2-9E66-4CAA-BE15-F84B4AFB4855}" srcOrd="0" destOrd="0" presId="urn:microsoft.com/office/officeart/2005/8/layout/orgChart1"/>
    <dgm:cxn modelId="{CD7EB8AF-8BCC-429A-BC3B-7FF59AF1989E}" type="presParOf" srcId="{E0A95CF2-9E66-4CAA-BE15-F84B4AFB4855}" destId="{8D9D5234-8E0C-4A6E-AEC2-F5679278FC45}" srcOrd="0" destOrd="0" presId="urn:microsoft.com/office/officeart/2005/8/layout/orgChart1"/>
    <dgm:cxn modelId="{321F5A8F-B07B-429F-9B5B-D24C6535C5AF}" type="presParOf" srcId="{E0A95CF2-9E66-4CAA-BE15-F84B4AFB4855}" destId="{240796CE-84FF-4E1C-8089-A3889560AC36}" srcOrd="1" destOrd="0" presId="urn:microsoft.com/office/officeart/2005/8/layout/orgChart1"/>
    <dgm:cxn modelId="{D983F770-B60A-4D55-8F54-08C171486D33}" type="presParOf" srcId="{82F5166A-2980-4114-B033-45A838B36035}" destId="{F54DAC1F-796B-477E-88E1-39C080BF9A36}" srcOrd="1" destOrd="0" presId="urn:microsoft.com/office/officeart/2005/8/layout/orgChart1"/>
    <dgm:cxn modelId="{E5BFA486-98DC-4835-B051-C260F7E40860}" type="presParOf" srcId="{82F5166A-2980-4114-B033-45A838B36035}" destId="{B5A467ED-84DC-4F60-B4AF-F8C40BB44227}" srcOrd="2" destOrd="0" presId="urn:microsoft.com/office/officeart/2005/8/layout/orgChart1"/>
    <dgm:cxn modelId="{EEB03909-1BC2-4556-93F6-553A2CFDA6D5}" type="presParOf" srcId="{1DFA3550-DE96-4094-AB8E-E02EA385D84A}" destId="{46E7579F-6DD0-400E-ADBE-E626749C776F}" srcOrd="2" destOrd="0" presId="urn:microsoft.com/office/officeart/2005/8/layout/orgChart1"/>
    <dgm:cxn modelId="{6AFB04E5-251C-4D83-9AA6-1E1FD7D117FB}" type="presParOf" srcId="{1DFA3550-DE96-4094-AB8E-E02EA385D84A}" destId="{CC62BA39-093E-4C91-88A8-26FBDAE110B7}" srcOrd="3" destOrd="0" presId="urn:microsoft.com/office/officeart/2005/8/layout/orgChart1"/>
    <dgm:cxn modelId="{01D0E5E6-BDA4-486B-8A9B-A485E7240B91}" type="presParOf" srcId="{CC62BA39-093E-4C91-88A8-26FBDAE110B7}" destId="{AB823C65-E98A-4ECB-8769-7AF00E335EE5}" srcOrd="0" destOrd="0" presId="urn:microsoft.com/office/officeart/2005/8/layout/orgChart1"/>
    <dgm:cxn modelId="{383A8ED7-1CB9-4DD4-96D8-55D7D8084E44}" type="presParOf" srcId="{AB823C65-E98A-4ECB-8769-7AF00E335EE5}" destId="{2E4C9DF0-5B10-4844-A70F-01E45CC6FABD}" srcOrd="0" destOrd="0" presId="urn:microsoft.com/office/officeart/2005/8/layout/orgChart1"/>
    <dgm:cxn modelId="{396AF58E-5EED-4C97-9C3F-9D3BB45CB52D}" type="presParOf" srcId="{AB823C65-E98A-4ECB-8769-7AF00E335EE5}" destId="{DF6C6975-83E5-4391-A4EC-0AD7C0A1FD45}" srcOrd="1" destOrd="0" presId="urn:microsoft.com/office/officeart/2005/8/layout/orgChart1"/>
    <dgm:cxn modelId="{9F9FEE99-A57E-45CD-BBAB-F3532C18F60F}" type="presParOf" srcId="{CC62BA39-093E-4C91-88A8-26FBDAE110B7}" destId="{55768FFE-F474-44D2-B7EC-35FE4BE3F75C}" srcOrd="1" destOrd="0" presId="urn:microsoft.com/office/officeart/2005/8/layout/orgChart1"/>
    <dgm:cxn modelId="{47123983-0873-498D-8747-12BBC4C8EC57}" type="presParOf" srcId="{CC62BA39-093E-4C91-88A8-26FBDAE110B7}" destId="{82CC3FF0-E427-4791-87DC-BB7ED080552C}" srcOrd="2" destOrd="0" presId="urn:microsoft.com/office/officeart/2005/8/layout/orgChart1"/>
    <dgm:cxn modelId="{EB995FEE-6F7D-4B64-B6E5-F77D74011F5F}" type="presParOf" srcId="{1DFA3550-DE96-4094-AB8E-E02EA385D84A}" destId="{EB901FBC-406D-49A9-9299-174F089F6931}" srcOrd="4" destOrd="0" presId="urn:microsoft.com/office/officeart/2005/8/layout/orgChart1"/>
    <dgm:cxn modelId="{6FD6EFFA-0880-4CB6-BEB0-DEB505C03B5C}" type="presParOf" srcId="{1DFA3550-DE96-4094-AB8E-E02EA385D84A}" destId="{115234B8-599F-431A-B238-B3103623F5A8}" srcOrd="5" destOrd="0" presId="urn:microsoft.com/office/officeart/2005/8/layout/orgChart1"/>
    <dgm:cxn modelId="{7A557402-4BB3-4BC7-A58F-1F92EAF61A68}" type="presParOf" srcId="{115234B8-599F-431A-B238-B3103623F5A8}" destId="{FC5E53A2-06F9-43A8-A1CF-B955130F1022}" srcOrd="0" destOrd="0" presId="urn:microsoft.com/office/officeart/2005/8/layout/orgChart1"/>
    <dgm:cxn modelId="{7C67121B-B9EC-4839-A2A5-13CA22641B9B}" type="presParOf" srcId="{FC5E53A2-06F9-43A8-A1CF-B955130F1022}" destId="{3D326CBC-754A-4891-8CBB-52CAE366C635}" srcOrd="0" destOrd="0" presId="urn:microsoft.com/office/officeart/2005/8/layout/orgChart1"/>
    <dgm:cxn modelId="{52AB9157-A161-4EC5-AB50-94DB1E7CD06B}" type="presParOf" srcId="{FC5E53A2-06F9-43A8-A1CF-B955130F1022}" destId="{1D50F4E1-4745-4061-B0E9-61CA71EF6C60}" srcOrd="1" destOrd="0" presId="urn:microsoft.com/office/officeart/2005/8/layout/orgChart1"/>
    <dgm:cxn modelId="{A82375A9-A0E9-4E15-93EF-C6022B71DA2D}" type="presParOf" srcId="{115234B8-599F-431A-B238-B3103623F5A8}" destId="{5566E246-E3C0-449A-BD4E-0271E6FC4315}" srcOrd="1" destOrd="0" presId="urn:microsoft.com/office/officeart/2005/8/layout/orgChart1"/>
    <dgm:cxn modelId="{0C3DE95C-1CBD-4AF5-92CA-730EFBE0C878}" type="presParOf" srcId="{115234B8-599F-431A-B238-B3103623F5A8}" destId="{41AF8C94-E0D9-44CB-BDC4-1A39001D1084}" srcOrd="2" destOrd="0" presId="urn:microsoft.com/office/officeart/2005/8/layout/orgChart1"/>
    <dgm:cxn modelId="{34716CD1-18DD-4019-8C0E-7CBDE94A7A30}" type="presParOf" srcId="{41C302DC-6C17-4DB5-B629-7B92A83D41C0}" destId="{56216A17-16CC-42A6-A59B-740465FC16BA}" srcOrd="2" destOrd="0" presId="urn:microsoft.com/office/officeart/2005/8/layout/orgChart1"/>
    <dgm:cxn modelId="{F7ED3652-E7D0-4791-8EC2-7ADFFD6CD12D}" type="presParOf" srcId="{58D71AAE-BD75-47A7-B389-2375321BA2D1}" destId="{C1F317DA-546F-4085-B913-3101495D36C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837BB10-987C-4F6A-981E-A79610785CA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K"/>
        </a:p>
      </dgm:t>
    </dgm:pt>
    <dgm:pt modelId="{E41CBF92-333A-4D44-8505-B24B927F8006}">
      <dgm:prSet phldrT="[Text]" phldr="0"/>
      <dgm:spPr/>
      <dgm:t>
        <a:bodyPr/>
        <a:lstStyle/>
        <a:p>
          <a:r>
            <a:rPr lang="en-US" dirty="0"/>
            <a:t>3D printing magnetics</a:t>
          </a:r>
          <a:endParaRPr lang="en-DK" dirty="0"/>
        </a:p>
      </dgm:t>
    </dgm:pt>
    <dgm:pt modelId="{F4DBBA38-2827-4778-9471-1ABCAB1A883B}" type="parTrans" cxnId="{C15AE0D4-3768-4A9D-86C9-33FE1EC771B3}">
      <dgm:prSet/>
      <dgm:spPr/>
      <dgm:t>
        <a:bodyPr/>
        <a:lstStyle/>
        <a:p>
          <a:endParaRPr lang="en-DK"/>
        </a:p>
      </dgm:t>
    </dgm:pt>
    <dgm:pt modelId="{5282F87E-714D-4FB6-8516-5142D8F5333A}" type="sibTrans" cxnId="{C15AE0D4-3768-4A9D-86C9-33FE1EC771B3}">
      <dgm:prSet/>
      <dgm:spPr/>
      <dgm:t>
        <a:bodyPr/>
        <a:lstStyle/>
        <a:p>
          <a:endParaRPr lang="en-DK"/>
        </a:p>
      </dgm:t>
    </dgm:pt>
    <dgm:pt modelId="{1E5B65BE-1DAA-4A5B-8CD9-BB5BA7B4F1A8}">
      <dgm:prSet phldrT="[Text]" phldr="0"/>
      <dgm:spPr/>
      <dgm:t>
        <a:bodyPr/>
        <a:lstStyle/>
        <a:p>
          <a:r>
            <a:rPr lang="en-US" dirty="0"/>
            <a:t>Vat polymerization</a:t>
          </a:r>
          <a:endParaRPr lang="en-DK" dirty="0"/>
        </a:p>
      </dgm:t>
    </dgm:pt>
    <dgm:pt modelId="{C171412F-2B19-444E-B1DD-8BBD1EA552A6}" type="parTrans" cxnId="{7AE478A5-3BB0-49C6-9C9D-BAD4B80C7F43}">
      <dgm:prSet/>
      <dgm:spPr/>
      <dgm:t>
        <a:bodyPr/>
        <a:lstStyle/>
        <a:p>
          <a:endParaRPr lang="en-DK"/>
        </a:p>
      </dgm:t>
    </dgm:pt>
    <dgm:pt modelId="{3B419F3B-A8D1-4412-BDFC-AA2B7938C643}" type="sibTrans" cxnId="{7AE478A5-3BB0-49C6-9C9D-BAD4B80C7F43}">
      <dgm:prSet/>
      <dgm:spPr/>
      <dgm:t>
        <a:bodyPr/>
        <a:lstStyle/>
        <a:p>
          <a:endParaRPr lang="en-DK"/>
        </a:p>
      </dgm:t>
    </dgm:pt>
    <dgm:pt modelId="{33D64302-18E9-4A1A-BE52-892B6FDC69B0}">
      <dgm:prSet phldrT="[Text]" phldr="0"/>
      <dgm:spPr/>
      <dgm:t>
        <a:bodyPr/>
        <a:lstStyle/>
        <a:p>
          <a:r>
            <a:rPr lang="en-US" dirty="0"/>
            <a:t>Powder bed fusion</a:t>
          </a:r>
          <a:endParaRPr lang="en-DK" dirty="0"/>
        </a:p>
      </dgm:t>
    </dgm:pt>
    <dgm:pt modelId="{89F2F2E0-FFE6-4796-8E0B-B23AB2AAC747}" type="parTrans" cxnId="{1C28726A-A5DD-4A15-8FBF-418643FA70F6}">
      <dgm:prSet/>
      <dgm:spPr/>
      <dgm:t>
        <a:bodyPr/>
        <a:lstStyle/>
        <a:p>
          <a:endParaRPr lang="en-DK"/>
        </a:p>
      </dgm:t>
    </dgm:pt>
    <dgm:pt modelId="{577EEAA4-0F94-4152-B4AD-EA865CE46130}" type="sibTrans" cxnId="{1C28726A-A5DD-4A15-8FBF-418643FA70F6}">
      <dgm:prSet/>
      <dgm:spPr/>
      <dgm:t>
        <a:bodyPr/>
        <a:lstStyle/>
        <a:p>
          <a:endParaRPr lang="en-DK"/>
        </a:p>
      </dgm:t>
    </dgm:pt>
    <dgm:pt modelId="{C3065C6E-EBF3-410C-A327-0DB4FFB7FDA0}">
      <dgm:prSet phldrT="[Text]" phldr="0"/>
      <dgm:spPr/>
      <dgm:t>
        <a:bodyPr/>
        <a:lstStyle/>
        <a:p>
          <a:r>
            <a:rPr lang="en-US" dirty="0"/>
            <a:t>Binder jetting</a:t>
          </a:r>
          <a:endParaRPr lang="en-DK" dirty="0"/>
        </a:p>
      </dgm:t>
    </dgm:pt>
    <dgm:pt modelId="{DBBB2174-A4E8-4150-907E-2F39F0CFC60F}" type="parTrans" cxnId="{AAC96CE9-B277-4008-969F-2C98403C55B3}">
      <dgm:prSet/>
      <dgm:spPr/>
      <dgm:t>
        <a:bodyPr/>
        <a:lstStyle/>
        <a:p>
          <a:endParaRPr lang="en-DK"/>
        </a:p>
      </dgm:t>
    </dgm:pt>
    <dgm:pt modelId="{52EF3B3B-E0CF-43F7-AFAE-BF1115070164}" type="sibTrans" cxnId="{AAC96CE9-B277-4008-969F-2C98403C55B3}">
      <dgm:prSet/>
      <dgm:spPr/>
      <dgm:t>
        <a:bodyPr/>
        <a:lstStyle/>
        <a:p>
          <a:endParaRPr lang="en-DK"/>
        </a:p>
      </dgm:t>
    </dgm:pt>
    <dgm:pt modelId="{C8016469-18E8-4E2D-8F41-35462E3FC63E}">
      <dgm:prSet phldrT="[Text]" phldr="0"/>
      <dgm:spPr/>
      <dgm:t>
        <a:bodyPr/>
        <a:lstStyle/>
        <a:p>
          <a:r>
            <a:rPr lang="en-US"/>
            <a:t>Material extrusion</a:t>
          </a:r>
          <a:endParaRPr lang="en-DK" dirty="0"/>
        </a:p>
      </dgm:t>
    </dgm:pt>
    <dgm:pt modelId="{BB875F6D-D686-46F7-9407-98BE725B6115}" type="parTrans" cxnId="{0BFDC900-AE37-4D8C-801B-79594EBFC7A4}">
      <dgm:prSet/>
      <dgm:spPr/>
      <dgm:t>
        <a:bodyPr/>
        <a:lstStyle/>
        <a:p>
          <a:endParaRPr lang="en-DK"/>
        </a:p>
      </dgm:t>
    </dgm:pt>
    <dgm:pt modelId="{C3A14A51-5EF9-4AA6-854B-55CFA29B3A72}" type="sibTrans" cxnId="{0BFDC900-AE37-4D8C-801B-79594EBFC7A4}">
      <dgm:prSet/>
      <dgm:spPr/>
      <dgm:t>
        <a:bodyPr/>
        <a:lstStyle/>
        <a:p>
          <a:endParaRPr lang="en-DK"/>
        </a:p>
      </dgm:t>
    </dgm:pt>
    <dgm:pt modelId="{78C85D6D-2AC1-4230-96D3-B8F7E4AEB2EE}">
      <dgm:prSet phldrT="[Text]" phldr="0"/>
      <dgm:spPr/>
      <dgm:t>
        <a:bodyPr/>
        <a:lstStyle/>
        <a:p>
          <a:r>
            <a:rPr lang="en-US" dirty="0"/>
            <a:t>Fused deposition modeling</a:t>
          </a:r>
          <a:endParaRPr lang="en-DK" dirty="0"/>
        </a:p>
      </dgm:t>
    </dgm:pt>
    <dgm:pt modelId="{9FCA339D-A173-4534-AFD0-31069B40776F}" type="parTrans" cxnId="{8F8B633D-4A67-4B87-9CD7-E37324C06870}">
      <dgm:prSet/>
      <dgm:spPr/>
      <dgm:t>
        <a:bodyPr/>
        <a:lstStyle/>
        <a:p>
          <a:endParaRPr lang="en-DK"/>
        </a:p>
      </dgm:t>
    </dgm:pt>
    <dgm:pt modelId="{CADA303A-60E9-4D27-8DB5-A8E09303D8AB}" type="sibTrans" cxnId="{8F8B633D-4A67-4B87-9CD7-E37324C06870}">
      <dgm:prSet/>
      <dgm:spPr/>
      <dgm:t>
        <a:bodyPr/>
        <a:lstStyle/>
        <a:p>
          <a:endParaRPr lang="en-DK"/>
        </a:p>
      </dgm:t>
    </dgm:pt>
    <dgm:pt modelId="{3C45ED5A-A153-409A-8DF9-E1BF4E5B0C19}">
      <dgm:prSet phldrT="[Text]" phldr="0"/>
      <dgm:spPr/>
      <dgm:t>
        <a:bodyPr/>
        <a:lstStyle/>
        <a:p>
          <a:r>
            <a:rPr lang="en-US"/>
            <a:t>Direct ink writing</a:t>
          </a:r>
          <a:endParaRPr lang="en-DK" dirty="0"/>
        </a:p>
      </dgm:t>
    </dgm:pt>
    <dgm:pt modelId="{C724F964-4CD8-4FBA-A669-53F0C6A4DBC6}" type="parTrans" cxnId="{AA8EAB81-A251-49FF-8976-4265A5ABBCBE}">
      <dgm:prSet/>
      <dgm:spPr/>
      <dgm:t>
        <a:bodyPr/>
        <a:lstStyle/>
        <a:p>
          <a:endParaRPr lang="en-DK"/>
        </a:p>
      </dgm:t>
    </dgm:pt>
    <dgm:pt modelId="{E6159B3A-79DF-4F6A-BA79-36D86605AB2E}" type="sibTrans" cxnId="{AA8EAB81-A251-49FF-8976-4265A5ABBCBE}">
      <dgm:prSet/>
      <dgm:spPr/>
      <dgm:t>
        <a:bodyPr/>
        <a:lstStyle/>
        <a:p>
          <a:endParaRPr lang="en-DK"/>
        </a:p>
      </dgm:t>
    </dgm:pt>
    <dgm:pt modelId="{E55E1D4D-8130-4323-8972-C0D87AFE4F78}">
      <dgm:prSet phldrT="[Text]" phldr="0"/>
      <dgm:spPr/>
      <dgm:t>
        <a:bodyPr/>
        <a:lstStyle/>
        <a:p>
          <a:r>
            <a:rPr lang="en-US" dirty="0"/>
            <a:t>Fused granulate fabrication</a:t>
          </a:r>
          <a:endParaRPr lang="en-DK" dirty="0"/>
        </a:p>
      </dgm:t>
    </dgm:pt>
    <dgm:pt modelId="{6508BBE3-C649-472D-9091-EF0F0650B304}" type="parTrans" cxnId="{84865C2E-898B-4E8C-BA5A-B84635BD7FA7}">
      <dgm:prSet/>
      <dgm:spPr/>
      <dgm:t>
        <a:bodyPr/>
        <a:lstStyle/>
        <a:p>
          <a:endParaRPr lang="en-DK"/>
        </a:p>
      </dgm:t>
    </dgm:pt>
    <dgm:pt modelId="{C30A21A3-43D4-487A-9DC6-26A183EEE531}" type="sibTrans" cxnId="{84865C2E-898B-4E8C-BA5A-B84635BD7FA7}">
      <dgm:prSet/>
      <dgm:spPr/>
      <dgm:t>
        <a:bodyPr/>
        <a:lstStyle/>
        <a:p>
          <a:endParaRPr lang="en-DK"/>
        </a:p>
      </dgm:t>
    </dgm:pt>
    <dgm:pt modelId="{A4D1500D-E414-414D-80E6-41DC2AAB2F92}" type="pres">
      <dgm:prSet presAssocID="{6837BB10-987C-4F6A-981E-A79610785CA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8D71AAE-BD75-47A7-B389-2375321BA2D1}" type="pres">
      <dgm:prSet presAssocID="{E41CBF92-333A-4D44-8505-B24B927F8006}" presName="hierRoot1" presStyleCnt="0">
        <dgm:presLayoutVars>
          <dgm:hierBranch val="init"/>
        </dgm:presLayoutVars>
      </dgm:prSet>
      <dgm:spPr/>
    </dgm:pt>
    <dgm:pt modelId="{2B3BE654-C2FC-45F2-8788-1EB22233CF7D}" type="pres">
      <dgm:prSet presAssocID="{E41CBF92-333A-4D44-8505-B24B927F8006}" presName="rootComposite1" presStyleCnt="0"/>
      <dgm:spPr/>
    </dgm:pt>
    <dgm:pt modelId="{E9AD8690-5DAD-474D-84EC-3FECA88802A9}" type="pres">
      <dgm:prSet presAssocID="{E41CBF92-333A-4D44-8505-B24B927F8006}" presName="rootText1" presStyleLbl="node0" presStyleIdx="0" presStyleCnt="1">
        <dgm:presLayoutVars>
          <dgm:chPref val="3"/>
        </dgm:presLayoutVars>
      </dgm:prSet>
      <dgm:spPr/>
    </dgm:pt>
    <dgm:pt modelId="{DB0878A2-7F01-467E-8E10-E7D9210DD2D7}" type="pres">
      <dgm:prSet presAssocID="{E41CBF92-333A-4D44-8505-B24B927F8006}" presName="rootConnector1" presStyleLbl="node1" presStyleIdx="0" presStyleCnt="0"/>
      <dgm:spPr/>
    </dgm:pt>
    <dgm:pt modelId="{2E7F1226-8215-4892-A35D-03C6D532FD2A}" type="pres">
      <dgm:prSet presAssocID="{E41CBF92-333A-4D44-8505-B24B927F8006}" presName="hierChild2" presStyleCnt="0"/>
      <dgm:spPr/>
    </dgm:pt>
    <dgm:pt modelId="{0441DAFA-3E1B-49C2-9328-716F1FBB5025}" type="pres">
      <dgm:prSet presAssocID="{C171412F-2B19-444E-B1DD-8BBD1EA552A6}" presName="Name37" presStyleLbl="parChTrans1D2" presStyleIdx="0" presStyleCnt="4"/>
      <dgm:spPr/>
    </dgm:pt>
    <dgm:pt modelId="{E16D1E64-22A4-435A-8695-7C07F59DBEDF}" type="pres">
      <dgm:prSet presAssocID="{1E5B65BE-1DAA-4A5B-8CD9-BB5BA7B4F1A8}" presName="hierRoot2" presStyleCnt="0">
        <dgm:presLayoutVars>
          <dgm:hierBranch val="init"/>
        </dgm:presLayoutVars>
      </dgm:prSet>
      <dgm:spPr/>
    </dgm:pt>
    <dgm:pt modelId="{D6E6FECC-EEFF-45E2-A98C-9AAC495B5F56}" type="pres">
      <dgm:prSet presAssocID="{1E5B65BE-1DAA-4A5B-8CD9-BB5BA7B4F1A8}" presName="rootComposite" presStyleCnt="0"/>
      <dgm:spPr/>
    </dgm:pt>
    <dgm:pt modelId="{CF7D6F96-10C0-4899-B31B-605C6D515E09}" type="pres">
      <dgm:prSet presAssocID="{1E5B65BE-1DAA-4A5B-8CD9-BB5BA7B4F1A8}" presName="rootText" presStyleLbl="node2" presStyleIdx="0" presStyleCnt="4">
        <dgm:presLayoutVars>
          <dgm:chPref val="3"/>
        </dgm:presLayoutVars>
      </dgm:prSet>
      <dgm:spPr/>
    </dgm:pt>
    <dgm:pt modelId="{63ACC7F6-F842-458F-852A-593BE9396250}" type="pres">
      <dgm:prSet presAssocID="{1E5B65BE-1DAA-4A5B-8CD9-BB5BA7B4F1A8}" presName="rootConnector" presStyleLbl="node2" presStyleIdx="0" presStyleCnt="4"/>
      <dgm:spPr/>
    </dgm:pt>
    <dgm:pt modelId="{B2E3459F-5C46-48D5-8DF3-BEFEF72E0B00}" type="pres">
      <dgm:prSet presAssocID="{1E5B65BE-1DAA-4A5B-8CD9-BB5BA7B4F1A8}" presName="hierChild4" presStyleCnt="0"/>
      <dgm:spPr/>
    </dgm:pt>
    <dgm:pt modelId="{C85758E6-AE0F-4F75-90FD-BD28546012A9}" type="pres">
      <dgm:prSet presAssocID="{1E5B65BE-1DAA-4A5B-8CD9-BB5BA7B4F1A8}" presName="hierChild5" presStyleCnt="0"/>
      <dgm:spPr/>
    </dgm:pt>
    <dgm:pt modelId="{0F7BC1D3-C848-4ED8-BF31-BDF95EF3FCF5}" type="pres">
      <dgm:prSet presAssocID="{89F2F2E0-FFE6-4796-8E0B-B23AB2AAC747}" presName="Name37" presStyleLbl="parChTrans1D2" presStyleIdx="1" presStyleCnt="4"/>
      <dgm:spPr/>
    </dgm:pt>
    <dgm:pt modelId="{1B76FE1E-368A-42B4-817A-9C02F7AD74DB}" type="pres">
      <dgm:prSet presAssocID="{33D64302-18E9-4A1A-BE52-892B6FDC69B0}" presName="hierRoot2" presStyleCnt="0">
        <dgm:presLayoutVars>
          <dgm:hierBranch val="init"/>
        </dgm:presLayoutVars>
      </dgm:prSet>
      <dgm:spPr/>
    </dgm:pt>
    <dgm:pt modelId="{4AC51CAE-1685-4150-A694-945BC5459CBB}" type="pres">
      <dgm:prSet presAssocID="{33D64302-18E9-4A1A-BE52-892B6FDC69B0}" presName="rootComposite" presStyleCnt="0"/>
      <dgm:spPr/>
    </dgm:pt>
    <dgm:pt modelId="{871A6ED8-8A9A-480E-8365-20FD2D07CB7C}" type="pres">
      <dgm:prSet presAssocID="{33D64302-18E9-4A1A-BE52-892B6FDC69B0}" presName="rootText" presStyleLbl="node2" presStyleIdx="1" presStyleCnt="4">
        <dgm:presLayoutVars>
          <dgm:chPref val="3"/>
        </dgm:presLayoutVars>
      </dgm:prSet>
      <dgm:spPr/>
    </dgm:pt>
    <dgm:pt modelId="{C20E90A7-126F-44F8-898E-D37221F7BC07}" type="pres">
      <dgm:prSet presAssocID="{33D64302-18E9-4A1A-BE52-892B6FDC69B0}" presName="rootConnector" presStyleLbl="node2" presStyleIdx="1" presStyleCnt="4"/>
      <dgm:spPr/>
    </dgm:pt>
    <dgm:pt modelId="{7989F2A4-32BB-4A9B-84E0-8E5F80D16BA9}" type="pres">
      <dgm:prSet presAssocID="{33D64302-18E9-4A1A-BE52-892B6FDC69B0}" presName="hierChild4" presStyleCnt="0"/>
      <dgm:spPr/>
    </dgm:pt>
    <dgm:pt modelId="{6032EDF5-3564-42CB-BF7F-B21BBBDB03EF}" type="pres">
      <dgm:prSet presAssocID="{33D64302-18E9-4A1A-BE52-892B6FDC69B0}" presName="hierChild5" presStyleCnt="0"/>
      <dgm:spPr/>
    </dgm:pt>
    <dgm:pt modelId="{0BE42FF7-0C1F-41B1-8568-6C0D154F1289}" type="pres">
      <dgm:prSet presAssocID="{DBBB2174-A4E8-4150-907E-2F39F0CFC60F}" presName="Name37" presStyleLbl="parChTrans1D2" presStyleIdx="2" presStyleCnt="4"/>
      <dgm:spPr/>
    </dgm:pt>
    <dgm:pt modelId="{FF795480-3F0C-43DF-874F-4DE1A60681FA}" type="pres">
      <dgm:prSet presAssocID="{C3065C6E-EBF3-410C-A327-0DB4FFB7FDA0}" presName="hierRoot2" presStyleCnt="0">
        <dgm:presLayoutVars>
          <dgm:hierBranch val="init"/>
        </dgm:presLayoutVars>
      </dgm:prSet>
      <dgm:spPr/>
    </dgm:pt>
    <dgm:pt modelId="{8995986A-19A0-46C3-9B27-3ADB6CC823BB}" type="pres">
      <dgm:prSet presAssocID="{C3065C6E-EBF3-410C-A327-0DB4FFB7FDA0}" presName="rootComposite" presStyleCnt="0"/>
      <dgm:spPr/>
    </dgm:pt>
    <dgm:pt modelId="{CB1FE7C7-E636-467B-8529-FE2557051543}" type="pres">
      <dgm:prSet presAssocID="{C3065C6E-EBF3-410C-A327-0DB4FFB7FDA0}" presName="rootText" presStyleLbl="node2" presStyleIdx="2" presStyleCnt="4">
        <dgm:presLayoutVars>
          <dgm:chPref val="3"/>
        </dgm:presLayoutVars>
      </dgm:prSet>
      <dgm:spPr/>
    </dgm:pt>
    <dgm:pt modelId="{222E34FD-A162-4D07-97BF-62093F47E968}" type="pres">
      <dgm:prSet presAssocID="{C3065C6E-EBF3-410C-A327-0DB4FFB7FDA0}" presName="rootConnector" presStyleLbl="node2" presStyleIdx="2" presStyleCnt="4"/>
      <dgm:spPr/>
    </dgm:pt>
    <dgm:pt modelId="{B82E1E74-8948-4C65-B030-96BC7B5E36D7}" type="pres">
      <dgm:prSet presAssocID="{C3065C6E-EBF3-410C-A327-0DB4FFB7FDA0}" presName="hierChild4" presStyleCnt="0"/>
      <dgm:spPr/>
    </dgm:pt>
    <dgm:pt modelId="{B333FE3C-8C0D-4DE1-A2B5-1B00A7ABE366}" type="pres">
      <dgm:prSet presAssocID="{C3065C6E-EBF3-410C-A327-0DB4FFB7FDA0}" presName="hierChild5" presStyleCnt="0"/>
      <dgm:spPr/>
    </dgm:pt>
    <dgm:pt modelId="{C0C7BDF1-1283-4D53-9E7C-AC29A9FCEEC7}" type="pres">
      <dgm:prSet presAssocID="{BB875F6D-D686-46F7-9407-98BE725B6115}" presName="Name37" presStyleLbl="parChTrans1D2" presStyleIdx="3" presStyleCnt="4"/>
      <dgm:spPr/>
    </dgm:pt>
    <dgm:pt modelId="{41C302DC-6C17-4DB5-B629-7B92A83D41C0}" type="pres">
      <dgm:prSet presAssocID="{C8016469-18E8-4E2D-8F41-35462E3FC63E}" presName="hierRoot2" presStyleCnt="0">
        <dgm:presLayoutVars>
          <dgm:hierBranch val="init"/>
        </dgm:presLayoutVars>
      </dgm:prSet>
      <dgm:spPr/>
    </dgm:pt>
    <dgm:pt modelId="{63B2F2FE-191C-46A5-A67B-EF1864DD276F}" type="pres">
      <dgm:prSet presAssocID="{C8016469-18E8-4E2D-8F41-35462E3FC63E}" presName="rootComposite" presStyleCnt="0"/>
      <dgm:spPr/>
    </dgm:pt>
    <dgm:pt modelId="{17F839CA-601E-4CD0-ACD0-EB374AD36C4B}" type="pres">
      <dgm:prSet presAssocID="{C8016469-18E8-4E2D-8F41-35462E3FC63E}" presName="rootText" presStyleLbl="node2" presStyleIdx="3" presStyleCnt="4">
        <dgm:presLayoutVars>
          <dgm:chPref val="3"/>
        </dgm:presLayoutVars>
      </dgm:prSet>
      <dgm:spPr/>
    </dgm:pt>
    <dgm:pt modelId="{ADCCA7EF-0503-4F6F-8B1C-C7BD55FCEADC}" type="pres">
      <dgm:prSet presAssocID="{C8016469-18E8-4E2D-8F41-35462E3FC63E}" presName="rootConnector" presStyleLbl="node2" presStyleIdx="3" presStyleCnt="4"/>
      <dgm:spPr/>
    </dgm:pt>
    <dgm:pt modelId="{1DFA3550-DE96-4094-AB8E-E02EA385D84A}" type="pres">
      <dgm:prSet presAssocID="{C8016469-18E8-4E2D-8F41-35462E3FC63E}" presName="hierChild4" presStyleCnt="0"/>
      <dgm:spPr/>
    </dgm:pt>
    <dgm:pt modelId="{F73E0AAE-F99D-42A4-89DE-CACC9714C8C4}" type="pres">
      <dgm:prSet presAssocID="{9FCA339D-A173-4534-AFD0-31069B40776F}" presName="Name37" presStyleLbl="parChTrans1D3" presStyleIdx="0" presStyleCnt="3"/>
      <dgm:spPr/>
    </dgm:pt>
    <dgm:pt modelId="{82F5166A-2980-4114-B033-45A838B36035}" type="pres">
      <dgm:prSet presAssocID="{78C85D6D-2AC1-4230-96D3-B8F7E4AEB2EE}" presName="hierRoot2" presStyleCnt="0">
        <dgm:presLayoutVars>
          <dgm:hierBranch val="init"/>
        </dgm:presLayoutVars>
      </dgm:prSet>
      <dgm:spPr/>
    </dgm:pt>
    <dgm:pt modelId="{E0A95CF2-9E66-4CAA-BE15-F84B4AFB4855}" type="pres">
      <dgm:prSet presAssocID="{78C85D6D-2AC1-4230-96D3-B8F7E4AEB2EE}" presName="rootComposite" presStyleCnt="0"/>
      <dgm:spPr/>
    </dgm:pt>
    <dgm:pt modelId="{8D9D5234-8E0C-4A6E-AEC2-F5679278FC45}" type="pres">
      <dgm:prSet presAssocID="{78C85D6D-2AC1-4230-96D3-B8F7E4AEB2EE}" presName="rootText" presStyleLbl="node3" presStyleIdx="0" presStyleCnt="3">
        <dgm:presLayoutVars>
          <dgm:chPref val="3"/>
        </dgm:presLayoutVars>
      </dgm:prSet>
      <dgm:spPr/>
    </dgm:pt>
    <dgm:pt modelId="{240796CE-84FF-4E1C-8089-A3889560AC36}" type="pres">
      <dgm:prSet presAssocID="{78C85D6D-2AC1-4230-96D3-B8F7E4AEB2EE}" presName="rootConnector" presStyleLbl="node3" presStyleIdx="0" presStyleCnt="3"/>
      <dgm:spPr/>
    </dgm:pt>
    <dgm:pt modelId="{F54DAC1F-796B-477E-88E1-39C080BF9A36}" type="pres">
      <dgm:prSet presAssocID="{78C85D6D-2AC1-4230-96D3-B8F7E4AEB2EE}" presName="hierChild4" presStyleCnt="0"/>
      <dgm:spPr/>
    </dgm:pt>
    <dgm:pt modelId="{B5A467ED-84DC-4F60-B4AF-F8C40BB44227}" type="pres">
      <dgm:prSet presAssocID="{78C85D6D-2AC1-4230-96D3-B8F7E4AEB2EE}" presName="hierChild5" presStyleCnt="0"/>
      <dgm:spPr/>
    </dgm:pt>
    <dgm:pt modelId="{46E7579F-6DD0-400E-ADBE-E626749C776F}" type="pres">
      <dgm:prSet presAssocID="{C724F964-4CD8-4FBA-A669-53F0C6A4DBC6}" presName="Name37" presStyleLbl="parChTrans1D3" presStyleIdx="1" presStyleCnt="3"/>
      <dgm:spPr/>
    </dgm:pt>
    <dgm:pt modelId="{CC62BA39-093E-4C91-88A8-26FBDAE110B7}" type="pres">
      <dgm:prSet presAssocID="{3C45ED5A-A153-409A-8DF9-E1BF4E5B0C19}" presName="hierRoot2" presStyleCnt="0">
        <dgm:presLayoutVars>
          <dgm:hierBranch val="init"/>
        </dgm:presLayoutVars>
      </dgm:prSet>
      <dgm:spPr/>
    </dgm:pt>
    <dgm:pt modelId="{AB823C65-E98A-4ECB-8769-7AF00E335EE5}" type="pres">
      <dgm:prSet presAssocID="{3C45ED5A-A153-409A-8DF9-E1BF4E5B0C19}" presName="rootComposite" presStyleCnt="0"/>
      <dgm:spPr/>
    </dgm:pt>
    <dgm:pt modelId="{2E4C9DF0-5B10-4844-A70F-01E45CC6FABD}" type="pres">
      <dgm:prSet presAssocID="{3C45ED5A-A153-409A-8DF9-E1BF4E5B0C19}" presName="rootText" presStyleLbl="node3" presStyleIdx="1" presStyleCnt="3">
        <dgm:presLayoutVars>
          <dgm:chPref val="3"/>
        </dgm:presLayoutVars>
      </dgm:prSet>
      <dgm:spPr/>
    </dgm:pt>
    <dgm:pt modelId="{DF6C6975-83E5-4391-A4EC-0AD7C0A1FD45}" type="pres">
      <dgm:prSet presAssocID="{3C45ED5A-A153-409A-8DF9-E1BF4E5B0C19}" presName="rootConnector" presStyleLbl="node3" presStyleIdx="1" presStyleCnt="3"/>
      <dgm:spPr/>
    </dgm:pt>
    <dgm:pt modelId="{55768FFE-F474-44D2-B7EC-35FE4BE3F75C}" type="pres">
      <dgm:prSet presAssocID="{3C45ED5A-A153-409A-8DF9-E1BF4E5B0C19}" presName="hierChild4" presStyleCnt="0"/>
      <dgm:spPr/>
    </dgm:pt>
    <dgm:pt modelId="{82CC3FF0-E427-4791-87DC-BB7ED080552C}" type="pres">
      <dgm:prSet presAssocID="{3C45ED5A-A153-409A-8DF9-E1BF4E5B0C19}" presName="hierChild5" presStyleCnt="0"/>
      <dgm:spPr/>
    </dgm:pt>
    <dgm:pt modelId="{EB901FBC-406D-49A9-9299-174F089F6931}" type="pres">
      <dgm:prSet presAssocID="{6508BBE3-C649-472D-9091-EF0F0650B304}" presName="Name37" presStyleLbl="parChTrans1D3" presStyleIdx="2" presStyleCnt="3"/>
      <dgm:spPr/>
    </dgm:pt>
    <dgm:pt modelId="{115234B8-599F-431A-B238-B3103623F5A8}" type="pres">
      <dgm:prSet presAssocID="{E55E1D4D-8130-4323-8972-C0D87AFE4F78}" presName="hierRoot2" presStyleCnt="0">
        <dgm:presLayoutVars>
          <dgm:hierBranch val="init"/>
        </dgm:presLayoutVars>
      </dgm:prSet>
      <dgm:spPr/>
    </dgm:pt>
    <dgm:pt modelId="{FC5E53A2-06F9-43A8-A1CF-B955130F1022}" type="pres">
      <dgm:prSet presAssocID="{E55E1D4D-8130-4323-8972-C0D87AFE4F78}" presName="rootComposite" presStyleCnt="0"/>
      <dgm:spPr/>
    </dgm:pt>
    <dgm:pt modelId="{3D326CBC-754A-4891-8CBB-52CAE366C635}" type="pres">
      <dgm:prSet presAssocID="{E55E1D4D-8130-4323-8972-C0D87AFE4F78}" presName="rootText" presStyleLbl="node3" presStyleIdx="2" presStyleCnt="3">
        <dgm:presLayoutVars>
          <dgm:chPref val="3"/>
        </dgm:presLayoutVars>
      </dgm:prSet>
      <dgm:spPr/>
    </dgm:pt>
    <dgm:pt modelId="{1D50F4E1-4745-4061-B0E9-61CA71EF6C60}" type="pres">
      <dgm:prSet presAssocID="{E55E1D4D-8130-4323-8972-C0D87AFE4F78}" presName="rootConnector" presStyleLbl="node3" presStyleIdx="2" presStyleCnt="3"/>
      <dgm:spPr/>
    </dgm:pt>
    <dgm:pt modelId="{5566E246-E3C0-449A-BD4E-0271E6FC4315}" type="pres">
      <dgm:prSet presAssocID="{E55E1D4D-8130-4323-8972-C0D87AFE4F78}" presName="hierChild4" presStyleCnt="0"/>
      <dgm:spPr/>
    </dgm:pt>
    <dgm:pt modelId="{41AF8C94-E0D9-44CB-BDC4-1A39001D1084}" type="pres">
      <dgm:prSet presAssocID="{E55E1D4D-8130-4323-8972-C0D87AFE4F78}" presName="hierChild5" presStyleCnt="0"/>
      <dgm:spPr/>
    </dgm:pt>
    <dgm:pt modelId="{56216A17-16CC-42A6-A59B-740465FC16BA}" type="pres">
      <dgm:prSet presAssocID="{C8016469-18E8-4E2D-8F41-35462E3FC63E}" presName="hierChild5" presStyleCnt="0"/>
      <dgm:spPr/>
    </dgm:pt>
    <dgm:pt modelId="{C1F317DA-546F-4085-B913-3101495D36C2}" type="pres">
      <dgm:prSet presAssocID="{E41CBF92-333A-4D44-8505-B24B927F8006}" presName="hierChild3" presStyleCnt="0"/>
      <dgm:spPr/>
    </dgm:pt>
  </dgm:ptLst>
  <dgm:cxnLst>
    <dgm:cxn modelId="{0BFDC900-AE37-4D8C-801B-79594EBFC7A4}" srcId="{E41CBF92-333A-4D44-8505-B24B927F8006}" destId="{C8016469-18E8-4E2D-8F41-35462E3FC63E}" srcOrd="3" destOrd="0" parTransId="{BB875F6D-D686-46F7-9407-98BE725B6115}" sibTransId="{C3A14A51-5EF9-4AA6-854B-55CFA29B3A72}"/>
    <dgm:cxn modelId="{7086D805-5307-4A34-8D15-EBBAAFDA9095}" type="presOf" srcId="{3C45ED5A-A153-409A-8DF9-E1BF4E5B0C19}" destId="{DF6C6975-83E5-4391-A4EC-0AD7C0A1FD45}" srcOrd="1" destOrd="0" presId="urn:microsoft.com/office/officeart/2005/8/layout/orgChart1"/>
    <dgm:cxn modelId="{F4512221-DA0B-4F77-A05B-8B9CD5187396}" type="presOf" srcId="{BB875F6D-D686-46F7-9407-98BE725B6115}" destId="{C0C7BDF1-1283-4D53-9E7C-AC29A9FCEEC7}" srcOrd="0" destOrd="0" presId="urn:microsoft.com/office/officeart/2005/8/layout/orgChart1"/>
    <dgm:cxn modelId="{7A3D7127-1665-477B-8D94-E68E64756BD3}" type="presOf" srcId="{C8016469-18E8-4E2D-8F41-35462E3FC63E}" destId="{ADCCA7EF-0503-4F6F-8B1C-C7BD55FCEADC}" srcOrd="1" destOrd="0" presId="urn:microsoft.com/office/officeart/2005/8/layout/orgChart1"/>
    <dgm:cxn modelId="{1C75DA2A-81ED-450B-843B-45BABE2D0A24}" type="presOf" srcId="{9FCA339D-A173-4534-AFD0-31069B40776F}" destId="{F73E0AAE-F99D-42A4-89DE-CACC9714C8C4}" srcOrd="0" destOrd="0" presId="urn:microsoft.com/office/officeart/2005/8/layout/orgChart1"/>
    <dgm:cxn modelId="{84865C2E-898B-4E8C-BA5A-B84635BD7FA7}" srcId="{C8016469-18E8-4E2D-8F41-35462E3FC63E}" destId="{E55E1D4D-8130-4323-8972-C0D87AFE4F78}" srcOrd="2" destOrd="0" parTransId="{6508BBE3-C649-472D-9091-EF0F0650B304}" sibTransId="{C30A21A3-43D4-487A-9DC6-26A183EEE531}"/>
    <dgm:cxn modelId="{E1E32131-6D38-4399-BDC4-B58462580BE4}" type="presOf" srcId="{33D64302-18E9-4A1A-BE52-892B6FDC69B0}" destId="{C20E90A7-126F-44F8-898E-D37221F7BC07}" srcOrd="1" destOrd="0" presId="urn:microsoft.com/office/officeart/2005/8/layout/orgChart1"/>
    <dgm:cxn modelId="{3CAA0932-F731-419B-8282-861FBB61BAB7}" type="presOf" srcId="{89F2F2E0-FFE6-4796-8E0B-B23AB2AAC747}" destId="{0F7BC1D3-C848-4ED8-BF31-BDF95EF3FCF5}" srcOrd="0" destOrd="0" presId="urn:microsoft.com/office/officeart/2005/8/layout/orgChart1"/>
    <dgm:cxn modelId="{8F8B633D-4A67-4B87-9CD7-E37324C06870}" srcId="{C8016469-18E8-4E2D-8F41-35462E3FC63E}" destId="{78C85D6D-2AC1-4230-96D3-B8F7E4AEB2EE}" srcOrd="0" destOrd="0" parTransId="{9FCA339D-A173-4534-AFD0-31069B40776F}" sibTransId="{CADA303A-60E9-4D27-8DB5-A8E09303D8AB}"/>
    <dgm:cxn modelId="{07F5DE61-E517-4DF9-8CB4-A68EE1C8B05E}" type="presOf" srcId="{E55E1D4D-8130-4323-8972-C0D87AFE4F78}" destId="{1D50F4E1-4745-4061-B0E9-61CA71EF6C60}" srcOrd="1" destOrd="0" presId="urn:microsoft.com/office/officeart/2005/8/layout/orgChart1"/>
    <dgm:cxn modelId="{3268A269-A01D-4C4E-AFA7-2243E0A3E77F}" type="presOf" srcId="{E41CBF92-333A-4D44-8505-B24B927F8006}" destId="{E9AD8690-5DAD-474D-84EC-3FECA88802A9}" srcOrd="0" destOrd="0" presId="urn:microsoft.com/office/officeart/2005/8/layout/orgChart1"/>
    <dgm:cxn modelId="{1C28726A-A5DD-4A15-8FBF-418643FA70F6}" srcId="{E41CBF92-333A-4D44-8505-B24B927F8006}" destId="{33D64302-18E9-4A1A-BE52-892B6FDC69B0}" srcOrd="1" destOrd="0" parTransId="{89F2F2E0-FFE6-4796-8E0B-B23AB2AAC747}" sibTransId="{577EEAA4-0F94-4152-B4AD-EA865CE46130}"/>
    <dgm:cxn modelId="{C457E74A-DC7A-4E76-B328-0F39405CB337}" type="presOf" srcId="{E55E1D4D-8130-4323-8972-C0D87AFE4F78}" destId="{3D326CBC-754A-4891-8CBB-52CAE366C635}" srcOrd="0" destOrd="0" presId="urn:microsoft.com/office/officeart/2005/8/layout/orgChart1"/>
    <dgm:cxn modelId="{086ED96C-3FFE-4BF7-911F-BE45A2557DF9}" type="presOf" srcId="{1E5B65BE-1DAA-4A5B-8CD9-BB5BA7B4F1A8}" destId="{63ACC7F6-F842-458F-852A-593BE9396250}" srcOrd="1" destOrd="0" presId="urn:microsoft.com/office/officeart/2005/8/layout/orgChart1"/>
    <dgm:cxn modelId="{581BD156-391E-482D-ABCF-8258403DF031}" type="presOf" srcId="{C171412F-2B19-444E-B1DD-8BBD1EA552A6}" destId="{0441DAFA-3E1B-49C2-9328-716F1FBB5025}" srcOrd="0" destOrd="0" presId="urn:microsoft.com/office/officeart/2005/8/layout/orgChart1"/>
    <dgm:cxn modelId="{EE836C7A-F2B3-44F7-99F6-696715D7EB1B}" type="presOf" srcId="{1E5B65BE-1DAA-4A5B-8CD9-BB5BA7B4F1A8}" destId="{CF7D6F96-10C0-4899-B31B-605C6D515E09}" srcOrd="0" destOrd="0" presId="urn:microsoft.com/office/officeart/2005/8/layout/orgChart1"/>
    <dgm:cxn modelId="{AA8EAB81-A251-49FF-8976-4265A5ABBCBE}" srcId="{C8016469-18E8-4E2D-8F41-35462E3FC63E}" destId="{3C45ED5A-A153-409A-8DF9-E1BF4E5B0C19}" srcOrd="1" destOrd="0" parTransId="{C724F964-4CD8-4FBA-A669-53F0C6A4DBC6}" sibTransId="{E6159B3A-79DF-4F6A-BA79-36D86605AB2E}"/>
    <dgm:cxn modelId="{9AB7D18A-7578-4559-B971-51B80845BC7C}" type="presOf" srcId="{C8016469-18E8-4E2D-8F41-35462E3FC63E}" destId="{17F839CA-601E-4CD0-ACD0-EB374AD36C4B}" srcOrd="0" destOrd="0" presId="urn:microsoft.com/office/officeart/2005/8/layout/orgChart1"/>
    <dgm:cxn modelId="{D94CF18E-6922-4048-97C7-5422BA671F7A}" type="presOf" srcId="{33D64302-18E9-4A1A-BE52-892B6FDC69B0}" destId="{871A6ED8-8A9A-480E-8365-20FD2D07CB7C}" srcOrd="0" destOrd="0" presId="urn:microsoft.com/office/officeart/2005/8/layout/orgChart1"/>
    <dgm:cxn modelId="{490FF298-AAB2-424E-87E2-069174A1524E}" type="presOf" srcId="{78C85D6D-2AC1-4230-96D3-B8F7E4AEB2EE}" destId="{8D9D5234-8E0C-4A6E-AEC2-F5679278FC45}" srcOrd="0" destOrd="0" presId="urn:microsoft.com/office/officeart/2005/8/layout/orgChart1"/>
    <dgm:cxn modelId="{0A40D29A-D6E1-4B04-A80B-1C3013499001}" type="presOf" srcId="{C3065C6E-EBF3-410C-A327-0DB4FFB7FDA0}" destId="{222E34FD-A162-4D07-97BF-62093F47E968}" srcOrd="1" destOrd="0" presId="urn:microsoft.com/office/officeart/2005/8/layout/orgChart1"/>
    <dgm:cxn modelId="{E7CCD99A-AFC4-471C-BCED-6A03D7CF55DD}" type="presOf" srcId="{6837BB10-987C-4F6A-981E-A79610785CAB}" destId="{A4D1500D-E414-414D-80E6-41DC2AAB2F92}" srcOrd="0" destOrd="0" presId="urn:microsoft.com/office/officeart/2005/8/layout/orgChart1"/>
    <dgm:cxn modelId="{540BAB9B-B16B-4C0C-AF0B-AD8B7402F992}" type="presOf" srcId="{C3065C6E-EBF3-410C-A327-0DB4FFB7FDA0}" destId="{CB1FE7C7-E636-467B-8529-FE2557051543}" srcOrd="0" destOrd="0" presId="urn:microsoft.com/office/officeart/2005/8/layout/orgChart1"/>
    <dgm:cxn modelId="{7AE478A5-3BB0-49C6-9C9D-BAD4B80C7F43}" srcId="{E41CBF92-333A-4D44-8505-B24B927F8006}" destId="{1E5B65BE-1DAA-4A5B-8CD9-BB5BA7B4F1A8}" srcOrd="0" destOrd="0" parTransId="{C171412F-2B19-444E-B1DD-8BBD1EA552A6}" sibTransId="{3B419F3B-A8D1-4412-BDFC-AA2B7938C643}"/>
    <dgm:cxn modelId="{980E27BA-59C3-4236-96D5-43B1EBE5EB6B}" type="presOf" srcId="{6508BBE3-C649-472D-9091-EF0F0650B304}" destId="{EB901FBC-406D-49A9-9299-174F089F6931}" srcOrd="0" destOrd="0" presId="urn:microsoft.com/office/officeart/2005/8/layout/orgChart1"/>
    <dgm:cxn modelId="{DF8D19D2-3237-4F11-A32F-BA6811CCFC94}" type="presOf" srcId="{DBBB2174-A4E8-4150-907E-2F39F0CFC60F}" destId="{0BE42FF7-0C1F-41B1-8568-6C0D154F1289}" srcOrd="0" destOrd="0" presId="urn:microsoft.com/office/officeart/2005/8/layout/orgChart1"/>
    <dgm:cxn modelId="{C15AE0D4-3768-4A9D-86C9-33FE1EC771B3}" srcId="{6837BB10-987C-4F6A-981E-A79610785CAB}" destId="{E41CBF92-333A-4D44-8505-B24B927F8006}" srcOrd="0" destOrd="0" parTransId="{F4DBBA38-2827-4778-9471-1ABCAB1A883B}" sibTransId="{5282F87E-714D-4FB6-8516-5142D8F5333A}"/>
    <dgm:cxn modelId="{CFE745E7-C3DE-4FB5-A59D-53FE529D4A95}" type="presOf" srcId="{E41CBF92-333A-4D44-8505-B24B927F8006}" destId="{DB0878A2-7F01-467E-8E10-E7D9210DD2D7}" srcOrd="1" destOrd="0" presId="urn:microsoft.com/office/officeart/2005/8/layout/orgChart1"/>
    <dgm:cxn modelId="{D16FF0E8-E736-4742-80F1-E479A14E94E4}" type="presOf" srcId="{78C85D6D-2AC1-4230-96D3-B8F7E4AEB2EE}" destId="{240796CE-84FF-4E1C-8089-A3889560AC36}" srcOrd="1" destOrd="0" presId="urn:microsoft.com/office/officeart/2005/8/layout/orgChart1"/>
    <dgm:cxn modelId="{AAC96CE9-B277-4008-969F-2C98403C55B3}" srcId="{E41CBF92-333A-4D44-8505-B24B927F8006}" destId="{C3065C6E-EBF3-410C-A327-0DB4FFB7FDA0}" srcOrd="2" destOrd="0" parTransId="{DBBB2174-A4E8-4150-907E-2F39F0CFC60F}" sibTransId="{52EF3B3B-E0CF-43F7-AFAE-BF1115070164}"/>
    <dgm:cxn modelId="{08C955E9-447E-4275-A8E4-4E4B14C7CE1C}" type="presOf" srcId="{3C45ED5A-A153-409A-8DF9-E1BF4E5B0C19}" destId="{2E4C9DF0-5B10-4844-A70F-01E45CC6FABD}" srcOrd="0" destOrd="0" presId="urn:microsoft.com/office/officeart/2005/8/layout/orgChart1"/>
    <dgm:cxn modelId="{A419BEEF-2806-4460-BBB0-EEEC8060BD03}" type="presOf" srcId="{C724F964-4CD8-4FBA-A669-53F0C6A4DBC6}" destId="{46E7579F-6DD0-400E-ADBE-E626749C776F}" srcOrd="0" destOrd="0" presId="urn:microsoft.com/office/officeart/2005/8/layout/orgChart1"/>
    <dgm:cxn modelId="{89A2E0D1-E7CF-4AE6-B010-069E5324CE15}" type="presParOf" srcId="{A4D1500D-E414-414D-80E6-41DC2AAB2F92}" destId="{58D71AAE-BD75-47A7-B389-2375321BA2D1}" srcOrd="0" destOrd="0" presId="urn:microsoft.com/office/officeart/2005/8/layout/orgChart1"/>
    <dgm:cxn modelId="{D3F6AFB6-D5D4-4985-A84C-262029A1862B}" type="presParOf" srcId="{58D71AAE-BD75-47A7-B389-2375321BA2D1}" destId="{2B3BE654-C2FC-45F2-8788-1EB22233CF7D}" srcOrd="0" destOrd="0" presId="urn:microsoft.com/office/officeart/2005/8/layout/orgChart1"/>
    <dgm:cxn modelId="{1885EFA5-E043-428C-99A8-3630D706172D}" type="presParOf" srcId="{2B3BE654-C2FC-45F2-8788-1EB22233CF7D}" destId="{E9AD8690-5DAD-474D-84EC-3FECA88802A9}" srcOrd="0" destOrd="0" presId="urn:microsoft.com/office/officeart/2005/8/layout/orgChart1"/>
    <dgm:cxn modelId="{3D9516F0-D18A-4D36-BFC6-6455F9E9CA99}" type="presParOf" srcId="{2B3BE654-C2FC-45F2-8788-1EB22233CF7D}" destId="{DB0878A2-7F01-467E-8E10-E7D9210DD2D7}" srcOrd="1" destOrd="0" presId="urn:microsoft.com/office/officeart/2005/8/layout/orgChart1"/>
    <dgm:cxn modelId="{6F244C87-11C3-4E7B-AC1D-BC53B089A426}" type="presParOf" srcId="{58D71AAE-BD75-47A7-B389-2375321BA2D1}" destId="{2E7F1226-8215-4892-A35D-03C6D532FD2A}" srcOrd="1" destOrd="0" presId="urn:microsoft.com/office/officeart/2005/8/layout/orgChart1"/>
    <dgm:cxn modelId="{AE80AD5B-E594-4C8F-B462-367CA35A1F28}" type="presParOf" srcId="{2E7F1226-8215-4892-A35D-03C6D532FD2A}" destId="{0441DAFA-3E1B-49C2-9328-716F1FBB5025}" srcOrd="0" destOrd="0" presId="urn:microsoft.com/office/officeart/2005/8/layout/orgChart1"/>
    <dgm:cxn modelId="{1115EC85-6B0D-49AD-8AF2-7078471477E9}" type="presParOf" srcId="{2E7F1226-8215-4892-A35D-03C6D532FD2A}" destId="{E16D1E64-22A4-435A-8695-7C07F59DBEDF}" srcOrd="1" destOrd="0" presId="urn:microsoft.com/office/officeart/2005/8/layout/orgChart1"/>
    <dgm:cxn modelId="{8EC75438-F971-4D80-97A5-AEC23586ADCB}" type="presParOf" srcId="{E16D1E64-22A4-435A-8695-7C07F59DBEDF}" destId="{D6E6FECC-EEFF-45E2-A98C-9AAC495B5F56}" srcOrd="0" destOrd="0" presId="urn:microsoft.com/office/officeart/2005/8/layout/orgChart1"/>
    <dgm:cxn modelId="{09FB1F48-E789-4FD9-8254-648BBB07F1BE}" type="presParOf" srcId="{D6E6FECC-EEFF-45E2-A98C-9AAC495B5F56}" destId="{CF7D6F96-10C0-4899-B31B-605C6D515E09}" srcOrd="0" destOrd="0" presId="urn:microsoft.com/office/officeart/2005/8/layout/orgChart1"/>
    <dgm:cxn modelId="{D0ABDD7F-F77B-4ADF-9246-94F783B628FC}" type="presParOf" srcId="{D6E6FECC-EEFF-45E2-A98C-9AAC495B5F56}" destId="{63ACC7F6-F842-458F-852A-593BE9396250}" srcOrd="1" destOrd="0" presId="urn:microsoft.com/office/officeart/2005/8/layout/orgChart1"/>
    <dgm:cxn modelId="{9F84A082-CCAE-45E9-96D2-6D12F9686135}" type="presParOf" srcId="{E16D1E64-22A4-435A-8695-7C07F59DBEDF}" destId="{B2E3459F-5C46-48D5-8DF3-BEFEF72E0B00}" srcOrd="1" destOrd="0" presId="urn:microsoft.com/office/officeart/2005/8/layout/orgChart1"/>
    <dgm:cxn modelId="{0D2FDAA8-C948-4985-9114-44673E734245}" type="presParOf" srcId="{E16D1E64-22A4-435A-8695-7C07F59DBEDF}" destId="{C85758E6-AE0F-4F75-90FD-BD28546012A9}" srcOrd="2" destOrd="0" presId="urn:microsoft.com/office/officeart/2005/8/layout/orgChart1"/>
    <dgm:cxn modelId="{793B097F-27D7-4E83-97A3-56EF1ABBECC4}" type="presParOf" srcId="{2E7F1226-8215-4892-A35D-03C6D532FD2A}" destId="{0F7BC1D3-C848-4ED8-BF31-BDF95EF3FCF5}" srcOrd="2" destOrd="0" presId="urn:microsoft.com/office/officeart/2005/8/layout/orgChart1"/>
    <dgm:cxn modelId="{171C9156-BAD9-4F32-A2B8-AB5F0B7229BC}" type="presParOf" srcId="{2E7F1226-8215-4892-A35D-03C6D532FD2A}" destId="{1B76FE1E-368A-42B4-817A-9C02F7AD74DB}" srcOrd="3" destOrd="0" presId="urn:microsoft.com/office/officeart/2005/8/layout/orgChart1"/>
    <dgm:cxn modelId="{386DD91D-0E00-407C-ADC4-2DADF1967FC9}" type="presParOf" srcId="{1B76FE1E-368A-42B4-817A-9C02F7AD74DB}" destId="{4AC51CAE-1685-4150-A694-945BC5459CBB}" srcOrd="0" destOrd="0" presId="urn:microsoft.com/office/officeart/2005/8/layout/orgChart1"/>
    <dgm:cxn modelId="{A892E2C8-50F9-4375-9A8A-8A9A7F9421D8}" type="presParOf" srcId="{4AC51CAE-1685-4150-A694-945BC5459CBB}" destId="{871A6ED8-8A9A-480E-8365-20FD2D07CB7C}" srcOrd="0" destOrd="0" presId="urn:microsoft.com/office/officeart/2005/8/layout/orgChart1"/>
    <dgm:cxn modelId="{D3FB02B8-CB5C-4806-BC01-6CF47F0316FB}" type="presParOf" srcId="{4AC51CAE-1685-4150-A694-945BC5459CBB}" destId="{C20E90A7-126F-44F8-898E-D37221F7BC07}" srcOrd="1" destOrd="0" presId="urn:microsoft.com/office/officeart/2005/8/layout/orgChart1"/>
    <dgm:cxn modelId="{D85F10AD-8A84-4C64-BE97-A1120BD12042}" type="presParOf" srcId="{1B76FE1E-368A-42B4-817A-9C02F7AD74DB}" destId="{7989F2A4-32BB-4A9B-84E0-8E5F80D16BA9}" srcOrd="1" destOrd="0" presId="urn:microsoft.com/office/officeart/2005/8/layout/orgChart1"/>
    <dgm:cxn modelId="{B378B7FE-9F40-41C5-9131-2DFA40E885AE}" type="presParOf" srcId="{1B76FE1E-368A-42B4-817A-9C02F7AD74DB}" destId="{6032EDF5-3564-42CB-BF7F-B21BBBDB03EF}" srcOrd="2" destOrd="0" presId="urn:microsoft.com/office/officeart/2005/8/layout/orgChart1"/>
    <dgm:cxn modelId="{C5B87B15-8144-4C2A-970E-85C1BCC79851}" type="presParOf" srcId="{2E7F1226-8215-4892-A35D-03C6D532FD2A}" destId="{0BE42FF7-0C1F-41B1-8568-6C0D154F1289}" srcOrd="4" destOrd="0" presId="urn:microsoft.com/office/officeart/2005/8/layout/orgChart1"/>
    <dgm:cxn modelId="{7467CE5A-2794-4730-BCBA-73984C1E9298}" type="presParOf" srcId="{2E7F1226-8215-4892-A35D-03C6D532FD2A}" destId="{FF795480-3F0C-43DF-874F-4DE1A60681FA}" srcOrd="5" destOrd="0" presId="urn:microsoft.com/office/officeart/2005/8/layout/orgChart1"/>
    <dgm:cxn modelId="{3C6E287E-7872-4DEA-BBF0-19D8860A9FD5}" type="presParOf" srcId="{FF795480-3F0C-43DF-874F-4DE1A60681FA}" destId="{8995986A-19A0-46C3-9B27-3ADB6CC823BB}" srcOrd="0" destOrd="0" presId="urn:microsoft.com/office/officeart/2005/8/layout/orgChart1"/>
    <dgm:cxn modelId="{3967E0B2-FCF7-4A37-998F-148DFE8DBD72}" type="presParOf" srcId="{8995986A-19A0-46C3-9B27-3ADB6CC823BB}" destId="{CB1FE7C7-E636-467B-8529-FE2557051543}" srcOrd="0" destOrd="0" presId="urn:microsoft.com/office/officeart/2005/8/layout/orgChart1"/>
    <dgm:cxn modelId="{37BFD686-3043-450A-8930-EA32E2A634AC}" type="presParOf" srcId="{8995986A-19A0-46C3-9B27-3ADB6CC823BB}" destId="{222E34FD-A162-4D07-97BF-62093F47E968}" srcOrd="1" destOrd="0" presId="urn:microsoft.com/office/officeart/2005/8/layout/orgChart1"/>
    <dgm:cxn modelId="{3D8096DC-F9C2-49ED-AB60-15E3A016338C}" type="presParOf" srcId="{FF795480-3F0C-43DF-874F-4DE1A60681FA}" destId="{B82E1E74-8948-4C65-B030-96BC7B5E36D7}" srcOrd="1" destOrd="0" presId="urn:microsoft.com/office/officeart/2005/8/layout/orgChart1"/>
    <dgm:cxn modelId="{A03C553C-50B2-4ED5-88D5-C31583912128}" type="presParOf" srcId="{FF795480-3F0C-43DF-874F-4DE1A60681FA}" destId="{B333FE3C-8C0D-4DE1-A2B5-1B00A7ABE366}" srcOrd="2" destOrd="0" presId="urn:microsoft.com/office/officeart/2005/8/layout/orgChart1"/>
    <dgm:cxn modelId="{DFFCD06A-3094-4BF3-8D14-F9C17E7AA422}" type="presParOf" srcId="{2E7F1226-8215-4892-A35D-03C6D532FD2A}" destId="{C0C7BDF1-1283-4D53-9E7C-AC29A9FCEEC7}" srcOrd="6" destOrd="0" presId="urn:microsoft.com/office/officeart/2005/8/layout/orgChart1"/>
    <dgm:cxn modelId="{389EEC7C-DE4E-4475-93D7-FE9F0BA71B0C}" type="presParOf" srcId="{2E7F1226-8215-4892-A35D-03C6D532FD2A}" destId="{41C302DC-6C17-4DB5-B629-7B92A83D41C0}" srcOrd="7" destOrd="0" presId="urn:microsoft.com/office/officeart/2005/8/layout/orgChart1"/>
    <dgm:cxn modelId="{AA243268-6ACD-4FB6-B050-9FBFB8FD8DBD}" type="presParOf" srcId="{41C302DC-6C17-4DB5-B629-7B92A83D41C0}" destId="{63B2F2FE-191C-46A5-A67B-EF1864DD276F}" srcOrd="0" destOrd="0" presId="urn:microsoft.com/office/officeart/2005/8/layout/orgChart1"/>
    <dgm:cxn modelId="{5E01284C-12C6-436B-9970-DD88C7E05192}" type="presParOf" srcId="{63B2F2FE-191C-46A5-A67B-EF1864DD276F}" destId="{17F839CA-601E-4CD0-ACD0-EB374AD36C4B}" srcOrd="0" destOrd="0" presId="urn:microsoft.com/office/officeart/2005/8/layout/orgChart1"/>
    <dgm:cxn modelId="{98BCCA75-981D-4F98-83C0-2954845005CC}" type="presParOf" srcId="{63B2F2FE-191C-46A5-A67B-EF1864DD276F}" destId="{ADCCA7EF-0503-4F6F-8B1C-C7BD55FCEADC}" srcOrd="1" destOrd="0" presId="urn:microsoft.com/office/officeart/2005/8/layout/orgChart1"/>
    <dgm:cxn modelId="{E38BE6A3-8ED8-4C3D-8854-4C9BB231E73B}" type="presParOf" srcId="{41C302DC-6C17-4DB5-B629-7B92A83D41C0}" destId="{1DFA3550-DE96-4094-AB8E-E02EA385D84A}" srcOrd="1" destOrd="0" presId="urn:microsoft.com/office/officeart/2005/8/layout/orgChart1"/>
    <dgm:cxn modelId="{2310481B-AD7D-4CA7-9AE1-8F0CD84D75C2}" type="presParOf" srcId="{1DFA3550-DE96-4094-AB8E-E02EA385D84A}" destId="{F73E0AAE-F99D-42A4-89DE-CACC9714C8C4}" srcOrd="0" destOrd="0" presId="urn:microsoft.com/office/officeart/2005/8/layout/orgChart1"/>
    <dgm:cxn modelId="{82DB1A6F-5A73-4EC1-ABCC-F691D3BD24C5}" type="presParOf" srcId="{1DFA3550-DE96-4094-AB8E-E02EA385D84A}" destId="{82F5166A-2980-4114-B033-45A838B36035}" srcOrd="1" destOrd="0" presId="urn:microsoft.com/office/officeart/2005/8/layout/orgChart1"/>
    <dgm:cxn modelId="{C02FD34C-B358-4066-B569-69E014ABA431}" type="presParOf" srcId="{82F5166A-2980-4114-B033-45A838B36035}" destId="{E0A95CF2-9E66-4CAA-BE15-F84B4AFB4855}" srcOrd="0" destOrd="0" presId="urn:microsoft.com/office/officeart/2005/8/layout/orgChart1"/>
    <dgm:cxn modelId="{CD7EB8AF-8BCC-429A-BC3B-7FF59AF1989E}" type="presParOf" srcId="{E0A95CF2-9E66-4CAA-BE15-F84B4AFB4855}" destId="{8D9D5234-8E0C-4A6E-AEC2-F5679278FC45}" srcOrd="0" destOrd="0" presId="urn:microsoft.com/office/officeart/2005/8/layout/orgChart1"/>
    <dgm:cxn modelId="{321F5A8F-B07B-429F-9B5B-D24C6535C5AF}" type="presParOf" srcId="{E0A95CF2-9E66-4CAA-BE15-F84B4AFB4855}" destId="{240796CE-84FF-4E1C-8089-A3889560AC36}" srcOrd="1" destOrd="0" presId="urn:microsoft.com/office/officeart/2005/8/layout/orgChart1"/>
    <dgm:cxn modelId="{D983F770-B60A-4D55-8F54-08C171486D33}" type="presParOf" srcId="{82F5166A-2980-4114-B033-45A838B36035}" destId="{F54DAC1F-796B-477E-88E1-39C080BF9A36}" srcOrd="1" destOrd="0" presId="urn:microsoft.com/office/officeart/2005/8/layout/orgChart1"/>
    <dgm:cxn modelId="{E5BFA486-98DC-4835-B051-C260F7E40860}" type="presParOf" srcId="{82F5166A-2980-4114-B033-45A838B36035}" destId="{B5A467ED-84DC-4F60-B4AF-F8C40BB44227}" srcOrd="2" destOrd="0" presId="urn:microsoft.com/office/officeart/2005/8/layout/orgChart1"/>
    <dgm:cxn modelId="{EEB03909-1BC2-4556-93F6-553A2CFDA6D5}" type="presParOf" srcId="{1DFA3550-DE96-4094-AB8E-E02EA385D84A}" destId="{46E7579F-6DD0-400E-ADBE-E626749C776F}" srcOrd="2" destOrd="0" presId="urn:microsoft.com/office/officeart/2005/8/layout/orgChart1"/>
    <dgm:cxn modelId="{6AFB04E5-251C-4D83-9AA6-1E1FD7D117FB}" type="presParOf" srcId="{1DFA3550-DE96-4094-AB8E-E02EA385D84A}" destId="{CC62BA39-093E-4C91-88A8-26FBDAE110B7}" srcOrd="3" destOrd="0" presId="urn:microsoft.com/office/officeart/2005/8/layout/orgChart1"/>
    <dgm:cxn modelId="{01D0E5E6-BDA4-486B-8A9B-A485E7240B91}" type="presParOf" srcId="{CC62BA39-093E-4C91-88A8-26FBDAE110B7}" destId="{AB823C65-E98A-4ECB-8769-7AF00E335EE5}" srcOrd="0" destOrd="0" presId="urn:microsoft.com/office/officeart/2005/8/layout/orgChart1"/>
    <dgm:cxn modelId="{383A8ED7-1CB9-4DD4-96D8-55D7D8084E44}" type="presParOf" srcId="{AB823C65-E98A-4ECB-8769-7AF00E335EE5}" destId="{2E4C9DF0-5B10-4844-A70F-01E45CC6FABD}" srcOrd="0" destOrd="0" presId="urn:microsoft.com/office/officeart/2005/8/layout/orgChart1"/>
    <dgm:cxn modelId="{396AF58E-5EED-4C97-9C3F-9D3BB45CB52D}" type="presParOf" srcId="{AB823C65-E98A-4ECB-8769-7AF00E335EE5}" destId="{DF6C6975-83E5-4391-A4EC-0AD7C0A1FD45}" srcOrd="1" destOrd="0" presId="urn:microsoft.com/office/officeart/2005/8/layout/orgChart1"/>
    <dgm:cxn modelId="{9F9FEE99-A57E-45CD-BBAB-F3532C18F60F}" type="presParOf" srcId="{CC62BA39-093E-4C91-88A8-26FBDAE110B7}" destId="{55768FFE-F474-44D2-B7EC-35FE4BE3F75C}" srcOrd="1" destOrd="0" presId="urn:microsoft.com/office/officeart/2005/8/layout/orgChart1"/>
    <dgm:cxn modelId="{47123983-0873-498D-8747-12BBC4C8EC57}" type="presParOf" srcId="{CC62BA39-093E-4C91-88A8-26FBDAE110B7}" destId="{82CC3FF0-E427-4791-87DC-BB7ED080552C}" srcOrd="2" destOrd="0" presId="urn:microsoft.com/office/officeart/2005/8/layout/orgChart1"/>
    <dgm:cxn modelId="{EB995FEE-6F7D-4B64-B6E5-F77D74011F5F}" type="presParOf" srcId="{1DFA3550-DE96-4094-AB8E-E02EA385D84A}" destId="{EB901FBC-406D-49A9-9299-174F089F6931}" srcOrd="4" destOrd="0" presId="urn:microsoft.com/office/officeart/2005/8/layout/orgChart1"/>
    <dgm:cxn modelId="{6FD6EFFA-0880-4CB6-BEB0-DEB505C03B5C}" type="presParOf" srcId="{1DFA3550-DE96-4094-AB8E-E02EA385D84A}" destId="{115234B8-599F-431A-B238-B3103623F5A8}" srcOrd="5" destOrd="0" presId="urn:microsoft.com/office/officeart/2005/8/layout/orgChart1"/>
    <dgm:cxn modelId="{7A557402-4BB3-4BC7-A58F-1F92EAF61A68}" type="presParOf" srcId="{115234B8-599F-431A-B238-B3103623F5A8}" destId="{FC5E53A2-06F9-43A8-A1CF-B955130F1022}" srcOrd="0" destOrd="0" presId="urn:microsoft.com/office/officeart/2005/8/layout/orgChart1"/>
    <dgm:cxn modelId="{7C67121B-B9EC-4839-A2A5-13CA22641B9B}" type="presParOf" srcId="{FC5E53A2-06F9-43A8-A1CF-B955130F1022}" destId="{3D326CBC-754A-4891-8CBB-52CAE366C635}" srcOrd="0" destOrd="0" presId="urn:microsoft.com/office/officeart/2005/8/layout/orgChart1"/>
    <dgm:cxn modelId="{52AB9157-A161-4EC5-AB50-94DB1E7CD06B}" type="presParOf" srcId="{FC5E53A2-06F9-43A8-A1CF-B955130F1022}" destId="{1D50F4E1-4745-4061-B0E9-61CA71EF6C60}" srcOrd="1" destOrd="0" presId="urn:microsoft.com/office/officeart/2005/8/layout/orgChart1"/>
    <dgm:cxn modelId="{A82375A9-A0E9-4E15-93EF-C6022B71DA2D}" type="presParOf" srcId="{115234B8-599F-431A-B238-B3103623F5A8}" destId="{5566E246-E3C0-449A-BD4E-0271E6FC4315}" srcOrd="1" destOrd="0" presId="urn:microsoft.com/office/officeart/2005/8/layout/orgChart1"/>
    <dgm:cxn modelId="{0C3DE95C-1CBD-4AF5-92CA-730EFBE0C878}" type="presParOf" srcId="{115234B8-599F-431A-B238-B3103623F5A8}" destId="{41AF8C94-E0D9-44CB-BDC4-1A39001D1084}" srcOrd="2" destOrd="0" presId="urn:microsoft.com/office/officeart/2005/8/layout/orgChart1"/>
    <dgm:cxn modelId="{34716CD1-18DD-4019-8C0E-7CBDE94A7A30}" type="presParOf" srcId="{41C302DC-6C17-4DB5-B629-7B92A83D41C0}" destId="{56216A17-16CC-42A6-A59B-740465FC16BA}" srcOrd="2" destOrd="0" presId="urn:microsoft.com/office/officeart/2005/8/layout/orgChart1"/>
    <dgm:cxn modelId="{F7ED3652-E7D0-4791-8EC2-7ADFFD6CD12D}" type="presParOf" srcId="{58D71AAE-BD75-47A7-B389-2375321BA2D1}" destId="{C1F317DA-546F-4085-B913-3101495D36C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837BB10-987C-4F6A-981E-A79610785CA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K"/>
        </a:p>
      </dgm:t>
    </dgm:pt>
    <dgm:pt modelId="{E41CBF92-333A-4D44-8505-B24B927F8006}">
      <dgm:prSet phldrT="[Text]" phldr="0"/>
      <dgm:spPr/>
      <dgm:t>
        <a:bodyPr/>
        <a:lstStyle/>
        <a:p>
          <a:r>
            <a:rPr lang="en-US" dirty="0"/>
            <a:t>3D printing magnetics</a:t>
          </a:r>
          <a:endParaRPr lang="en-DK" dirty="0"/>
        </a:p>
      </dgm:t>
    </dgm:pt>
    <dgm:pt modelId="{F4DBBA38-2827-4778-9471-1ABCAB1A883B}" type="parTrans" cxnId="{C15AE0D4-3768-4A9D-86C9-33FE1EC771B3}">
      <dgm:prSet/>
      <dgm:spPr/>
      <dgm:t>
        <a:bodyPr/>
        <a:lstStyle/>
        <a:p>
          <a:endParaRPr lang="en-DK"/>
        </a:p>
      </dgm:t>
    </dgm:pt>
    <dgm:pt modelId="{5282F87E-714D-4FB6-8516-5142D8F5333A}" type="sibTrans" cxnId="{C15AE0D4-3768-4A9D-86C9-33FE1EC771B3}">
      <dgm:prSet/>
      <dgm:spPr/>
      <dgm:t>
        <a:bodyPr/>
        <a:lstStyle/>
        <a:p>
          <a:endParaRPr lang="en-DK"/>
        </a:p>
      </dgm:t>
    </dgm:pt>
    <dgm:pt modelId="{1E5B65BE-1DAA-4A5B-8CD9-BB5BA7B4F1A8}">
      <dgm:prSet phldrT="[Text]" phldr="0"/>
      <dgm:spPr/>
      <dgm:t>
        <a:bodyPr/>
        <a:lstStyle/>
        <a:p>
          <a:r>
            <a:rPr lang="en-US" dirty="0"/>
            <a:t>Vat polymerization</a:t>
          </a:r>
          <a:endParaRPr lang="en-DK" dirty="0"/>
        </a:p>
      </dgm:t>
    </dgm:pt>
    <dgm:pt modelId="{C171412F-2B19-444E-B1DD-8BBD1EA552A6}" type="parTrans" cxnId="{7AE478A5-3BB0-49C6-9C9D-BAD4B80C7F43}">
      <dgm:prSet/>
      <dgm:spPr/>
      <dgm:t>
        <a:bodyPr/>
        <a:lstStyle/>
        <a:p>
          <a:endParaRPr lang="en-DK"/>
        </a:p>
      </dgm:t>
    </dgm:pt>
    <dgm:pt modelId="{3B419F3B-A8D1-4412-BDFC-AA2B7938C643}" type="sibTrans" cxnId="{7AE478A5-3BB0-49C6-9C9D-BAD4B80C7F43}">
      <dgm:prSet/>
      <dgm:spPr/>
      <dgm:t>
        <a:bodyPr/>
        <a:lstStyle/>
        <a:p>
          <a:endParaRPr lang="en-DK"/>
        </a:p>
      </dgm:t>
    </dgm:pt>
    <dgm:pt modelId="{33D64302-18E9-4A1A-BE52-892B6FDC69B0}">
      <dgm:prSet phldrT="[Text]" phldr="0"/>
      <dgm:spPr/>
      <dgm:t>
        <a:bodyPr/>
        <a:lstStyle/>
        <a:p>
          <a:r>
            <a:rPr lang="en-US" dirty="0"/>
            <a:t>Powder bed fusion</a:t>
          </a:r>
          <a:endParaRPr lang="en-DK" dirty="0"/>
        </a:p>
      </dgm:t>
    </dgm:pt>
    <dgm:pt modelId="{89F2F2E0-FFE6-4796-8E0B-B23AB2AAC747}" type="parTrans" cxnId="{1C28726A-A5DD-4A15-8FBF-418643FA70F6}">
      <dgm:prSet/>
      <dgm:spPr/>
      <dgm:t>
        <a:bodyPr/>
        <a:lstStyle/>
        <a:p>
          <a:endParaRPr lang="en-DK"/>
        </a:p>
      </dgm:t>
    </dgm:pt>
    <dgm:pt modelId="{577EEAA4-0F94-4152-B4AD-EA865CE46130}" type="sibTrans" cxnId="{1C28726A-A5DD-4A15-8FBF-418643FA70F6}">
      <dgm:prSet/>
      <dgm:spPr/>
      <dgm:t>
        <a:bodyPr/>
        <a:lstStyle/>
        <a:p>
          <a:endParaRPr lang="en-DK"/>
        </a:p>
      </dgm:t>
    </dgm:pt>
    <dgm:pt modelId="{C3065C6E-EBF3-410C-A327-0DB4FFB7FDA0}">
      <dgm:prSet phldrT="[Text]" phldr="0"/>
      <dgm:spPr/>
      <dgm:t>
        <a:bodyPr/>
        <a:lstStyle/>
        <a:p>
          <a:r>
            <a:rPr lang="en-US" dirty="0"/>
            <a:t>Binder jetting</a:t>
          </a:r>
          <a:endParaRPr lang="en-DK" dirty="0"/>
        </a:p>
      </dgm:t>
    </dgm:pt>
    <dgm:pt modelId="{DBBB2174-A4E8-4150-907E-2F39F0CFC60F}" type="parTrans" cxnId="{AAC96CE9-B277-4008-969F-2C98403C55B3}">
      <dgm:prSet/>
      <dgm:spPr/>
      <dgm:t>
        <a:bodyPr/>
        <a:lstStyle/>
        <a:p>
          <a:endParaRPr lang="en-DK"/>
        </a:p>
      </dgm:t>
    </dgm:pt>
    <dgm:pt modelId="{52EF3B3B-E0CF-43F7-AFAE-BF1115070164}" type="sibTrans" cxnId="{AAC96CE9-B277-4008-969F-2C98403C55B3}">
      <dgm:prSet/>
      <dgm:spPr/>
      <dgm:t>
        <a:bodyPr/>
        <a:lstStyle/>
        <a:p>
          <a:endParaRPr lang="en-DK"/>
        </a:p>
      </dgm:t>
    </dgm:pt>
    <dgm:pt modelId="{C8016469-18E8-4E2D-8F41-35462E3FC63E}">
      <dgm:prSet phldrT="[Text]" phldr="0"/>
      <dgm:spPr/>
      <dgm:t>
        <a:bodyPr/>
        <a:lstStyle/>
        <a:p>
          <a:r>
            <a:rPr lang="en-US"/>
            <a:t>Material extrusion</a:t>
          </a:r>
          <a:endParaRPr lang="en-DK" dirty="0"/>
        </a:p>
      </dgm:t>
    </dgm:pt>
    <dgm:pt modelId="{BB875F6D-D686-46F7-9407-98BE725B6115}" type="parTrans" cxnId="{0BFDC900-AE37-4D8C-801B-79594EBFC7A4}">
      <dgm:prSet/>
      <dgm:spPr/>
      <dgm:t>
        <a:bodyPr/>
        <a:lstStyle/>
        <a:p>
          <a:endParaRPr lang="en-DK"/>
        </a:p>
      </dgm:t>
    </dgm:pt>
    <dgm:pt modelId="{C3A14A51-5EF9-4AA6-854B-55CFA29B3A72}" type="sibTrans" cxnId="{0BFDC900-AE37-4D8C-801B-79594EBFC7A4}">
      <dgm:prSet/>
      <dgm:spPr/>
      <dgm:t>
        <a:bodyPr/>
        <a:lstStyle/>
        <a:p>
          <a:endParaRPr lang="en-DK"/>
        </a:p>
      </dgm:t>
    </dgm:pt>
    <dgm:pt modelId="{78C85D6D-2AC1-4230-96D3-B8F7E4AEB2EE}">
      <dgm:prSet phldrT="[Text]" phldr="0"/>
      <dgm:spPr/>
      <dgm:t>
        <a:bodyPr/>
        <a:lstStyle/>
        <a:p>
          <a:r>
            <a:rPr lang="en-US" dirty="0"/>
            <a:t>Fused deposition modeling</a:t>
          </a:r>
          <a:endParaRPr lang="en-DK" dirty="0"/>
        </a:p>
      </dgm:t>
    </dgm:pt>
    <dgm:pt modelId="{9FCA339D-A173-4534-AFD0-31069B40776F}" type="parTrans" cxnId="{8F8B633D-4A67-4B87-9CD7-E37324C06870}">
      <dgm:prSet/>
      <dgm:spPr/>
      <dgm:t>
        <a:bodyPr/>
        <a:lstStyle/>
        <a:p>
          <a:endParaRPr lang="en-DK"/>
        </a:p>
      </dgm:t>
    </dgm:pt>
    <dgm:pt modelId="{CADA303A-60E9-4D27-8DB5-A8E09303D8AB}" type="sibTrans" cxnId="{8F8B633D-4A67-4B87-9CD7-E37324C06870}">
      <dgm:prSet/>
      <dgm:spPr/>
      <dgm:t>
        <a:bodyPr/>
        <a:lstStyle/>
        <a:p>
          <a:endParaRPr lang="en-DK"/>
        </a:p>
      </dgm:t>
    </dgm:pt>
    <dgm:pt modelId="{3C45ED5A-A153-409A-8DF9-E1BF4E5B0C19}">
      <dgm:prSet phldrT="[Text]" phldr="0"/>
      <dgm:spPr/>
      <dgm:t>
        <a:bodyPr/>
        <a:lstStyle/>
        <a:p>
          <a:r>
            <a:rPr lang="en-US"/>
            <a:t>Direct ink writing</a:t>
          </a:r>
          <a:endParaRPr lang="en-DK" dirty="0"/>
        </a:p>
      </dgm:t>
    </dgm:pt>
    <dgm:pt modelId="{C724F964-4CD8-4FBA-A669-53F0C6A4DBC6}" type="parTrans" cxnId="{AA8EAB81-A251-49FF-8976-4265A5ABBCBE}">
      <dgm:prSet/>
      <dgm:spPr/>
      <dgm:t>
        <a:bodyPr/>
        <a:lstStyle/>
        <a:p>
          <a:endParaRPr lang="en-DK"/>
        </a:p>
      </dgm:t>
    </dgm:pt>
    <dgm:pt modelId="{E6159B3A-79DF-4F6A-BA79-36D86605AB2E}" type="sibTrans" cxnId="{AA8EAB81-A251-49FF-8976-4265A5ABBCBE}">
      <dgm:prSet/>
      <dgm:spPr/>
      <dgm:t>
        <a:bodyPr/>
        <a:lstStyle/>
        <a:p>
          <a:endParaRPr lang="en-DK"/>
        </a:p>
      </dgm:t>
    </dgm:pt>
    <dgm:pt modelId="{E55E1D4D-8130-4323-8972-C0D87AFE4F78}">
      <dgm:prSet phldrT="[Text]" phldr="0"/>
      <dgm:spPr/>
      <dgm:t>
        <a:bodyPr/>
        <a:lstStyle/>
        <a:p>
          <a:r>
            <a:rPr lang="en-US" dirty="0"/>
            <a:t>Fused granulate fabrication</a:t>
          </a:r>
          <a:endParaRPr lang="en-DK" dirty="0"/>
        </a:p>
      </dgm:t>
    </dgm:pt>
    <dgm:pt modelId="{6508BBE3-C649-472D-9091-EF0F0650B304}" type="parTrans" cxnId="{84865C2E-898B-4E8C-BA5A-B84635BD7FA7}">
      <dgm:prSet/>
      <dgm:spPr/>
      <dgm:t>
        <a:bodyPr/>
        <a:lstStyle/>
        <a:p>
          <a:endParaRPr lang="en-DK"/>
        </a:p>
      </dgm:t>
    </dgm:pt>
    <dgm:pt modelId="{C30A21A3-43D4-487A-9DC6-26A183EEE531}" type="sibTrans" cxnId="{84865C2E-898B-4E8C-BA5A-B84635BD7FA7}">
      <dgm:prSet/>
      <dgm:spPr/>
      <dgm:t>
        <a:bodyPr/>
        <a:lstStyle/>
        <a:p>
          <a:endParaRPr lang="en-DK"/>
        </a:p>
      </dgm:t>
    </dgm:pt>
    <dgm:pt modelId="{A4D1500D-E414-414D-80E6-41DC2AAB2F92}" type="pres">
      <dgm:prSet presAssocID="{6837BB10-987C-4F6A-981E-A79610785CA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8D71AAE-BD75-47A7-B389-2375321BA2D1}" type="pres">
      <dgm:prSet presAssocID="{E41CBF92-333A-4D44-8505-B24B927F8006}" presName="hierRoot1" presStyleCnt="0">
        <dgm:presLayoutVars>
          <dgm:hierBranch val="init"/>
        </dgm:presLayoutVars>
      </dgm:prSet>
      <dgm:spPr/>
    </dgm:pt>
    <dgm:pt modelId="{2B3BE654-C2FC-45F2-8788-1EB22233CF7D}" type="pres">
      <dgm:prSet presAssocID="{E41CBF92-333A-4D44-8505-B24B927F8006}" presName="rootComposite1" presStyleCnt="0"/>
      <dgm:spPr/>
    </dgm:pt>
    <dgm:pt modelId="{E9AD8690-5DAD-474D-84EC-3FECA88802A9}" type="pres">
      <dgm:prSet presAssocID="{E41CBF92-333A-4D44-8505-B24B927F8006}" presName="rootText1" presStyleLbl="node0" presStyleIdx="0" presStyleCnt="1">
        <dgm:presLayoutVars>
          <dgm:chPref val="3"/>
        </dgm:presLayoutVars>
      </dgm:prSet>
      <dgm:spPr/>
    </dgm:pt>
    <dgm:pt modelId="{DB0878A2-7F01-467E-8E10-E7D9210DD2D7}" type="pres">
      <dgm:prSet presAssocID="{E41CBF92-333A-4D44-8505-B24B927F8006}" presName="rootConnector1" presStyleLbl="node1" presStyleIdx="0" presStyleCnt="0"/>
      <dgm:spPr/>
    </dgm:pt>
    <dgm:pt modelId="{2E7F1226-8215-4892-A35D-03C6D532FD2A}" type="pres">
      <dgm:prSet presAssocID="{E41CBF92-333A-4D44-8505-B24B927F8006}" presName="hierChild2" presStyleCnt="0"/>
      <dgm:spPr/>
    </dgm:pt>
    <dgm:pt modelId="{0441DAFA-3E1B-49C2-9328-716F1FBB5025}" type="pres">
      <dgm:prSet presAssocID="{C171412F-2B19-444E-B1DD-8BBD1EA552A6}" presName="Name37" presStyleLbl="parChTrans1D2" presStyleIdx="0" presStyleCnt="4"/>
      <dgm:spPr/>
    </dgm:pt>
    <dgm:pt modelId="{E16D1E64-22A4-435A-8695-7C07F59DBEDF}" type="pres">
      <dgm:prSet presAssocID="{1E5B65BE-1DAA-4A5B-8CD9-BB5BA7B4F1A8}" presName="hierRoot2" presStyleCnt="0">
        <dgm:presLayoutVars>
          <dgm:hierBranch val="init"/>
        </dgm:presLayoutVars>
      </dgm:prSet>
      <dgm:spPr/>
    </dgm:pt>
    <dgm:pt modelId="{D6E6FECC-EEFF-45E2-A98C-9AAC495B5F56}" type="pres">
      <dgm:prSet presAssocID="{1E5B65BE-1DAA-4A5B-8CD9-BB5BA7B4F1A8}" presName="rootComposite" presStyleCnt="0"/>
      <dgm:spPr/>
    </dgm:pt>
    <dgm:pt modelId="{CF7D6F96-10C0-4899-B31B-605C6D515E09}" type="pres">
      <dgm:prSet presAssocID="{1E5B65BE-1DAA-4A5B-8CD9-BB5BA7B4F1A8}" presName="rootText" presStyleLbl="node2" presStyleIdx="0" presStyleCnt="4">
        <dgm:presLayoutVars>
          <dgm:chPref val="3"/>
        </dgm:presLayoutVars>
      </dgm:prSet>
      <dgm:spPr/>
    </dgm:pt>
    <dgm:pt modelId="{63ACC7F6-F842-458F-852A-593BE9396250}" type="pres">
      <dgm:prSet presAssocID="{1E5B65BE-1DAA-4A5B-8CD9-BB5BA7B4F1A8}" presName="rootConnector" presStyleLbl="node2" presStyleIdx="0" presStyleCnt="4"/>
      <dgm:spPr/>
    </dgm:pt>
    <dgm:pt modelId="{B2E3459F-5C46-48D5-8DF3-BEFEF72E0B00}" type="pres">
      <dgm:prSet presAssocID="{1E5B65BE-1DAA-4A5B-8CD9-BB5BA7B4F1A8}" presName="hierChild4" presStyleCnt="0"/>
      <dgm:spPr/>
    </dgm:pt>
    <dgm:pt modelId="{C85758E6-AE0F-4F75-90FD-BD28546012A9}" type="pres">
      <dgm:prSet presAssocID="{1E5B65BE-1DAA-4A5B-8CD9-BB5BA7B4F1A8}" presName="hierChild5" presStyleCnt="0"/>
      <dgm:spPr/>
    </dgm:pt>
    <dgm:pt modelId="{0F7BC1D3-C848-4ED8-BF31-BDF95EF3FCF5}" type="pres">
      <dgm:prSet presAssocID="{89F2F2E0-FFE6-4796-8E0B-B23AB2AAC747}" presName="Name37" presStyleLbl="parChTrans1D2" presStyleIdx="1" presStyleCnt="4"/>
      <dgm:spPr/>
    </dgm:pt>
    <dgm:pt modelId="{1B76FE1E-368A-42B4-817A-9C02F7AD74DB}" type="pres">
      <dgm:prSet presAssocID="{33D64302-18E9-4A1A-BE52-892B6FDC69B0}" presName="hierRoot2" presStyleCnt="0">
        <dgm:presLayoutVars>
          <dgm:hierBranch val="init"/>
        </dgm:presLayoutVars>
      </dgm:prSet>
      <dgm:spPr/>
    </dgm:pt>
    <dgm:pt modelId="{4AC51CAE-1685-4150-A694-945BC5459CBB}" type="pres">
      <dgm:prSet presAssocID="{33D64302-18E9-4A1A-BE52-892B6FDC69B0}" presName="rootComposite" presStyleCnt="0"/>
      <dgm:spPr/>
    </dgm:pt>
    <dgm:pt modelId="{871A6ED8-8A9A-480E-8365-20FD2D07CB7C}" type="pres">
      <dgm:prSet presAssocID="{33D64302-18E9-4A1A-BE52-892B6FDC69B0}" presName="rootText" presStyleLbl="node2" presStyleIdx="1" presStyleCnt="4">
        <dgm:presLayoutVars>
          <dgm:chPref val="3"/>
        </dgm:presLayoutVars>
      </dgm:prSet>
      <dgm:spPr/>
    </dgm:pt>
    <dgm:pt modelId="{C20E90A7-126F-44F8-898E-D37221F7BC07}" type="pres">
      <dgm:prSet presAssocID="{33D64302-18E9-4A1A-BE52-892B6FDC69B0}" presName="rootConnector" presStyleLbl="node2" presStyleIdx="1" presStyleCnt="4"/>
      <dgm:spPr/>
    </dgm:pt>
    <dgm:pt modelId="{7989F2A4-32BB-4A9B-84E0-8E5F80D16BA9}" type="pres">
      <dgm:prSet presAssocID="{33D64302-18E9-4A1A-BE52-892B6FDC69B0}" presName="hierChild4" presStyleCnt="0"/>
      <dgm:spPr/>
    </dgm:pt>
    <dgm:pt modelId="{6032EDF5-3564-42CB-BF7F-B21BBBDB03EF}" type="pres">
      <dgm:prSet presAssocID="{33D64302-18E9-4A1A-BE52-892B6FDC69B0}" presName="hierChild5" presStyleCnt="0"/>
      <dgm:spPr/>
    </dgm:pt>
    <dgm:pt modelId="{0BE42FF7-0C1F-41B1-8568-6C0D154F1289}" type="pres">
      <dgm:prSet presAssocID="{DBBB2174-A4E8-4150-907E-2F39F0CFC60F}" presName="Name37" presStyleLbl="parChTrans1D2" presStyleIdx="2" presStyleCnt="4"/>
      <dgm:spPr/>
    </dgm:pt>
    <dgm:pt modelId="{FF795480-3F0C-43DF-874F-4DE1A60681FA}" type="pres">
      <dgm:prSet presAssocID="{C3065C6E-EBF3-410C-A327-0DB4FFB7FDA0}" presName="hierRoot2" presStyleCnt="0">
        <dgm:presLayoutVars>
          <dgm:hierBranch val="init"/>
        </dgm:presLayoutVars>
      </dgm:prSet>
      <dgm:spPr/>
    </dgm:pt>
    <dgm:pt modelId="{8995986A-19A0-46C3-9B27-3ADB6CC823BB}" type="pres">
      <dgm:prSet presAssocID="{C3065C6E-EBF3-410C-A327-0DB4FFB7FDA0}" presName="rootComposite" presStyleCnt="0"/>
      <dgm:spPr/>
    </dgm:pt>
    <dgm:pt modelId="{CB1FE7C7-E636-467B-8529-FE2557051543}" type="pres">
      <dgm:prSet presAssocID="{C3065C6E-EBF3-410C-A327-0DB4FFB7FDA0}" presName="rootText" presStyleLbl="node2" presStyleIdx="2" presStyleCnt="4">
        <dgm:presLayoutVars>
          <dgm:chPref val="3"/>
        </dgm:presLayoutVars>
      </dgm:prSet>
      <dgm:spPr/>
    </dgm:pt>
    <dgm:pt modelId="{222E34FD-A162-4D07-97BF-62093F47E968}" type="pres">
      <dgm:prSet presAssocID="{C3065C6E-EBF3-410C-A327-0DB4FFB7FDA0}" presName="rootConnector" presStyleLbl="node2" presStyleIdx="2" presStyleCnt="4"/>
      <dgm:spPr/>
    </dgm:pt>
    <dgm:pt modelId="{B82E1E74-8948-4C65-B030-96BC7B5E36D7}" type="pres">
      <dgm:prSet presAssocID="{C3065C6E-EBF3-410C-A327-0DB4FFB7FDA0}" presName="hierChild4" presStyleCnt="0"/>
      <dgm:spPr/>
    </dgm:pt>
    <dgm:pt modelId="{B333FE3C-8C0D-4DE1-A2B5-1B00A7ABE366}" type="pres">
      <dgm:prSet presAssocID="{C3065C6E-EBF3-410C-A327-0DB4FFB7FDA0}" presName="hierChild5" presStyleCnt="0"/>
      <dgm:spPr/>
    </dgm:pt>
    <dgm:pt modelId="{C0C7BDF1-1283-4D53-9E7C-AC29A9FCEEC7}" type="pres">
      <dgm:prSet presAssocID="{BB875F6D-D686-46F7-9407-98BE725B6115}" presName="Name37" presStyleLbl="parChTrans1D2" presStyleIdx="3" presStyleCnt="4"/>
      <dgm:spPr/>
    </dgm:pt>
    <dgm:pt modelId="{41C302DC-6C17-4DB5-B629-7B92A83D41C0}" type="pres">
      <dgm:prSet presAssocID="{C8016469-18E8-4E2D-8F41-35462E3FC63E}" presName="hierRoot2" presStyleCnt="0">
        <dgm:presLayoutVars>
          <dgm:hierBranch val="init"/>
        </dgm:presLayoutVars>
      </dgm:prSet>
      <dgm:spPr/>
    </dgm:pt>
    <dgm:pt modelId="{63B2F2FE-191C-46A5-A67B-EF1864DD276F}" type="pres">
      <dgm:prSet presAssocID="{C8016469-18E8-4E2D-8F41-35462E3FC63E}" presName="rootComposite" presStyleCnt="0"/>
      <dgm:spPr/>
    </dgm:pt>
    <dgm:pt modelId="{17F839CA-601E-4CD0-ACD0-EB374AD36C4B}" type="pres">
      <dgm:prSet presAssocID="{C8016469-18E8-4E2D-8F41-35462E3FC63E}" presName="rootText" presStyleLbl="node2" presStyleIdx="3" presStyleCnt="4">
        <dgm:presLayoutVars>
          <dgm:chPref val="3"/>
        </dgm:presLayoutVars>
      </dgm:prSet>
      <dgm:spPr/>
    </dgm:pt>
    <dgm:pt modelId="{ADCCA7EF-0503-4F6F-8B1C-C7BD55FCEADC}" type="pres">
      <dgm:prSet presAssocID="{C8016469-18E8-4E2D-8F41-35462E3FC63E}" presName="rootConnector" presStyleLbl="node2" presStyleIdx="3" presStyleCnt="4"/>
      <dgm:spPr/>
    </dgm:pt>
    <dgm:pt modelId="{1DFA3550-DE96-4094-AB8E-E02EA385D84A}" type="pres">
      <dgm:prSet presAssocID="{C8016469-18E8-4E2D-8F41-35462E3FC63E}" presName="hierChild4" presStyleCnt="0"/>
      <dgm:spPr/>
    </dgm:pt>
    <dgm:pt modelId="{F73E0AAE-F99D-42A4-89DE-CACC9714C8C4}" type="pres">
      <dgm:prSet presAssocID="{9FCA339D-A173-4534-AFD0-31069B40776F}" presName="Name37" presStyleLbl="parChTrans1D3" presStyleIdx="0" presStyleCnt="3"/>
      <dgm:spPr/>
    </dgm:pt>
    <dgm:pt modelId="{82F5166A-2980-4114-B033-45A838B36035}" type="pres">
      <dgm:prSet presAssocID="{78C85D6D-2AC1-4230-96D3-B8F7E4AEB2EE}" presName="hierRoot2" presStyleCnt="0">
        <dgm:presLayoutVars>
          <dgm:hierBranch val="init"/>
        </dgm:presLayoutVars>
      </dgm:prSet>
      <dgm:spPr/>
    </dgm:pt>
    <dgm:pt modelId="{E0A95CF2-9E66-4CAA-BE15-F84B4AFB4855}" type="pres">
      <dgm:prSet presAssocID="{78C85D6D-2AC1-4230-96D3-B8F7E4AEB2EE}" presName="rootComposite" presStyleCnt="0"/>
      <dgm:spPr/>
    </dgm:pt>
    <dgm:pt modelId="{8D9D5234-8E0C-4A6E-AEC2-F5679278FC45}" type="pres">
      <dgm:prSet presAssocID="{78C85D6D-2AC1-4230-96D3-B8F7E4AEB2EE}" presName="rootText" presStyleLbl="node3" presStyleIdx="0" presStyleCnt="3">
        <dgm:presLayoutVars>
          <dgm:chPref val="3"/>
        </dgm:presLayoutVars>
      </dgm:prSet>
      <dgm:spPr/>
    </dgm:pt>
    <dgm:pt modelId="{240796CE-84FF-4E1C-8089-A3889560AC36}" type="pres">
      <dgm:prSet presAssocID="{78C85D6D-2AC1-4230-96D3-B8F7E4AEB2EE}" presName="rootConnector" presStyleLbl="node3" presStyleIdx="0" presStyleCnt="3"/>
      <dgm:spPr/>
    </dgm:pt>
    <dgm:pt modelId="{F54DAC1F-796B-477E-88E1-39C080BF9A36}" type="pres">
      <dgm:prSet presAssocID="{78C85D6D-2AC1-4230-96D3-B8F7E4AEB2EE}" presName="hierChild4" presStyleCnt="0"/>
      <dgm:spPr/>
    </dgm:pt>
    <dgm:pt modelId="{B5A467ED-84DC-4F60-B4AF-F8C40BB44227}" type="pres">
      <dgm:prSet presAssocID="{78C85D6D-2AC1-4230-96D3-B8F7E4AEB2EE}" presName="hierChild5" presStyleCnt="0"/>
      <dgm:spPr/>
    </dgm:pt>
    <dgm:pt modelId="{46E7579F-6DD0-400E-ADBE-E626749C776F}" type="pres">
      <dgm:prSet presAssocID="{C724F964-4CD8-4FBA-A669-53F0C6A4DBC6}" presName="Name37" presStyleLbl="parChTrans1D3" presStyleIdx="1" presStyleCnt="3"/>
      <dgm:spPr/>
    </dgm:pt>
    <dgm:pt modelId="{CC62BA39-093E-4C91-88A8-26FBDAE110B7}" type="pres">
      <dgm:prSet presAssocID="{3C45ED5A-A153-409A-8DF9-E1BF4E5B0C19}" presName="hierRoot2" presStyleCnt="0">
        <dgm:presLayoutVars>
          <dgm:hierBranch val="init"/>
        </dgm:presLayoutVars>
      </dgm:prSet>
      <dgm:spPr/>
    </dgm:pt>
    <dgm:pt modelId="{AB823C65-E98A-4ECB-8769-7AF00E335EE5}" type="pres">
      <dgm:prSet presAssocID="{3C45ED5A-A153-409A-8DF9-E1BF4E5B0C19}" presName="rootComposite" presStyleCnt="0"/>
      <dgm:spPr/>
    </dgm:pt>
    <dgm:pt modelId="{2E4C9DF0-5B10-4844-A70F-01E45CC6FABD}" type="pres">
      <dgm:prSet presAssocID="{3C45ED5A-A153-409A-8DF9-E1BF4E5B0C19}" presName="rootText" presStyleLbl="node3" presStyleIdx="1" presStyleCnt="3">
        <dgm:presLayoutVars>
          <dgm:chPref val="3"/>
        </dgm:presLayoutVars>
      </dgm:prSet>
      <dgm:spPr/>
    </dgm:pt>
    <dgm:pt modelId="{DF6C6975-83E5-4391-A4EC-0AD7C0A1FD45}" type="pres">
      <dgm:prSet presAssocID="{3C45ED5A-A153-409A-8DF9-E1BF4E5B0C19}" presName="rootConnector" presStyleLbl="node3" presStyleIdx="1" presStyleCnt="3"/>
      <dgm:spPr/>
    </dgm:pt>
    <dgm:pt modelId="{55768FFE-F474-44D2-B7EC-35FE4BE3F75C}" type="pres">
      <dgm:prSet presAssocID="{3C45ED5A-A153-409A-8DF9-E1BF4E5B0C19}" presName="hierChild4" presStyleCnt="0"/>
      <dgm:spPr/>
    </dgm:pt>
    <dgm:pt modelId="{82CC3FF0-E427-4791-87DC-BB7ED080552C}" type="pres">
      <dgm:prSet presAssocID="{3C45ED5A-A153-409A-8DF9-E1BF4E5B0C19}" presName="hierChild5" presStyleCnt="0"/>
      <dgm:spPr/>
    </dgm:pt>
    <dgm:pt modelId="{EB901FBC-406D-49A9-9299-174F089F6931}" type="pres">
      <dgm:prSet presAssocID="{6508BBE3-C649-472D-9091-EF0F0650B304}" presName="Name37" presStyleLbl="parChTrans1D3" presStyleIdx="2" presStyleCnt="3"/>
      <dgm:spPr/>
    </dgm:pt>
    <dgm:pt modelId="{115234B8-599F-431A-B238-B3103623F5A8}" type="pres">
      <dgm:prSet presAssocID="{E55E1D4D-8130-4323-8972-C0D87AFE4F78}" presName="hierRoot2" presStyleCnt="0">
        <dgm:presLayoutVars>
          <dgm:hierBranch val="init"/>
        </dgm:presLayoutVars>
      </dgm:prSet>
      <dgm:spPr/>
    </dgm:pt>
    <dgm:pt modelId="{FC5E53A2-06F9-43A8-A1CF-B955130F1022}" type="pres">
      <dgm:prSet presAssocID="{E55E1D4D-8130-4323-8972-C0D87AFE4F78}" presName="rootComposite" presStyleCnt="0"/>
      <dgm:spPr/>
    </dgm:pt>
    <dgm:pt modelId="{3D326CBC-754A-4891-8CBB-52CAE366C635}" type="pres">
      <dgm:prSet presAssocID="{E55E1D4D-8130-4323-8972-C0D87AFE4F78}" presName="rootText" presStyleLbl="node3" presStyleIdx="2" presStyleCnt="3">
        <dgm:presLayoutVars>
          <dgm:chPref val="3"/>
        </dgm:presLayoutVars>
      </dgm:prSet>
      <dgm:spPr/>
    </dgm:pt>
    <dgm:pt modelId="{1D50F4E1-4745-4061-B0E9-61CA71EF6C60}" type="pres">
      <dgm:prSet presAssocID="{E55E1D4D-8130-4323-8972-C0D87AFE4F78}" presName="rootConnector" presStyleLbl="node3" presStyleIdx="2" presStyleCnt="3"/>
      <dgm:spPr/>
    </dgm:pt>
    <dgm:pt modelId="{5566E246-E3C0-449A-BD4E-0271E6FC4315}" type="pres">
      <dgm:prSet presAssocID="{E55E1D4D-8130-4323-8972-C0D87AFE4F78}" presName="hierChild4" presStyleCnt="0"/>
      <dgm:spPr/>
    </dgm:pt>
    <dgm:pt modelId="{41AF8C94-E0D9-44CB-BDC4-1A39001D1084}" type="pres">
      <dgm:prSet presAssocID="{E55E1D4D-8130-4323-8972-C0D87AFE4F78}" presName="hierChild5" presStyleCnt="0"/>
      <dgm:spPr/>
    </dgm:pt>
    <dgm:pt modelId="{56216A17-16CC-42A6-A59B-740465FC16BA}" type="pres">
      <dgm:prSet presAssocID="{C8016469-18E8-4E2D-8F41-35462E3FC63E}" presName="hierChild5" presStyleCnt="0"/>
      <dgm:spPr/>
    </dgm:pt>
    <dgm:pt modelId="{C1F317DA-546F-4085-B913-3101495D36C2}" type="pres">
      <dgm:prSet presAssocID="{E41CBF92-333A-4D44-8505-B24B927F8006}" presName="hierChild3" presStyleCnt="0"/>
      <dgm:spPr/>
    </dgm:pt>
  </dgm:ptLst>
  <dgm:cxnLst>
    <dgm:cxn modelId="{0BFDC900-AE37-4D8C-801B-79594EBFC7A4}" srcId="{E41CBF92-333A-4D44-8505-B24B927F8006}" destId="{C8016469-18E8-4E2D-8F41-35462E3FC63E}" srcOrd="3" destOrd="0" parTransId="{BB875F6D-D686-46F7-9407-98BE725B6115}" sibTransId="{C3A14A51-5EF9-4AA6-854B-55CFA29B3A72}"/>
    <dgm:cxn modelId="{7086D805-5307-4A34-8D15-EBBAAFDA9095}" type="presOf" srcId="{3C45ED5A-A153-409A-8DF9-E1BF4E5B0C19}" destId="{DF6C6975-83E5-4391-A4EC-0AD7C0A1FD45}" srcOrd="1" destOrd="0" presId="urn:microsoft.com/office/officeart/2005/8/layout/orgChart1"/>
    <dgm:cxn modelId="{F4512221-DA0B-4F77-A05B-8B9CD5187396}" type="presOf" srcId="{BB875F6D-D686-46F7-9407-98BE725B6115}" destId="{C0C7BDF1-1283-4D53-9E7C-AC29A9FCEEC7}" srcOrd="0" destOrd="0" presId="urn:microsoft.com/office/officeart/2005/8/layout/orgChart1"/>
    <dgm:cxn modelId="{7A3D7127-1665-477B-8D94-E68E64756BD3}" type="presOf" srcId="{C8016469-18E8-4E2D-8F41-35462E3FC63E}" destId="{ADCCA7EF-0503-4F6F-8B1C-C7BD55FCEADC}" srcOrd="1" destOrd="0" presId="urn:microsoft.com/office/officeart/2005/8/layout/orgChart1"/>
    <dgm:cxn modelId="{1C75DA2A-81ED-450B-843B-45BABE2D0A24}" type="presOf" srcId="{9FCA339D-A173-4534-AFD0-31069B40776F}" destId="{F73E0AAE-F99D-42A4-89DE-CACC9714C8C4}" srcOrd="0" destOrd="0" presId="urn:microsoft.com/office/officeart/2005/8/layout/orgChart1"/>
    <dgm:cxn modelId="{84865C2E-898B-4E8C-BA5A-B84635BD7FA7}" srcId="{C8016469-18E8-4E2D-8F41-35462E3FC63E}" destId="{E55E1D4D-8130-4323-8972-C0D87AFE4F78}" srcOrd="2" destOrd="0" parTransId="{6508BBE3-C649-472D-9091-EF0F0650B304}" sibTransId="{C30A21A3-43D4-487A-9DC6-26A183EEE531}"/>
    <dgm:cxn modelId="{E1E32131-6D38-4399-BDC4-B58462580BE4}" type="presOf" srcId="{33D64302-18E9-4A1A-BE52-892B6FDC69B0}" destId="{C20E90A7-126F-44F8-898E-D37221F7BC07}" srcOrd="1" destOrd="0" presId="urn:microsoft.com/office/officeart/2005/8/layout/orgChart1"/>
    <dgm:cxn modelId="{3CAA0932-F731-419B-8282-861FBB61BAB7}" type="presOf" srcId="{89F2F2E0-FFE6-4796-8E0B-B23AB2AAC747}" destId="{0F7BC1D3-C848-4ED8-BF31-BDF95EF3FCF5}" srcOrd="0" destOrd="0" presId="urn:microsoft.com/office/officeart/2005/8/layout/orgChart1"/>
    <dgm:cxn modelId="{8F8B633D-4A67-4B87-9CD7-E37324C06870}" srcId="{C8016469-18E8-4E2D-8F41-35462E3FC63E}" destId="{78C85D6D-2AC1-4230-96D3-B8F7E4AEB2EE}" srcOrd="0" destOrd="0" parTransId="{9FCA339D-A173-4534-AFD0-31069B40776F}" sibTransId="{CADA303A-60E9-4D27-8DB5-A8E09303D8AB}"/>
    <dgm:cxn modelId="{07F5DE61-E517-4DF9-8CB4-A68EE1C8B05E}" type="presOf" srcId="{E55E1D4D-8130-4323-8972-C0D87AFE4F78}" destId="{1D50F4E1-4745-4061-B0E9-61CA71EF6C60}" srcOrd="1" destOrd="0" presId="urn:microsoft.com/office/officeart/2005/8/layout/orgChart1"/>
    <dgm:cxn modelId="{3268A269-A01D-4C4E-AFA7-2243E0A3E77F}" type="presOf" srcId="{E41CBF92-333A-4D44-8505-B24B927F8006}" destId="{E9AD8690-5DAD-474D-84EC-3FECA88802A9}" srcOrd="0" destOrd="0" presId="urn:microsoft.com/office/officeart/2005/8/layout/orgChart1"/>
    <dgm:cxn modelId="{1C28726A-A5DD-4A15-8FBF-418643FA70F6}" srcId="{E41CBF92-333A-4D44-8505-B24B927F8006}" destId="{33D64302-18E9-4A1A-BE52-892B6FDC69B0}" srcOrd="1" destOrd="0" parTransId="{89F2F2E0-FFE6-4796-8E0B-B23AB2AAC747}" sibTransId="{577EEAA4-0F94-4152-B4AD-EA865CE46130}"/>
    <dgm:cxn modelId="{C457E74A-DC7A-4E76-B328-0F39405CB337}" type="presOf" srcId="{E55E1D4D-8130-4323-8972-C0D87AFE4F78}" destId="{3D326CBC-754A-4891-8CBB-52CAE366C635}" srcOrd="0" destOrd="0" presId="urn:microsoft.com/office/officeart/2005/8/layout/orgChart1"/>
    <dgm:cxn modelId="{086ED96C-3FFE-4BF7-911F-BE45A2557DF9}" type="presOf" srcId="{1E5B65BE-1DAA-4A5B-8CD9-BB5BA7B4F1A8}" destId="{63ACC7F6-F842-458F-852A-593BE9396250}" srcOrd="1" destOrd="0" presId="urn:microsoft.com/office/officeart/2005/8/layout/orgChart1"/>
    <dgm:cxn modelId="{581BD156-391E-482D-ABCF-8258403DF031}" type="presOf" srcId="{C171412F-2B19-444E-B1DD-8BBD1EA552A6}" destId="{0441DAFA-3E1B-49C2-9328-716F1FBB5025}" srcOrd="0" destOrd="0" presId="urn:microsoft.com/office/officeart/2005/8/layout/orgChart1"/>
    <dgm:cxn modelId="{EE836C7A-F2B3-44F7-99F6-696715D7EB1B}" type="presOf" srcId="{1E5B65BE-1DAA-4A5B-8CD9-BB5BA7B4F1A8}" destId="{CF7D6F96-10C0-4899-B31B-605C6D515E09}" srcOrd="0" destOrd="0" presId="urn:microsoft.com/office/officeart/2005/8/layout/orgChart1"/>
    <dgm:cxn modelId="{AA8EAB81-A251-49FF-8976-4265A5ABBCBE}" srcId="{C8016469-18E8-4E2D-8F41-35462E3FC63E}" destId="{3C45ED5A-A153-409A-8DF9-E1BF4E5B0C19}" srcOrd="1" destOrd="0" parTransId="{C724F964-4CD8-4FBA-A669-53F0C6A4DBC6}" sibTransId="{E6159B3A-79DF-4F6A-BA79-36D86605AB2E}"/>
    <dgm:cxn modelId="{9AB7D18A-7578-4559-B971-51B80845BC7C}" type="presOf" srcId="{C8016469-18E8-4E2D-8F41-35462E3FC63E}" destId="{17F839CA-601E-4CD0-ACD0-EB374AD36C4B}" srcOrd="0" destOrd="0" presId="urn:microsoft.com/office/officeart/2005/8/layout/orgChart1"/>
    <dgm:cxn modelId="{D94CF18E-6922-4048-97C7-5422BA671F7A}" type="presOf" srcId="{33D64302-18E9-4A1A-BE52-892B6FDC69B0}" destId="{871A6ED8-8A9A-480E-8365-20FD2D07CB7C}" srcOrd="0" destOrd="0" presId="urn:microsoft.com/office/officeart/2005/8/layout/orgChart1"/>
    <dgm:cxn modelId="{490FF298-AAB2-424E-87E2-069174A1524E}" type="presOf" srcId="{78C85D6D-2AC1-4230-96D3-B8F7E4AEB2EE}" destId="{8D9D5234-8E0C-4A6E-AEC2-F5679278FC45}" srcOrd="0" destOrd="0" presId="urn:microsoft.com/office/officeart/2005/8/layout/orgChart1"/>
    <dgm:cxn modelId="{0A40D29A-D6E1-4B04-A80B-1C3013499001}" type="presOf" srcId="{C3065C6E-EBF3-410C-A327-0DB4FFB7FDA0}" destId="{222E34FD-A162-4D07-97BF-62093F47E968}" srcOrd="1" destOrd="0" presId="urn:microsoft.com/office/officeart/2005/8/layout/orgChart1"/>
    <dgm:cxn modelId="{E7CCD99A-AFC4-471C-BCED-6A03D7CF55DD}" type="presOf" srcId="{6837BB10-987C-4F6A-981E-A79610785CAB}" destId="{A4D1500D-E414-414D-80E6-41DC2AAB2F92}" srcOrd="0" destOrd="0" presId="urn:microsoft.com/office/officeart/2005/8/layout/orgChart1"/>
    <dgm:cxn modelId="{540BAB9B-B16B-4C0C-AF0B-AD8B7402F992}" type="presOf" srcId="{C3065C6E-EBF3-410C-A327-0DB4FFB7FDA0}" destId="{CB1FE7C7-E636-467B-8529-FE2557051543}" srcOrd="0" destOrd="0" presId="urn:microsoft.com/office/officeart/2005/8/layout/orgChart1"/>
    <dgm:cxn modelId="{7AE478A5-3BB0-49C6-9C9D-BAD4B80C7F43}" srcId="{E41CBF92-333A-4D44-8505-B24B927F8006}" destId="{1E5B65BE-1DAA-4A5B-8CD9-BB5BA7B4F1A8}" srcOrd="0" destOrd="0" parTransId="{C171412F-2B19-444E-B1DD-8BBD1EA552A6}" sibTransId="{3B419F3B-A8D1-4412-BDFC-AA2B7938C643}"/>
    <dgm:cxn modelId="{980E27BA-59C3-4236-96D5-43B1EBE5EB6B}" type="presOf" srcId="{6508BBE3-C649-472D-9091-EF0F0650B304}" destId="{EB901FBC-406D-49A9-9299-174F089F6931}" srcOrd="0" destOrd="0" presId="urn:microsoft.com/office/officeart/2005/8/layout/orgChart1"/>
    <dgm:cxn modelId="{DF8D19D2-3237-4F11-A32F-BA6811CCFC94}" type="presOf" srcId="{DBBB2174-A4E8-4150-907E-2F39F0CFC60F}" destId="{0BE42FF7-0C1F-41B1-8568-6C0D154F1289}" srcOrd="0" destOrd="0" presId="urn:microsoft.com/office/officeart/2005/8/layout/orgChart1"/>
    <dgm:cxn modelId="{C15AE0D4-3768-4A9D-86C9-33FE1EC771B3}" srcId="{6837BB10-987C-4F6A-981E-A79610785CAB}" destId="{E41CBF92-333A-4D44-8505-B24B927F8006}" srcOrd="0" destOrd="0" parTransId="{F4DBBA38-2827-4778-9471-1ABCAB1A883B}" sibTransId="{5282F87E-714D-4FB6-8516-5142D8F5333A}"/>
    <dgm:cxn modelId="{CFE745E7-C3DE-4FB5-A59D-53FE529D4A95}" type="presOf" srcId="{E41CBF92-333A-4D44-8505-B24B927F8006}" destId="{DB0878A2-7F01-467E-8E10-E7D9210DD2D7}" srcOrd="1" destOrd="0" presId="urn:microsoft.com/office/officeart/2005/8/layout/orgChart1"/>
    <dgm:cxn modelId="{D16FF0E8-E736-4742-80F1-E479A14E94E4}" type="presOf" srcId="{78C85D6D-2AC1-4230-96D3-B8F7E4AEB2EE}" destId="{240796CE-84FF-4E1C-8089-A3889560AC36}" srcOrd="1" destOrd="0" presId="urn:microsoft.com/office/officeart/2005/8/layout/orgChart1"/>
    <dgm:cxn modelId="{AAC96CE9-B277-4008-969F-2C98403C55B3}" srcId="{E41CBF92-333A-4D44-8505-B24B927F8006}" destId="{C3065C6E-EBF3-410C-A327-0DB4FFB7FDA0}" srcOrd="2" destOrd="0" parTransId="{DBBB2174-A4E8-4150-907E-2F39F0CFC60F}" sibTransId="{52EF3B3B-E0CF-43F7-AFAE-BF1115070164}"/>
    <dgm:cxn modelId="{08C955E9-447E-4275-A8E4-4E4B14C7CE1C}" type="presOf" srcId="{3C45ED5A-A153-409A-8DF9-E1BF4E5B0C19}" destId="{2E4C9DF0-5B10-4844-A70F-01E45CC6FABD}" srcOrd="0" destOrd="0" presId="urn:microsoft.com/office/officeart/2005/8/layout/orgChart1"/>
    <dgm:cxn modelId="{A419BEEF-2806-4460-BBB0-EEEC8060BD03}" type="presOf" srcId="{C724F964-4CD8-4FBA-A669-53F0C6A4DBC6}" destId="{46E7579F-6DD0-400E-ADBE-E626749C776F}" srcOrd="0" destOrd="0" presId="urn:microsoft.com/office/officeart/2005/8/layout/orgChart1"/>
    <dgm:cxn modelId="{89A2E0D1-E7CF-4AE6-B010-069E5324CE15}" type="presParOf" srcId="{A4D1500D-E414-414D-80E6-41DC2AAB2F92}" destId="{58D71AAE-BD75-47A7-B389-2375321BA2D1}" srcOrd="0" destOrd="0" presId="urn:microsoft.com/office/officeart/2005/8/layout/orgChart1"/>
    <dgm:cxn modelId="{D3F6AFB6-D5D4-4985-A84C-262029A1862B}" type="presParOf" srcId="{58D71AAE-BD75-47A7-B389-2375321BA2D1}" destId="{2B3BE654-C2FC-45F2-8788-1EB22233CF7D}" srcOrd="0" destOrd="0" presId="urn:microsoft.com/office/officeart/2005/8/layout/orgChart1"/>
    <dgm:cxn modelId="{1885EFA5-E043-428C-99A8-3630D706172D}" type="presParOf" srcId="{2B3BE654-C2FC-45F2-8788-1EB22233CF7D}" destId="{E9AD8690-5DAD-474D-84EC-3FECA88802A9}" srcOrd="0" destOrd="0" presId="urn:microsoft.com/office/officeart/2005/8/layout/orgChart1"/>
    <dgm:cxn modelId="{3D9516F0-D18A-4D36-BFC6-6455F9E9CA99}" type="presParOf" srcId="{2B3BE654-C2FC-45F2-8788-1EB22233CF7D}" destId="{DB0878A2-7F01-467E-8E10-E7D9210DD2D7}" srcOrd="1" destOrd="0" presId="urn:microsoft.com/office/officeart/2005/8/layout/orgChart1"/>
    <dgm:cxn modelId="{6F244C87-11C3-4E7B-AC1D-BC53B089A426}" type="presParOf" srcId="{58D71AAE-BD75-47A7-B389-2375321BA2D1}" destId="{2E7F1226-8215-4892-A35D-03C6D532FD2A}" srcOrd="1" destOrd="0" presId="urn:microsoft.com/office/officeart/2005/8/layout/orgChart1"/>
    <dgm:cxn modelId="{AE80AD5B-E594-4C8F-B462-367CA35A1F28}" type="presParOf" srcId="{2E7F1226-8215-4892-A35D-03C6D532FD2A}" destId="{0441DAFA-3E1B-49C2-9328-716F1FBB5025}" srcOrd="0" destOrd="0" presId="urn:microsoft.com/office/officeart/2005/8/layout/orgChart1"/>
    <dgm:cxn modelId="{1115EC85-6B0D-49AD-8AF2-7078471477E9}" type="presParOf" srcId="{2E7F1226-8215-4892-A35D-03C6D532FD2A}" destId="{E16D1E64-22A4-435A-8695-7C07F59DBEDF}" srcOrd="1" destOrd="0" presId="urn:microsoft.com/office/officeart/2005/8/layout/orgChart1"/>
    <dgm:cxn modelId="{8EC75438-F971-4D80-97A5-AEC23586ADCB}" type="presParOf" srcId="{E16D1E64-22A4-435A-8695-7C07F59DBEDF}" destId="{D6E6FECC-EEFF-45E2-A98C-9AAC495B5F56}" srcOrd="0" destOrd="0" presId="urn:microsoft.com/office/officeart/2005/8/layout/orgChart1"/>
    <dgm:cxn modelId="{09FB1F48-E789-4FD9-8254-648BBB07F1BE}" type="presParOf" srcId="{D6E6FECC-EEFF-45E2-A98C-9AAC495B5F56}" destId="{CF7D6F96-10C0-4899-B31B-605C6D515E09}" srcOrd="0" destOrd="0" presId="urn:microsoft.com/office/officeart/2005/8/layout/orgChart1"/>
    <dgm:cxn modelId="{D0ABDD7F-F77B-4ADF-9246-94F783B628FC}" type="presParOf" srcId="{D6E6FECC-EEFF-45E2-A98C-9AAC495B5F56}" destId="{63ACC7F6-F842-458F-852A-593BE9396250}" srcOrd="1" destOrd="0" presId="urn:microsoft.com/office/officeart/2005/8/layout/orgChart1"/>
    <dgm:cxn modelId="{9F84A082-CCAE-45E9-96D2-6D12F9686135}" type="presParOf" srcId="{E16D1E64-22A4-435A-8695-7C07F59DBEDF}" destId="{B2E3459F-5C46-48D5-8DF3-BEFEF72E0B00}" srcOrd="1" destOrd="0" presId="urn:microsoft.com/office/officeart/2005/8/layout/orgChart1"/>
    <dgm:cxn modelId="{0D2FDAA8-C948-4985-9114-44673E734245}" type="presParOf" srcId="{E16D1E64-22A4-435A-8695-7C07F59DBEDF}" destId="{C85758E6-AE0F-4F75-90FD-BD28546012A9}" srcOrd="2" destOrd="0" presId="urn:microsoft.com/office/officeart/2005/8/layout/orgChart1"/>
    <dgm:cxn modelId="{793B097F-27D7-4E83-97A3-56EF1ABBECC4}" type="presParOf" srcId="{2E7F1226-8215-4892-A35D-03C6D532FD2A}" destId="{0F7BC1D3-C848-4ED8-BF31-BDF95EF3FCF5}" srcOrd="2" destOrd="0" presId="urn:microsoft.com/office/officeart/2005/8/layout/orgChart1"/>
    <dgm:cxn modelId="{171C9156-BAD9-4F32-A2B8-AB5F0B7229BC}" type="presParOf" srcId="{2E7F1226-8215-4892-A35D-03C6D532FD2A}" destId="{1B76FE1E-368A-42B4-817A-9C02F7AD74DB}" srcOrd="3" destOrd="0" presId="urn:microsoft.com/office/officeart/2005/8/layout/orgChart1"/>
    <dgm:cxn modelId="{386DD91D-0E00-407C-ADC4-2DADF1967FC9}" type="presParOf" srcId="{1B76FE1E-368A-42B4-817A-9C02F7AD74DB}" destId="{4AC51CAE-1685-4150-A694-945BC5459CBB}" srcOrd="0" destOrd="0" presId="urn:microsoft.com/office/officeart/2005/8/layout/orgChart1"/>
    <dgm:cxn modelId="{A892E2C8-50F9-4375-9A8A-8A9A7F9421D8}" type="presParOf" srcId="{4AC51CAE-1685-4150-A694-945BC5459CBB}" destId="{871A6ED8-8A9A-480E-8365-20FD2D07CB7C}" srcOrd="0" destOrd="0" presId="urn:microsoft.com/office/officeart/2005/8/layout/orgChart1"/>
    <dgm:cxn modelId="{D3FB02B8-CB5C-4806-BC01-6CF47F0316FB}" type="presParOf" srcId="{4AC51CAE-1685-4150-A694-945BC5459CBB}" destId="{C20E90A7-126F-44F8-898E-D37221F7BC07}" srcOrd="1" destOrd="0" presId="urn:microsoft.com/office/officeart/2005/8/layout/orgChart1"/>
    <dgm:cxn modelId="{D85F10AD-8A84-4C64-BE97-A1120BD12042}" type="presParOf" srcId="{1B76FE1E-368A-42B4-817A-9C02F7AD74DB}" destId="{7989F2A4-32BB-4A9B-84E0-8E5F80D16BA9}" srcOrd="1" destOrd="0" presId="urn:microsoft.com/office/officeart/2005/8/layout/orgChart1"/>
    <dgm:cxn modelId="{B378B7FE-9F40-41C5-9131-2DFA40E885AE}" type="presParOf" srcId="{1B76FE1E-368A-42B4-817A-9C02F7AD74DB}" destId="{6032EDF5-3564-42CB-BF7F-B21BBBDB03EF}" srcOrd="2" destOrd="0" presId="urn:microsoft.com/office/officeart/2005/8/layout/orgChart1"/>
    <dgm:cxn modelId="{C5B87B15-8144-4C2A-970E-85C1BCC79851}" type="presParOf" srcId="{2E7F1226-8215-4892-A35D-03C6D532FD2A}" destId="{0BE42FF7-0C1F-41B1-8568-6C0D154F1289}" srcOrd="4" destOrd="0" presId="urn:microsoft.com/office/officeart/2005/8/layout/orgChart1"/>
    <dgm:cxn modelId="{7467CE5A-2794-4730-BCBA-73984C1E9298}" type="presParOf" srcId="{2E7F1226-8215-4892-A35D-03C6D532FD2A}" destId="{FF795480-3F0C-43DF-874F-4DE1A60681FA}" srcOrd="5" destOrd="0" presId="urn:microsoft.com/office/officeart/2005/8/layout/orgChart1"/>
    <dgm:cxn modelId="{3C6E287E-7872-4DEA-BBF0-19D8860A9FD5}" type="presParOf" srcId="{FF795480-3F0C-43DF-874F-4DE1A60681FA}" destId="{8995986A-19A0-46C3-9B27-3ADB6CC823BB}" srcOrd="0" destOrd="0" presId="urn:microsoft.com/office/officeart/2005/8/layout/orgChart1"/>
    <dgm:cxn modelId="{3967E0B2-FCF7-4A37-998F-148DFE8DBD72}" type="presParOf" srcId="{8995986A-19A0-46C3-9B27-3ADB6CC823BB}" destId="{CB1FE7C7-E636-467B-8529-FE2557051543}" srcOrd="0" destOrd="0" presId="urn:microsoft.com/office/officeart/2005/8/layout/orgChart1"/>
    <dgm:cxn modelId="{37BFD686-3043-450A-8930-EA32E2A634AC}" type="presParOf" srcId="{8995986A-19A0-46C3-9B27-3ADB6CC823BB}" destId="{222E34FD-A162-4D07-97BF-62093F47E968}" srcOrd="1" destOrd="0" presId="urn:microsoft.com/office/officeart/2005/8/layout/orgChart1"/>
    <dgm:cxn modelId="{3D8096DC-F9C2-49ED-AB60-15E3A016338C}" type="presParOf" srcId="{FF795480-3F0C-43DF-874F-4DE1A60681FA}" destId="{B82E1E74-8948-4C65-B030-96BC7B5E36D7}" srcOrd="1" destOrd="0" presId="urn:microsoft.com/office/officeart/2005/8/layout/orgChart1"/>
    <dgm:cxn modelId="{A03C553C-50B2-4ED5-88D5-C31583912128}" type="presParOf" srcId="{FF795480-3F0C-43DF-874F-4DE1A60681FA}" destId="{B333FE3C-8C0D-4DE1-A2B5-1B00A7ABE366}" srcOrd="2" destOrd="0" presId="urn:microsoft.com/office/officeart/2005/8/layout/orgChart1"/>
    <dgm:cxn modelId="{DFFCD06A-3094-4BF3-8D14-F9C17E7AA422}" type="presParOf" srcId="{2E7F1226-8215-4892-A35D-03C6D532FD2A}" destId="{C0C7BDF1-1283-4D53-9E7C-AC29A9FCEEC7}" srcOrd="6" destOrd="0" presId="urn:microsoft.com/office/officeart/2005/8/layout/orgChart1"/>
    <dgm:cxn modelId="{389EEC7C-DE4E-4475-93D7-FE9F0BA71B0C}" type="presParOf" srcId="{2E7F1226-8215-4892-A35D-03C6D532FD2A}" destId="{41C302DC-6C17-4DB5-B629-7B92A83D41C0}" srcOrd="7" destOrd="0" presId="urn:microsoft.com/office/officeart/2005/8/layout/orgChart1"/>
    <dgm:cxn modelId="{AA243268-6ACD-4FB6-B050-9FBFB8FD8DBD}" type="presParOf" srcId="{41C302DC-6C17-4DB5-B629-7B92A83D41C0}" destId="{63B2F2FE-191C-46A5-A67B-EF1864DD276F}" srcOrd="0" destOrd="0" presId="urn:microsoft.com/office/officeart/2005/8/layout/orgChart1"/>
    <dgm:cxn modelId="{5E01284C-12C6-436B-9970-DD88C7E05192}" type="presParOf" srcId="{63B2F2FE-191C-46A5-A67B-EF1864DD276F}" destId="{17F839CA-601E-4CD0-ACD0-EB374AD36C4B}" srcOrd="0" destOrd="0" presId="urn:microsoft.com/office/officeart/2005/8/layout/orgChart1"/>
    <dgm:cxn modelId="{98BCCA75-981D-4F98-83C0-2954845005CC}" type="presParOf" srcId="{63B2F2FE-191C-46A5-A67B-EF1864DD276F}" destId="{ADCCA7EF-0503-4F6F-8B1C-C7BD55FCEADC}" srcOrd="1" destOrd="0" presId="urn:microsoft.com/office/officeart/2005/8/layout/orgChart1"/>
    <dgm:cxn modelId="{E38BE6A3-8ED8-4C3D-8854-4C9BB231E73B}" type="presParOf" srcId="{41C302DC-6C17-4DB5-B629-7B92A83D41C0}" destId="{1DFA3550-DE96-4094-AB8E-E02EA385D84A}" srcOrd="1" destOrd="0" presId="urn:microsoft.com/office/officeart/2005/8/layout/orgChart1"/>
    <dgm:cxn modelId="{2310481B-AD7D-4CA7-9AE1-8F0CD84D75C2}" type="presParOf" srcId="{1DFA3550-DE96-4094-AB8E-E02EA385D84A}" destId="{F73E0AAE-F99D-42A4-89DE-CACC9714C8C4}" srcOrd="0" destOrd="0" presId="urn:microsoft.com/office/officeart/2005/8/layout/orgChart1"/>
    <dgm:cxn modelId="{82DB1A6F-5A73-4EC1-ABCC-F691D3BD24C5}" type="presParOf" srcId="{1DFA3550-DE96-4094-AB8E-E02EA385D84A}" destId="{82F5166A-2980-4114-B033-45A838B36035}" srcOrd="1" destOrd="0" presId="urn:microsoft.com/office/officeart/2005/8/layout/orgChart1"/>
    <dgm:cxn modelId="{C02FD34C-B358-4066-B569-69E014ABA431}" type="presParOf" srcId="{82F5166A-2980-4114-B033-45A838B36035}" destId="{E0A95CF2-9E66-4CAA-BE15-F84B4AFB4855}" srcOrd="0" destOrd="0" presId="urn:microsoft.com/office/officeart/2005/8/layout/orgChart1"/>
    <dgm:cxn modelId="{CD7EB8AF-8BCC-429A-BC3B-7FF59AF1989E}" type="presParOf" srcId="{E0A95CF2-9E66-4CAA-BE15-F84B4AFB4855}" destId="{8D9D5234-8E0C-4A6E-AEC2-F5679278FC45}" srcOrd="0" destOrd="0" presId="urn:microsoft.com/office/officeart/2005/8/layout/orgChart1"/>
    <dgm:cxn modelId="{321F5A8F-B07B-429F-9B5B-D24C6535C5AF}" type="presParOf" srcId="{E0A95CF2-9E66-4CAA-BE15-F84B4AFB4855}" destId="{240796CE-84FF-4E1C-8089-A3889560AC36}" srcOrd="1" destOrd="0" presId="urn:microsoft.com/office/officeart/2005/8/layout/orgChart1"/>
    <dgm:cxn modelId="{D983F770-B60A-4D55-8F54-08C171486D33}" type="presParOf" srcId="{82F5166A-2980-4114-B033-45A838B36035}" destId="{F54DAC1F-796B-477E-88E1-39C080BF9A36}" srcOrd="1" destOrd="0" presId="urn:microsoft.com/office/officeart/2005/8/layout/orgChart1"/>
    <dgm:cxn modelId="{E5BFA486-98DC-4835-B051-C260F7E40860}" type="presParOf" srcId="{82F5166A-2980-4114-B033-45A838B36035}" destId="{B5A467ED-84DC-4F60-B4AF-F8C40BB44227}" srcOrd="2" destOrd="0" presId="urn:microsoft.com/office/officeart/2005/8/layout/orgChart1"/>
    <dgm:cxn modelId="{EEB03909-1BC2-4556-93F6-553A2CFDA6D5}" type="presParOf" srcId="{1DFA3550-DE96-4094-AB8E-E02EA385D84A}" destId="{46E7579F-6DD0-400E-ADBE-E626749C776F}" srcOrd="2" destOrd="0" presId="urn:microsoft.com/office/officeart/2005/8/layout/orgChart1"/>
    <dgm:cxn modelId="{6AFB04E5-251C-4D83-9AA6-1E1FD7D117FB}" type="presParOf" srcId="{1DFA3550-DE96-4094-AB8E-E02EA385D84A}" destId="{CC62BA39-093E-4C91-88A8-26FBDAE110B7}" srcOrd="3" destOrd="0" presId="urn:microsoft.com/office/officeart/2005/8/layout/orgChart1"/>
    <dgm:cxn modelId="{01D0E5E6-BDA4-486B-8A9B-A485E7240B91}" type="presParOf" srcId="{CC62BA39-093E-4C91-88A8-26FBDAE110B7}" destId="{AB823C65-E98A-4ECB-8769-7AF00E335EE5}" srcOrd="0" destOrd="0" presId="urn:microsoft.com/office/officeart/2005/8/layout/orgChart1"/>
    <dgm:cxn modelId="{383A8ED7-1CB9-4DD4-96D8-55D7D8084E44}" type="presParOf" srcId="{AB823C65-E98A-4ECB-8769-7AF00E335EE5}" destId="{2E4C9DF0-5B10-4844-A70F-01E45CC6FABD}" srcOrd="0" destOrd="0" presId="urn:microsoft.com/office/officeart/2005/8/layout/orgChart1"/>
    <dgm:cxn modelId="{396AF58E-5EED-4C97-9C3F-9D3BB45CB52D}" type="presParOf" srcId="{AB823C65-E98A-4ECB-8769-7AF00E335EE5}" destId="{DF6C6975-83E5-4391-A4EC-0AD7C0A1FD45}" srcOrd="1" destOrd="0" presId="urn:microsoft.com/office/officeart/2005/8/layout/orgChart1"/>
    <dgm:cxn modelId="{9F9FEE99-A57E-45CD-BBAB-F3532C18F60F}" type="presParOf" srcId="{CC62BA39-093E-4C91-88A8-26FBDAE110B7}" destId="{55768FFE-F474-44D2-B7EC-35FE4BE3F75C}" srcOrd="1" destOrd="0" presId="urn:microsoft.com/office/officeart/2005/8/layout/orgChart1"/>
    <dgm:cxn modelId="{47123983-0873-498D-8747-12BBC4C8EC57}" type="presParOf" srcId="{CC62BA39-093E-4C91-88A8-26FBDAE110B7}" destId="{82CC3FF0-E427-4791-87DC-BB7ED080552C}" srcOrd="2" destOrd="0" presId="urn:microsoft.com/office/officeart/2005/8/layout/orgChart1"/>
    <dgm:cxn modelId="{EB995FEE-6F7D-4B64-B6E5-F77D74011F5F}" type="presParOf" srcId="{1DFA3550-DE96-4094-AB8E-E02EA385D84A}" destId="{EB901FBC-406D-49A9-9299-174F089F6931}" srcOrd="4" destOrd="0" presId="urn:microsoft.com/office/officeart/2005/8/layout/orgChart1"/>
    <dgm:cxn modelId="{6FD6EFFA-0880-4CB6-BEB0-DEB505C03B5C}" type="presParOf" srcId="{1DFA3550-DE96-4094-AB8E-E02EA385D84A}" destId="{115234B8-599F-431A-B238-B3103623F5A8}" srcOrd="5" destOrd="0" presId="urn:microsoft.com/office/officeart/2005/8/layout/orgChart1"/>
    <dgm:cxn modelId="{7A557402-4BB3-4BC7-A58F-1F92EAF61A68}" type="presParOf" srcId="{115234B8-599F-431A-B238-B3103623F5A8}" destId="{FC5E53A2-06F9-43A8-A1CF-B955130F1022}" srcOrd="0" destOrd="0" presId="urn:microsoft.com/office/officeart/2005/8/layout/orgChart1"/>
    <dgm:cxn modelId="{7C67121B-B9EC-4839-A2A5-13CA22641B9B}" type="presParOf" srcId="{FC5E53A2-06F9-43A8-A1CF-B955130F1022}" destId="{3D326CBC-754A-4891-8CBB-52CAE366C635}" srcOrd="0" destOrd="0" presId="urn:microsoft.com/office/officeart/2005/8/layout/orgChart1"/>
    <dgm:cxn modelId="{52AB9157-A161-4EC5-AB50-94DB1E7CD06B}" type="presParOf" srcId="{FC5E53A2-06F9-43A8-A1CF-B955130F1022}" destId="{1D50F4E1-4745-4061-B0E9-61CA71EF6C60}" srcOrd="1" destOrd="0" presId="urn:microsoft.com/office/officeart/2005/8/layout/orgChart1"/>
    <dgm:cxn modelId="{A82375A9-A0E9-4E15-93EF-C6022B71DA2D}" type="presParOf" srcId="{115234B8-599F-431A-B238-B3103623F5A8}" destId="{5566E246-E3C0-449A-BD4E-0271E6FC4315}" srcOrd="1" destOrd="0" presId="urn:microsoft.com/office/officeart/2005/8/layout/orgChart1"/>
    <dgm:cxn modelId="{0C3DE95C-1CBD-4AF5-92CA-730EFBE0C878}" type="presParOf" srcId="{115234B8-599F-431A-B238-B3103623F5A8}" destId="{41AF8C94-E0D9-44CB-BDC4-1A39001D1084}" srcOrd="2" destOrd="0" presId="urn:microsoft.com/office/officeart/2005/8/layout/orgChart1"/>
    <dgm:cxn modelId="{34716CD1-18DD-4019-8C0E-7CBDE94A7A30}" type="presParOf" srcId="{41C302DC-6C17-4DB5-B629-7B92A83D41C0}" destId="{56216A17-16CC-42A6-A59B-740465FC16BA}" srcOrd="2" destOrd="0" presId="urn:microsoft.com/office/officeart/2005/8/layout/orgChart1"/>
    <dgm:cxn modelId="{F7ED3652-E7D0-4791-8EC2-7ADFFD6CD12D}" type="presParOf" srcId="{58D71AAE-BD75-47A7-B389-2375321BA2D1}" destId="{C1F317DA-546F-4085-B913-3101495D36C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837BB10-987C-4F6A-981E-A79610785CA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K"/>
        </a:p>
      </dgm:t>
    </dgm:pt>
    <dgm:pt modelId="{E41CBF92-333A-4D44-8505-B24B927F8006}">
      <dgm:prSet phldrT="[Text]" phldr="0"/>
      <dgm:spPr/>
      <dgm:t>
        <a:bodyPr/>
        <a:lstStyle/>
        <a:p>
          <a:r>
            <a:rPr lang="en-US" dirty="0"/>
            <a:t>3D printing magnetics</a:t>
          </a:r>
          <a:endParaRPr lang="en-DK" dirty="0"/>
        </a:p>
      </dgm:t>
    </dgm:pt>
    <dgm:pt modelId="{F4DBBA38-2827-4778-9471-1ABCAB1A883B}" type="parTrans" cxnId="{C15AE0D4-3768-4A9D-86C9-33FE1EC771B3}">
      <dgm:prSet/>
      <dgm:spPr/>
      <dgm:t>
        <a:bodyPr/>
        <a:lstStyle/>
        <a:p>
          <a:endParaRPr lang="en-DK"/>
        </a:p>
      </dgm:t>
    </dgm:pt>
    <dgm:pt modelId="{5282F87E-714D-4FB6-8516-5142D8F5333A}" type="sibTrans" cxnId="{C15AE0D4-3768-4A9D-86C9-33FE1EC771B3}">
      <dgm:prSet/>
      <dgm:spPr/>
      <dgm:t>
        <a:bodyPr/>
        <a:lstStyle/>
        <a:p>
          <a:endParaRPr lang="en-DK"/>
        </a:p>
      </dgm:t>
    </dgm:pt>
    <dgm:pt modelId="{1E5B65BE-1DAA-4A5B-8CD9-BB5BA7B4F1A8}">
      <dgm:prSet phldrT="[Text]" phldr="0"/>
      <dgm:spPr/>
      <dgm:t>
        <a:bodyPr/>
        <a:lstStyle/>
        <a:p>
          <a:r>
            <a:rPr lang="en-US" dirty="0"/>
            <a:t>Vat polymerization</a:t>
          </a:r>
          <a:endParaRPr lang="en-DK" dirty="0"/>
        </a:p>
      </dgm:t>
    </dgm:pt>
    <dgm:pt modelId="{C171412F-2B19-444E-B1DD-8BBD1EA552A6}" type="parTrans" cxnId="{7AE478A5-3BB0-49C6-9C9D-BAD4B80C7F43}">
      <dgm:prSet/>
      <dgm:spPr/>
      <dgm:t>
        <a:bodyPr/>
        <a:lstStyle/>
        <a:p>
          <a:endParaRPr lang="en-DK"/>
        </a:p>
      </dgm:t>
    </dgm:pt>
    <dgm:pt modelId="{3B419F3B-A8D1-4412-BDFC-AA2B7938C643}" type="sibTrans" cxnId="{7AE478A5-3BB0-49C6-9C9D-BAD4B80C7F43}">
      <dgm:prSet/>
      <dgm:spPr/>
      <dgm:t>
        <a:bodyPr/>
        <a:lstStyle/>
        <a:p>
          <a:endParaRPr lang="en-DK"/>
        </a:p>
      </dgm:t>
    </dgm:pt>
    <dgm:pt modelId="{33D64302-18E9-4A1A-BE52-892B6FDC69B0}">
      <dgm:prSet phldrT="[Text]" phldr="0"/>
      <dgm:spPr/>
      <dgm:t>
        <a:bodyPr/>
        <a:lstStyle/>
        <a:p>
          <a:r>
            <a:rPr lang="en-US" dirty="0"/>
            <a:t>Powder bed fusion</a:t>
          </a:r>
          <a:endParaRPr lang="en-DK" dirty="0"/>
        </a:p>
      </dgm:t>
    </dgm:pt>
    <dgm:pt modelId="{89F2F2E0-FFE6-4796-8E0B-B23AB2AAC747}" type="parTrans" cxnId="{1C28726A-A5DD-4A15-8FBF-418643FA70F6}">
      <dgm:prSet/>
      <dgm:spPr/>
      <dgm:t>
        <a:bodyPr/>
        <a:lstStyle/>
        <a:p>
          <a:endParaRPr lang="en-DK"/>
        </a:p>
      </dgm:t>
    </dgm:pt>
    <dgm:pt modelId="{577EEAA4-0F94-4152-B4AD-EA865CE46130}" type="sibTrans" cxnId="{1C28726A-A5DD-4A15-8FBF-418643FA70F6}">
      <dgm:prSet/>
      <dgm:spPr/>
      <dgm:t>
        <a:bodyPr/>
        <a:lstStyle/>
        <a:p>
          <a:endParaRPr lang="en-DK"/>
        </a:p>
      </dgm:t>
    </dgm:pt>
    <dgm:pt modelId="{C3065C6E-EBF3-410C-A327-0DB4FFB7FDA0}">
      <dgm:prSet phldrT="[Text]" phldr="0"/>
      <dgm:spPr/>
      <dgm:t>
        <a:bodyPr/>
        <a:lstStyle/>
        <a:p>
          <a:r>
            <a:rPr lang="en-US" dirty="0"/>
            <a:t>Binder jetting</a:t>
          </a:r>
          <a:endParaRPr lang="en-DK" dirty="0"/>
        </a:p>
      </dgm:t>
    </dgm:pt>
    <dgm:pt modelId="{DBBB2174-A4E8-4150-907E-2F39F0CFC60F}" type="parTrans" cxnId="{AAC96CE9-B277-4008-969F-2C98403C55B3}">
      <dgm:prSet/>
      <dgm:spPr/>
      <dgm:t>
        <a:bodyPr/>
        <a:lstStyle/>
        <a:p>
          <a:endParaRPr lang="en-DK"/>
        </a:p>
      </dgm:t>
    </dgm:pt>
    <dgm:pt modelId="{52EF3B3B-E0CF-43F7-AFAE-BF1115070164}" type="sibTrans" cxnId="{AAC96CE9-B277-4008-969F-2C98403C55B3}">
      <dgm:prSet/>
      <dgm:spPr/>
      <dgm:t>
        <a:bodyPr/>
        <a:lstStyle/>
        <a:p>
          <a:endParaRPr lang="en-DK"/>
        </a:p>
      </dgm:t>
    </dgm:pt>
    <dgm:pt modelId="{C8016469-18E8-4E2D-8F41-35462E3FC63E}">
      <dgm:prSet phldrT="[Text]" phldr="0"/>
      <dgm:spPr/>
      <dgm:t>
        <a:bodyPr/>
        <a:lstStyle/>
        <a:p>
          <a:r>
            <a:rPr lang="en-US"/>
            <a:t>Material extrusion</a:t>
          </a:r>
          <a:endParaRPr lang="en-DK" dirty="0"/>
        </a:p>
      </dgm:t>
    </dgm:pt>
    <dgm:pt modelId="{BB875F6D-D686-46F7-9407-98BE725B6115}" type="parTrans" cxnId="{0BFDC900-AE37-4D8C-801B-79594EBFC7A4}">
      <dgm:prSet/>
      <dgm:spPr/>
      <dgm:t>
        <a:bodyPr/>
        <a:lstStyle/>
        <a:p>
          <a:endParaRPr lang="en-DK"/>
        </a:p>
      </dgm:t>
    </dgm:pt>
    <dgm:pt modelId="{C3A14A51-5EF9-4AA6-854B-55CFA29B3A72}" type="sibTrans" cxnId="{0BFDC900-AE37-4D8C-801B-79594EBFC7A4}">
      <dgm:prSet/>
      <dgm:spPr/>
      <dgm:t>
        <a:bodyPr/>
        <a:lstStyle/>
        <a:p>
          <a:endParaRPr lang="en-DK"/>
        </a:p>
      </dgm:t>
    </dgm:pt>
    <dgm:pt modelId="{78C85D6D-2AC1-4230-96D3-B8F7E4AEB2EE}">
      <dgm:prSet phldrT="[Text]" phldr="0"/>
      <dgm:spPr/>
      <dgm:t>
        <a:bodyPr/>
        <a:lstStyle/>
        <a:p>
          <a:r>
            <a:rPr lang="en-US" dirty="0"/>
            <a:t>Fused deposition modeling</a:t>
          </a:r>
          <a:endParaRPr lang="en-DK" dirty="0"/>
        </a:p>
      </dgm:t>
    </dgm:pt>
    <dgm:pt modelId="{9FCA339D-A173-4534-AFD0-31069B40776F}" type="parTrans" cxnId="{8F8B633D-4A67-4B87-9CD7-E37324C06870}">
      <dgm:prSet/>
      <dgm:spPr/>
      <dgm:t>
        <a:bodyPr/>
        <a:lstStyle/>
        <a:p>
          <a:endParaRPr lang="en-DK"/>
        </a:p>
      </dgm:t>
    </dgm:pt>
    <dgm:pt modelId="{CADA303A-60E9-4D27-8DB5-A8E09303D8AB}" type="sibTrans" cxnId="{8F8B633D-4A67-4B87-9CD7-E37324C06870}">
      <dgm:prSet/>
      <dgm:spPr/>
      <dgm:t>
        <a:bodyPr/>
        <a:lstStyle/>
        <a:p>
          <a:endParaRPr lang="en-DK"/>
        </a:p>
      </dgm:t>
    </dgm:pt>
    <dgm:pt modelId="{3C45ED5A-A153-409A-8DF9-E1BF4E5B0C19}">
      <dgm:prSet phldrT="[Text]" phldr="0"/>
      <dgm:spPr/>
      <dgm:t>
        <a:bodyPr/>
        <a:lstStyle/>
        <a:p>
          <a:r>
            <a:rPr lang="en-US"/>
            <a:t>Direct ink writing</a:t>
          </a:r>
          <a:endParaRPr lang="en-DK" dirty="0"/>
        </a:p>
      </dgm:t>
    </dgm:pt>
    <dgm:pt modelId="{C724F964-4CD8-4FBA-A669-53F0C6A4DBC6}" type="parTrans" cxnId="{AA8EAB81-A251-49FF-8976-4265A5ABBCBE}">
      <dgm:prSet/>
      <dgm:spPr/>
      <dgm:t>
        <a:bodyPr/>
        <a:lstStyle/>
        <a:p>
          <a:endParaRPr lang="en-DK"/>
        </a:p>
      </dgm:t>
    </dgm:pt>
    <dgm:pt modelId="{E6159B3A-79DF-4F6A-BA79-36D86605AB2E}" type="sibTrans" cxnId="{AA8EAB81-A251-49FF-8976-4265A5ABBCBE}">
      <dgm:prSet/>
      <dgm:spPr/>
      <dgm:t>
        <a:bodyPr/>
        <a:lstStyle/>
        <a:p>
          <a:endParaRPr lang="en-DK"/>
        </a:p>
      </dgm:t>
    </dgm:pt>
    <dgm:pt modelId="{E55E1D4D-8130-4323-8972-C0D87AFE4F78}">
      <dgm:prSet phldrT="[Text]" phldr="0"/>
      <dgm:spPr/>
      <dgm:t>
        <a:bodyPr/>
        <a:lstStyle/>
        <a:p>
          <a:r>
            <a:rPr lang="en-US" dirty="0"/>
            <a:t>Fused granulate fabrication</a:t>
          </a:r>
          <a:endParaRPr lang="en-DK" dirty="0"/>
        </a:p>
      </dgm:t>
    </dgm:pt>
    <dgm:pt modelId="{6508BBE3-C649-472D-9091-EF0F0650B304}" type="parTrans" cxnId="{84865C2E-898B-4E8C-BA5A-B84635BD7FA7}">
      <dgm:prSet/>
      <dgm:spPr/>
      <dgm:t>
        <a:bodyPr/>
        <a:lstStyle/>
        <a:p>
          <a:endParaRPr lang="en-DK"/>
        </a:p>
      </dgm:t>
    </dgm:pt>
    <dgm:pt modelId="{C30A21A3-43D4-487A-9DC6-26A183EEE531}" type="sibTrans" cxnId="{84865C2E-898B-4E8C-BA5A-B84635BD7FA7}">
      <dgm:prSet/>
      <dgm:spPr/>
      <dgm:t>
        <a:bodyPr/>
        <a:lstStyle/>
        <a:p>
          <a:endParaRPr lang="en-DK"/>
        </a:p>
      </dgm:t>
    </dgm:pt>
    <dgm:pt modelId="{A4D1500D-E414-414D-80E6-41DC2AAB2F92}" type="pres">
      <dgm:prSet presAssocID="{6837BB10-987C-4F6A-981E-A79610785CA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8D71AAE-BD75-47A7-B389-2375321BA2D1}" type="pres">
      <dgm:prSet presAssocID="{E41CBF92-333A-4D44-8505-B24B927F8006}" presName="hierRoot1" presStyleCnt="0">
        <dgm:presLayoutVars>
          <dgm:hierBranch val="init"/>
        </dgm:presLayoutVars>
      </dgm:prSet>
      <dgm:spPr/>
    </dgm:pt>
    <dgm:pt modelId="{2B3BE654-C2FC-45F2-8788-1EB22233CF7D}" type="pres">
      <dgm:prSet presAssocID="{E41CBF92-333A-4D44-8505-B24B927F8006}" presName="rootComposite1" presStyleCnt="0"/>
      <dgm:spPr/>
    </dgm:pt>
    <dgm:pt modelId="{E9AD8690-5DAD-474D-84EC-3FECA88802A9}" type="pres">
      <dgm:prSet presAssocID="{E41CBF92-333A-4D44-8505-B24B927F8006}" presName="rootText1" presStyleLbl="node0" presStyleIdx="0" presStyleCnt="1">
        <dgm:presLayoutVars>
          <dgm:chPref val="3"/>
        </dgm:presLayoutVars>
      </dgm:prSet>
      <dgm:spPr/>
    </dgm:pt>
    <dgm:pt modelId="{DB0878A2-7F01-467E-8E10-E7D9210DD2D7}" type="pres">
      <dgm:prSet presAssocID="{E41CBF92-333A-4D44-8505-B24B927F8006}" presName="rootConnector1" presStyleLbl="node1" presStyleIdx="0" presStyleCnt="0"/>
      <dgm:spPr/>
    </dgm:pt>
    <dgm:pt modelId="{2E7F1226-8215-4892-A35D-03C6D532FD2A}" type="pres">
      <dgm:prSet presAssocID="{E41CBF92-333A-4D44-8505-B24B927F8006}" presName="hierChild2" presStyleCnt="0"/>
      <dgm:spPr/>
    </dgm:pt>
    <dgm:pt modelId="{0441DAFA-3E1B-49C2-9328-716F1FBB5025}" type="pres">
      <dgm:prSet presAssocID="{C171412F-2B19-444E-B1DD-8BBD1EA552A6}" presName="Name37" presStyleLbl="parChTrans1D2" presStyleIdx="0" presStyleCnt="4"/>
      <dgm:spPr/>
    </dgm:pt>
    <dgm:pt modelId="{E16D1E64-22A4-435A-8695-7C07F59DBEDF}" type="pres">
      <dgm:prSet presAssocID="{1E5B65BE-1DAA-4A5B-8CD9-BB5BA7B4F1A8}" presName="hierRoot2" presStyleCnt="0">
        <dgm:presLayoutVars>
          <dgm:hierBranch val="init"/>
        </dgm:presLayoutVars>
      </dgm:prSet>
      <dgm:spPr/>
    </dgm:pt>
    <dgm:pt modelId="{D6E6FECC-EEFF-45E2-A98C-9AAC495B5F56}" type="pres">
      <dgm:prSet presAssocID="{1E5B65BE-1DAA-4A5B-8CD9-BB5BA7B4F1A8}" presName="rootComposite" presStyleCnt="0"/>
      <dgm:spPr/>
    </dgm:pt>
    <dgm:pt modelId="{CF7D6F96-10C0-4899-B31B-605C6D515E09}" type="pres">
      <dgm:prSet presAssocID="{1E5B65BE-1DAA-4A5B-8CD9-BB5BA7B4F1A8}" presName="rootText" presStyleLbl="node2" presStyleIdx="0" presStyleCnt="4">
        <dgm:presLayoutVars>
          <dgm:chPref val="3"/>
        </dgm:presLayoutVars>
      </dgm:prSet>
      <dgm:spPr/>
    </dgm:pt>
    <dgm:pt modelId="{63ACC7F6-F842-458F-852A-593BE9396250}" type="pres">
      <dgm:prSet presAssocID="{1E5B65BE-1DAA-4A5B-8CD9-BB5BA7B4F1A8}" presName="rootConnector" presStyleLbl="node2" presStyleIdx="0" presStyleCnt="4"/>
      <dgm:spPr/>
    </dgm:pt>
    <dgm:pt modelId="{B2E3459F-5C46-48D5-8DF3-BEFEF72E0B00}" type="pres">
      <dgm:prSet presAssocID="{1E5B65BE-1DAA-4A5B-8CD9-BB5BA7B4F1A8}" presName="hierChild4" presStyleCnt="0"/>
      <dgm:spPr/>
    </dgm:pt>
    <dgm:pt modelId="{C85758E6-AE0F-4F75-90FD-BD28546012A9}" type="pres">
      <dgm:prSet presAssocID="{1E5B65BE-1DAA-4A5B-8CD9-BB5BA7B4F1A8}" presName="hierChild5" presStyleCnt="0"/>
      <dgm:spPr/>
    </dgm:pt>
    <dgm:pt modelId="{0F7BC1D3-C848-4ED8-BF31-BDF95EF3FCF5}" type="pres">
      <dgm:prSet presAssocID="{89F2F2E0-FFE6-4796-8E0B-B23AB2AAC747}" presName="Name37" presStyleLbl="parChTrans1D2" presStyleIdx="1" presStyleCnt="4"/>
      <dgm:spPr/>
    </dgm:pt>
    <dgm:pt modelId="{1B76FE1E-368A-42B4-817A-9C02F7AD74DB}" type="pres">
      <dgm:prSet presAssocID="{33D64302-18E9-4A1A-BE52-892B6FDC69B0}" presName="hierRoot2" presStyleCnt="0">
        <dgm:presLayoutVars>
          <dgm:hierBranch val="init"/>
        </dgm:presLayoutVars>
      </dgm:prSet>
      <dgm:spPr/>
    </dgm:pt>
    <dgm:pt modelId="{4AC51CAE-1685-4150-A694-945BC5459CBB}" type="pres">
      <dgm:prSet presAssocID="{33D64302-18E9-4A1A-BE52-892B6FDC69B0}" presName="rootComposite" presStyleCnt="0"/>
      <dgm:spPr/>
    </dgm:pt>
    <dgm:pt modelId="{871A6ED8-8A9A-480E-8365-20FD2D07CB7C}" type="pres">
      <dgm:prSet presAssocID="{33D64302-18E9-4A1A-BE52-892B6FDC69B0}" presName="rootText" presStyleLbl="node2" presStyleIdx="1" presStyleCnt="4">
        <dgm:presLayoutVars>
          <dgm:chPref val="3"/>
        </dgm:presLayoutVars>
      </dgm:prSet>
      <dgm:spPr/>
    </dgm:pt>
    <dgm:pt modelId="{C20E90A7-126F-44F8-898E-D37221F7BC07}" type="pres">
      <dgm:prSet presAssocID="{33D64302-18E9-4A1A-BE52-892B6FDC69B0}" presName="rootConnector" presStyleLbl="node2" presStyleIdx="1" presStyleCnt="4"/>
      <dgm:spPr/>
    </dgm:pt>
    <dgm:pt modelId="{7989F2A4-32BB-4A9B-84E0-8E5F80D16BA9}" type="pres">
      <dgm:prSet presAssocID="{33D64302-18E9-4A1A-BE52-892B6FDC69B0}" presName="hierChild4" presStyleCnt="0"/>
      <dgm:spPr/>
    </dgm:pt>
    <dgm:pt modelId="{6032EDF5-3564-42CB-BF7F-B21BBBDB03EF}" type="pres">
      <dgm:prSet presAssocID="{33D64302-18E9-4A1A-BE52-892B6FDC69B0}" presName="hierChild5" presStyleCnt="0"/>
      <dgm:spPr/>
    </dgm:pt>
    <dgm:pt modelId="{0BE42FF7-0C1F-41B1-8568-6C0D154F1289}" type="pres">
      <dgm:prSet presAssocID="{DBBB2174-A4E8-4150-907E-2F39F0CFC60F}" presName="Name37" presStyleLbl="parChTrans1D2" presStyleIdx="2" presStyleCnt="4"/>
      <dgm:spPr/>
    </dgm:pt>
    <dgm:pt modelId="{FF795480-3F0C-43DF-874F-4DE1A60681FA}" type="pres">
      <dgm:prSet presAssocID="{C3065C6E-EBF3-410C-A327-0DB4FFB7FDA0}" presName="hierRoot2" presStyleCnt="0">
        <dgm:presLayoutVars>
          <dgm:hierBranch val="init"/>
        </dgm:presLayoutVars>
      </dgm:prSet>
      <dgm:spPr/>
    </dgm:pt>
    <dgm:pt modelId="{8995986A-19A0-46C3-9B27-3ADB6CC823BB}" type="pres">
      <dgm:prSet presAssocID="{C3065C6E-EBF3-410C-A327-0DB4FFB7FDA0}" presName="rootComposite" presStyleCnt="0"/>
      <dgm:spPr/>
    </dgm:pt>
    <dgm:pt modelId="{CB1FE7C7-E636-467B-8529-FE2557051543}" type="pres">
      <dgm:prSet presAssocID="{C3065C6E-EBF3-410C-A327-0DB4FFB7FDA0}" presName="rootText" presStyleLbl="node2" presStyleIdx="2" presStyleCnt="4">
        <dgm:presLayoutVars>
          <dgm:chPref val="3"/>
        </dgm:presLayoutVars>
      </dgm:prSet>
      <dgm:spPr/>
    </dgm:pt>
    <dgm:pt modelId="{222E34FD-A162-4D07-97BF-62093F47E968}" type="pres">
      <dgm:prSet presAssocID="{C3065C6E-EBF3-410C-A327-0DB4FFB7FDA0}" presName="rootConnector" presStyleLbl="node2" presStyleIdx="2" presStyleCnt="4"/>
      <dgm:spPr/>
    </dgm:pt>
    <dgm:pt modelId="{B82E1E74-8948-4C65-B030-96BC7B5E36D7}" type="pres">
      <dgm:prSet presAssocID="{C3065C6E-EBF3-410C-A327-0DB4FFB7FDA0}" presName="hierChild4" presStyleCnt="0"/>
      <dgm:spPr/>
    </dgm:pt>
    <dgm:pt modelId="{B333FE3C-8C0D-4DE1-A2B5-1B00A7ABE366}" type="pres">
      <dgm:prSet presAssocID="{C3065C6E-EBF3-410C-A327-0DB4FFB7FDA0}" presName="hierChild5" presStyleCnt="0"/>
      <dgm:spPr/>
    </dgm:pt>
    <dgm:pt modelId="{C0C7BDF1-1283-4D53-9E7C-AC29A9FCEEC7}" type="pres">
      <dgm:prSet presAssocID="{BB875F6D-D686-46F7-9407-98BE725B6115}" presName="Name37" presStyleLbl="parChTrans1D2" presStyleIdx="3" presStyleCnt="4"/>
      <dgm:spPr/>
    </dgm:pt>
    <dgm:pt modelId="{41C302DC-6C17-4DB5-B629-7B92A83D41C0}" type="pres">
      <dgm:prSet presAssocID="{C8016469-18E8-4E2D-8F41-35462E3FC63E}" presName="hierRoot2" presStyleCnt="0">
        <dgm:presLayoutVars>
          <dgm:hierBranch val="init"/>
        </dgm:presLayoutVars>
      </dgm:prSet>
      <dgm:spPr/>
    </dgm:pt>
    <dgm:pt modelId="{63B2F2FE-191C-46A5-A67B-EF1864DD276F}" type="pres">
      <dgm:prSet presAssocID="{C8016469-18E8-4E2D-8F41-35462E3FC63E}" presName="rootComposite" presStyleCnt="0"/>
      <dgm:spPr/>
    </dgm:pt>
    <dgm:pt modelId="{17F839CA-601E-4CD0-ACD0-EB374AD36C4B}" type="pres">
      <dgm:prSet presAssocID="{C8016469-18E8-4E2D-8F41-35462E3FC63E}" presName="rootText" presStyleLbl="node2" presStyleIdx="3" presStyleCnt="4">
        <dgm:presLayoutVars>
          <dgm:chPref val="3"/>
        </dgm:presLayoutVars>
      </dgm:prSet>
      <dgm:spPr/>
    </dgm:pt>
    <dgm:pt modelId="{ADCCA7EF-0503-4F6F-8B1C-C7BD55FCEADC}" type="pres">
      <dgm:prSet presAssocID="{C8016469-18E8-4E2D-8F41-35462E3FC63E}" presName="rootConnector" presStyleLbl="node2" presStyleIdx="3" presStyleCnt="4"/>
      <dgm:spPr/>
    </dgm:pt>
    <dgm:pt modelId="{1DFA3550-DE96-4094-AB8E-E02EA385D84A}" type="pres">
      <dgm:prSet presAssocID="{C8016469-18E8-4E2D-8F41-35462E3FC63E}" presName="hierChild4" presStyleCnt="0"/>
      <dgm:spPr/>
    </dgm:pt>
    <dgm:pt modelId="{F73E0AAE-F99D-42A4-89DE-CACC9714C8C4}" type="pres">
      <dgm:prSet presAssocID="{9FCA339D-A173-4534-AFD0-31069B40776F}" presName="Name37" presStyleLbl="parChTrans1D3" presStyleIdx="0" presStyleCnt="3"/>
      <dgm:spPr/>
    </dgm:pt>
    <dgm:pt modelId="{82F5166A-2980-4114-B033-45A838B36035}" type="pres">
      <dgm:prSet presAssocID="{78C85D6D-2AC1-4230-96D3-B8F7E4AEB2EE}" presName="hierRoot2" presStyleCnt="0">
        <dgm:presLayoutVars>
          <dgm:hierBranch val="init"/>
        </dgm:presLayoutVars>
      </dgm:prSet>
      <dgm:spPr/>
    </dgm:pt>
    <dgm:pt modelId="{E0A95CF2-9E66-4CAA-BE15-F84B4AFB4855}" type="pres">
      <dgm:prSet presAssocID="{78C85D6D-2AC1-4230-96D3-B8F7E4AEB2EE}" presName="rootComposite" presStyleCnt="0"/>
      <dgm:spPr/>
    </dgm:pt>
    <dgm:pt modelId="{8D9D5234-8E0C-4A6E-AEC2-F5679278FC45}" type="pres">
      <dgm:prSet presAssocID="{78C85D6D-2AC1-4230-96D3-B8F7E4AEB2EE}" presName="rootText" presStyleLbl="node3" presStyleIdx="0" presStyleCnt="3">
        <dgm:presLayoutVars>
          <dgm:chPref val="3"/>
        </dgm:presLayoutVars>
      </dgm:prSet>
      <dgm:spPr/>
    </dgm:pt>
    <dgm:pt modelId="{240796CE-84FF-4E1C-8089-A3889560AC36}" type="pres">
      <dgm:prSet presAssocID="{78C85D6D-2AC1-4230-96D3-B8F7E4AEB2EE}" presName="rootConnector" presStyleLbl="node3" presStyleIdx="0" presStyleCnt="3"/>
      <dgm:spPr/>
    </dgm:pt>
    <dgm:pt modelId="{F54DAC1F-796B-477E-88E1-39C080BF9A36}" type="pres">
      <dgm:prSet presAssocID="{78C85D6D-2AC1-4230-96D3-B8F7E4AEB2EE}" presName="hierChild4" presStyleCnt="0"/>
      <dgm:spPr/>
    </dgm:pt>
    <dgm:pt modelId="{B5A467ED-84DC-4F60-B4AF-F8C40BB44227}" type="pres">
      <dgm:prSet presAssocID="{78C85D6D-2AC1-4230-96D3-B8F7E4AEB2EE}" presName="hierChild5" presStyleCnt="0"/>
      <dgm:spPr/>
    </dgm:pt>
    <dgm:pt modelId="{46E7579F-6DD0-400E-ADBE-E626749C776F}" type="pres">
      <dgm:prSet presAssocID="{C724F964-4CD8-4FBA-A669-53F0C6A4DBC6}" presName="Name37" presStyleLbl="parChTrans1D3" presStyleIdx="1" presStyleCnt="3"/>
      <dgm:spPr/>
    </dgm:pt>
    <dgm:pt modelId="{CC62BA39-093E-4C91-88A8-26FBDAE110B7}" type="pres">
      <dgm:prSet presAssocID="{3C45ED5A-A153-409A-8DF9-E1BF4E5B0C19}" presName="hierRoot2" presStyleCnt="0">
        <dgm:presLayoutVars>
          <dgm:hierBranch val="init"/>
        </dgm:presLayoutVars>
      </dgm:prSet>
      <dgm:spPr/>
    </dgm:pt>
    <dgm:pt modelId="{AB823C65-E98A-4ECB-8769-7AF00E335EE5}" type="pres">
      <dgm:prSet presAssocID="{3C45ED5A-A153-409A-8DF9-E1BF4E5B0C19}" presName="rootComposite" presStyleCnt="0"/>
      <dgm:spPr/>
    </dgm:pt>
    <dgm:pt modelId="{2E4C9DF0-5B10-4844-A70F-01E45CC6FABD}" type="pres">
      <dgm:prSet presAssocID="{3C45ED5A-A153-409A-8DF9-E1BF4E5B0C19}" presName="rootText" presStyleLbl="node3" presStyleIdx="1" presStyleCnt="3">
        <dgm:presLayoutVars>
          <dgm:chPref val="3"/>
        </dgm:presLayoutVars>
      </dgm:prSet>
      <dgm:spPr/>
    </dgm:pt>
    <dgm:pt modelId="{DF6C6975-83E5-4391-A4EC-0AD7C0A1FD45}" type="pres">
      <dgm:prSet presAssocID="{3C45ED5A-A153-409A-8DF9-E1BF4E5B0C19}" presName="rootConnector" presStyleLbl="node3" presStyleIdx="1" presStyleCnt="3"/>
      <dgm:spPr/>
    </dgm:pt>
    <dgm:pt modelId="{55768FFE-F474-44D2-B7EC-35FE4BE3F75C}" type="pres">
      <dgm:prSet presAssocID="{3C45ED5A-A153-409A-8DF9-E1BF4E5B0C19}" presName="hierChild4" presStyleCnt="0"/>
      <dgm:spPr/>
    </dgm:pt>
    <dgm:pt modelId="{82CC3FF0-E427-4791-87DC-BB7ED080552C}" type="pres">
      <dgm:prSet presAssocID="{3C45ED5A-A153-409A-8DF9-E1BF4E5B0C19}" presName="hierChild5" presStyleCnt="0"/>
      <dgm:spPr/>
    </dgm:pt>
    <dgm:pt modelId="{EB901FBC-406D-49A9-9299-174F089F6931}" type="pres">
      <dgm:prSet presAssocID="{6508BBE3-C649-472D-9091-EF0F0650B304}" presName="Name37" presStyleLbl="parChTrans1D3" presStyleIdx="2" presStyleCnt="3"/>
      <dgm:spPr/>
    </dgm:pt>
    <dgm:pt modelId="{115234B8-599F-431A-B238-B3103623F5A8}" type="pres">
      <dgm:prSet presAssocID="{E55E1D4D-8130-4323-8972-C0D87AFE4F78}" presName="hierRoot2" presStyleCnt="0">
        <dgm:presLayoutVars>
          <dgm:hierBranch val="init"/>
        </dgm:presLayoutVars>
      </dgm:prSet>
      <dgm:spPr/>
    </dgm:pt>
    <dgm:pt modelId="{FC5E53A2-06F9-43A8-A1CF-B955130F1022}" type="pres">
      <dgm:prSet presAssocID="{E55E1D4D-8130-4323-8972-C0D87AFE4F78}" presName="rootComposite" presStyleCnt="0"/>
      <dgm:spPr/>
    </dgm:pt>
    <dgm:pt modelId="{3D326CBC-754A-4891-8CBB-52CAE366C635}" type="pres">
      <dgm:prSet presAssocID="{E55E1D4D-8130-4323-8972-C0D87AFE4F78}" presName="rootText" presStyleLbl="node3" presStyleIdx="2" presStyleCnt="3">
        <dgm:presLayoutVars>
          <dgm:chPref val="3"/>
        </dgm:presLayoutVars>
      </dgm:prSet>
      <dgm:spPr/>
    </dgm:pt>
    <dgm:pt modelId="{1D50F4E1-4745-4061-B0E9-61CA71EF6C60}" type="pres">
      <dgm:prSet presAssocID="{E55E1D4D-8130-4323-8972-C0D87AFE4F78}" presName="rootConnector" presStyleLbl="node3" presStyleIdx="2" presStyleCnt="3"/>
      <dgm:spPr/>
    </dgm:pt>
    <dgm:pt modelId="{5566E246-E3C0-449A-BD4E-0271E6FC4315}" type="pres">
      <dgm:prSet presAssocID="{E55E1D4D-8130-4323-8972-C0D87AFE4F78}" presName="hierChild4" presStyleCnt="0"/>
      <dgm:spPr/>
    </dgm:pt>
    <dgm:pt modelId="{41AF8C94-E0D9-44CB-BDC4-1A39001D1084}" type="pres">
      <dgm:prSet presAssocID="{E55E1D4D-8130-4323-8972-C0D87AFE4F78}" presName="hierChild5" presStyleCnt="0"/>
      <dgm:spPr/>
    </dgm:pt>
    <dgm:pt modelId="{56216A17-16CC-42A6-A59B-740465FC16BA}" type="pres">
      <dgm:prSet presAssocID="{C8016469-18E8-4E2D-8F41-35462E3FC63E}" presName="hierChild5" presStyleCnt="0"/>
      <dgm:spPr/>
    </dgm:pt>
    <dgm:pt modelId="{C1F317DA-546F-4085-B913-3101495D36C2}" type="pres">
      <dgm:prSet presAssocID="{E41CBF92-333A-4D44-8505-B24B927F8006}" presName="hierChild3" presStyleCnt="0"/>
      <dgm:spPr/>
    </dgm:pt>
  </dgm:ptLst>
  <dgm:cxnLst>
    <dgm:cxn modelId="{0BFDC900-AE37-4D8C-801B-79594EBFC7A4}" srcId="{E41CBF92-333A-4D44-8505-B24B927F8006}" destId="{C8016469-18E8-4E2D-8F41-35462E3FC63E}" srcOrd="3" destOrd="0" parTransId="{BB875F6D-D686-46F7-9407-98BE725B6115}" sibTransId="{C3A14A51-5EF9-4AA6-854B-55CFA29B3A72}"/>
    <dgm:cxn modelId="{7086D805-5307-4A34-8D15-EBBAAFDA9095}" type="presOf" srcId="{3C45ED5A-A153-409A-8DF9-E1BF4E5B0C19}" destId="{DF6C6975-83E5-4391-A4EC-0AD7C0A1FD45}" srcOrd="1" destOrd="0" presId="urn:microsoft.com/office/officeart/2005/8/layout/orgChart1"/>
    <dgm:cxn modelId="{F4512221-DA0B-4F77-A05B-8B9CD5187396}" type="presOf" srcId="{BB875F6D-D686-46F7-9407-98BE725B6115}" destId="{C0C7BDF1-1283-4D53-9E7C-AC29A9FCEEC7}" srcOrd="0" destOrd="0" presId="urn:microsoft.com/office/officeart/2005/8/layout/orgChart1"/>
    <dgm:cxn modelId="{7A3D7127-1665-477B-8D94-E68E64756BD3}" type="presOf" srcId="{C8016469-18E8-4E2D-8F41-35462E3FC63E}" destId="{ADCCA7EF-0503-4F6F-8B1C-C7BD55FCEADC}" srcOrd="1" destOrd="0" presId="urn:microsoft.com/office/officeart/2005/8/layout/orgChart1"/>
    <dgm:cxn modelId="{1C75DA2A-81ED-450B-843B-45BABE2D0A24}" type="presOf" srcId="{9FCA339D-A173-4534-AFD0-31069B40776F}" destId="{F73E0AAE-F99D-42A4-89DE-CACC9714C8C4}" srcOrd="0" destOrd="0" presId="urn:microsoft.com/office/officeart/2005/8/layout/orgChart1"/>
    <dgm:cxn modelId="{84865C2E-898B-4E8C-BA5A-B84635BD7FA7}" srcId="{C8016469-18E8-4E2D-8F41-35462E3FC63E}" destId="{E55E1D4D-8130-4323-8972-C0D87AFE4F78}" srcOrd="2" destOrd="0" parTransId="{6508BBE3-C649-472D-9091-EF0F0650B304}" sibTransId="{C30A21A3-43D4-487A-9DC6-26A183EEE531}"/>
    <dgm:cxn modelId="{E1E32131-6D38-4399-BDC4-B58462580BE4}" type="presOf" srcId="{33D64302-18E9-4A1A-BE52-892B6FDC69B0}" destId="{C20E90A7-126F-44F8-898E-D37221F7BC07}" srcOrd="1" destOrd="0" presId="urn:microsoft.com/office/officeart/2005/8/layout/orgChart1"/>
    <dgm:cxn modelId="{3CAA0932-F731-419B-8282-861FBB61BAB7}" type="presOf" srcId="{89F2F2E0-FFE6-4796-8E0B-B23AB2AAC747}" destId="{0F7BC1D3-C848-4ED8-BF31-BDF95EF3FCF5}" srcOrd="0" destOrd="0" presId="urn:microsoft.com/office/officeart/2005/8/layout/orgChart1"/>
    <dgm:cxn modelId="{8F8B633D-4A67-4B87-9CD7-E37324C06870}" srcId="{C8016469-18E8-4E2D-8F41-35462E3FC63E}" destId="{78C85D6D-2AC1-4230-96D3-B8F7E4AEB2EE}" srcOrd="0" destOrd="0" parTransId="{9FCA339D-A173-4534-AFD0-31069B40776F}" sibTransId="{CADA303A-60E9-4D27-8DB5-A8E09303D8AB}"/>
    <dgm:cxn modelId="{07F5DE61-E517-4DF9-8CB4-A68EE1C8B05E}" type="presOf" srcId="{E55E1D4D-8130-4323-8972-C0D87AFE4F78}" destId="{1D50F4E1-4745-4061-B0E9-61CA71EF6C60}" srcOrd="1" destOrd="0" presId="urn:microsoft.com/office/officeart/2005/8/layout/orgChart1"/>
    <dgm:cxn modelId="{3268A269-A01D-4C4E-AFA7-2243E0A3E77F}" type="presOf" srcId="{E41CBF92-333A-4D44-8505-B24B927F8006}" destId="{E9AD8690-5DAD-474D-84EC-3FECA88802A9}" srcOrd="0" destOrd="0" presId="urn:microsoft.com/office/officeart/2005/8/layout/orgChart1"/>
    <dgm:cxn modelId="{1C28726A-A5DD-4A15-8FBF-418643FA70F6}" srcId="{E41CBF92-333A-4D44-8505-B24B927F8006}" destId="{33D64302-18E9-4A1A-BE52-892B6FDC69B0}" srcOrd="1" destOrd="0" parTransId="{89F2F2E0-FFE6-4796-8E0B-B23AB2AAC747}" sibTransId="{577EEAA4-0F94-4152-B4AD-EA865CE46130}"/>
    <dgm:cxn modelId="{C457E74A-DC7A-4E76-B328-0F39405CB337}" type="presOf" srcId="{E55E1D4D-8130-4323-8972-C0D87AFE4F78}" destId="{3D326CBC-754A-4891-8CBB-52CAE366C635}" srcOrd="0" destOrd="0" presId="urn:microsoft.com/office/officeart/2005/8/layout/orgChart1"/>
    <dgm:cxn modelId="{086ED96C-3FFE-4BF7-911F-BE45A2557DF9}" type="presOf" srcId="{1E5B65BE-1DAA-4A5B-8CD9-BB5BA7B4F1A8}" destId="{63ACC7F6-F842-458F-852A-593BE9396250}" srcOrd="1" destOrd="0" presId="urn:microsoft.com/office/officeart/2005/8/layout/orgChart1"/>
    <dgm:cxn modelId="{581BD156-391E-482D-ABCF-8258403DF031}" type="presOf" srcId="{C171412F-2B19-444E-B1DD-8BBD1EA552A6}" destId="{0441DAFA-3E1B-49C2-9328-716F1FBB5025}" srcOrd="0" destOrd="0" presId="urn:microsoft.com/office/officeart/2005/8/layout/orgChart1"/>
    <dgm:cxn modelId="{EE836C7A-F2B3-44F7-99F6-696715D7EB1B}" type="presOf" srcId="{1E5B65BE-1DAA-4A5B-8CD9-BB5BA7B4F1A8}" destId="{CF7D6F96-10C0-4899-B31B-605C6D515E09}" srcOrd="0" destOrd="0" presId="urn:microsoft.com/office/officeart/2005/8/layout/orgChart1"/>
    <dgm:cxn modelId="{AA8EAB81-A251-49FF-8976-4265A5ABBCBE}" srcId="{C8016469-18E8-4E2D-8F41-35462E3FC63E}" destId="{3C45ED5A-A153-409A-8DF9-E1BF4E5B0C19}" srcOrd="1" destOrd="0" parTransId="{C724F964-4CD8-4FBA-A669-53F0C6A4DBC6}" sibTransId="{E6159B3A-79DF-4F6A-BA79-36D86605AB2E}"/>
    <dgm:cxn modelId="{9AB7D18A-7578-4559-B971-51B80845BC7C}" type="presOf" srcId="{C8016469-18E8-4E2D-8F41-35462E3FC63E}" destId="{17F839CA-601E-4CD0-ACD0-EB374AD36C4B}" srcOrd="0" destOrd="0" presId="urn:microsoft.com/office/officeart/2005/8/layout/orgChart1"/>
    <dgm:cxn modelId="{D94CF18E-6922-4048-97C7-5422BA671F7A}" type="presOf" srcId="{33D64302-18E9-4A1A-BE52-892B6FDC69B0}" destId="{871A6ED8-8A9A-480E-8365-20FD2D07CB7C}" srcOrd="0" destOrd="0" presId="urn:microsoft.com/office/officeart/2005/8/layout/orgChart1"/>
    <dgm:cxn modelId="{490FF298-AAB2-424E-87E2-069174A1524E}" type="presOf" srcId="{78C85D6D-2AC1-4230-96D3-B8F7E4AEB2EE}" destId="{8D9D5234-8E0C-4A6E-AEC2-F5679278FC45}" srcOrd="0" destOrd="0" presId="urn:microsoft.com/office/officeart/2005/8/layout/orgChart1"/>
    <dgm:cxn modelId="{0A40D29A-D6E1-4B04-A80B-1C3013499001}" type="presOf" srcId="{C3065C6E-EBF3-410C-A327-0DB4FFB7FDA0}" destId="{222E34FD-A162-4D07-97BF-62093F47E968}" srcOrd="1" destOrd="0" presId="urn:microsoft.com/office/officeart/2005/8/layout/orgChart1"/>
    <dgm:cxn modelId="{E7CCD99A-AFC4-471C-BCED-6A03D7CF55DD}" type="presOf" srcId="{6837BB10-987C-4F6A-981E-A79610785CAB}" destId="{A4D1500D-E414-414D-80E6-41DC2AAB2F92}" srcOrd="0" destOrd="0" presId="urn:microsoft.com/office/officeart/2005/8/layout/orgChart1"/>
    <dgm:cxn modelId="{540BAB9B-B16B-4C0C-AF0B-AD8B7402F992}" type="presOf" srcId="{C3065C6E-EBF3-410C-A327-0DB4FFB7FDA0}" destId="{CB1FE7C7-E636-467B-8529-FE2557051543}" srcOrd="0" destOrd="0" presId="urn:microsoft.com/office/officeart/2005/8/layout/orgChart1"/>
    <dgm:cxn modelId="{7AE478A5-3BB0-49C6-9C9D-BAD4B80C7F43}" srcId="{E41CBF92-333A-4D44-8505-B24B927F8006}" destId="{1E5B65BE-1DAA-4A5B-8CD9-BB5BA7B4F1A8}" srcOrd="0" destOrd="0" parTransId="{C171412F-2B19-444E-B1DD-8BBD1EA552A6}" sibTransId="{3B419F3B-A8D1-4412-BDFC-AA2B7938C643}"/>
    <dgm:cxn modelId="{980E27BA-59C3-4236-96D5-43B1EBE5EB6B}" type="presOf" srcId="{6508BBE3-C649-472D-9091-EF0F0650B304}" destId="{EB901FBC-406D-49A9-9299-174F089F6931}" srcOrd="0" destOrd="0" presId="urn:microsoft.com/office/officeart/2005/8/layout/orgChart1"/>
    <dgm:cxn modelId="{DF8D19D2-3237-4F11-A32F-BA6811CCFC94}" type="presOf" srcId="{DBBB2174-A4E8-4150-907E-2F39F0CFC60F}" destId="{0BE42FF7-0C1F-41B1-8568-6C0D154F1289}" srcOrd="0" destOrd="0" presId="urn:microsoft.com/office/officeart/2005/8/layout/orgChart1"/>
    <dgm:cxn modelId="{C15AE0D4-3768-4A9D-86C9-33FE1EC771B3}" srcId="{6837BB10-987C-4F6A-981E-A79610785CAB}" destId="{E41CBF92-333A-4D44-8505-B24B927F8006}" srcOrd="0" destOrd="0" parTransId="{F4DBBA38-2827-4778-9471-1ABCAB1A883B}" sibTransId="{5282F87E-714D-4FB6-8516-5142D8F5333A}"/>
    <dgm:cxn modelId="{CFE745E7-C3DE-4FB5-A59D-53FE529D4A95}" type="presOf" srcId="{E41CBF92-333A-4D44-8505-B24B927F8006}" destId="{DB0878A2-7F01-467E-8E10-E7D9210DD2D7}" srcOrd="1" destOrd="0" presId="urn:microsoft.com/office/officeart/2005/8/layout/orgChart1"/>
    <dgm:cxn modelId="{D16FF0E8-E736-4742-80F1-E479A14E94E4}" type="presOf" srcId="{78C85D6D-2AC1-4230-96D3-B8F7E4AEB2EE}" destId="{240796CE-84FF-4E1C-8089-A3889560AC36}" srcOrd="1" destOrd="0" presId="urn:microsoft.com/office/officeart/2005/8/layout/orgChart1"/>
    <dgm:cxn modelId="{AAC96CE9-B277-4008-969F-2C98403C55B3}" srcId="{E41CBF92-333A-4D44-8505-B24B927F8006}" destId="{C3065C6E-EBF3-410C-A327-0DB4FFB7FDA0}" srcOrd="2" destOrd="0" parTransId="{DBBB2174-A4E8-4150-907E-2F39F0CFC60F}" sibTransId="{52EF3B3B-E0CF-43F7-AFAE-BF1115070164}"/>
    <dgm:cxn modelId="{08C955E9-447E-4275-A8E4-4E4B14C7CE1C}" type="presOf" srcId="{3C45ED5A-A153-409A-8DF9-E1BF4E5B0C19}" destId="{2E4C9DF0-5B10-4844-A70F-01E45CC6FABD}" srcOrd="0" destOrd="0" presId="urn:microsoft.com/office/officeart/2005/8/layout/orgChart1"/>
    <dgm:cxn modelId="{A419BEEF-2806-4460-BBB0-EEEC8060BD03}" type="presOf" srcId="{C724F964-4CD8-4FBA-A669-53F0C6A4DBC6}" destId="{46E7579F-6DD0-400E-ADBE-E626749C776F}" srcOrd="0" destOrd="0" presId="urn:microsoft.com/office/officeart/2005/8/layout/orgChart1"/>
    <dgm:cxn modelId="{89A2E0D1-E7CF-4AE6-B010-069E5324CE15}" type="presParOf" srcId="{A4D1500D-E414-414D-80E6-41DC2AAB2F92}" destId="{58D71AAE-BD75-47A7-B389-2375321BA2D1}" srcOrd="0" destOrd="0" presId="urn:microsoft.com/office/officeart/2005/8/layout/orgChart1"/>
    <dgm:cxn modelId="{D3F6AFB6-D5D4-4985-A84C-262029A1862B}" type="presParOf" srcId="{58D71AAE-BD75-47A7-B389-2375321BA2D1}" destId="{2B3BE654-C2FC-45F2-8788-1EB22233CF7D}" srcOrd="0" destOrd="0" presId="urn:microsoft.com/office/officeart/2005/8/layout/orgChart1"/>
    <dgm:cxn modelId="{1885EFA5-E043-428C-99A8-3630D706172D}" type="presParOf" srcId="{2B3BE654-C2FC-45F2-8788-1EB22233CF7D}" destId="{E9AD8690-5DAD-474D-84EC-3FECA88802A9}" srcOrd="0" destOrd="0" presId="urn:microsoft.com/office/officeart/2005/8/layout/orgChart1"/>
    <dgm:cxn modelId="{3D9516F0-D18A-4D36-BFC6-6455F9E9CA99}" type="presParOf" srcId="{2B3BE654-C2FC-45F2-8788-1EB22233CF7D}" destId="{DB0878A2-7F01-467E-8E10-E7D9210DD2D7}" srcOrd="1" destOrd="0" presId="urn:microsoft.com/office/officeart/2005/8/layout/orgChart1"/>
    <dgm:cxn modelId="{6F244C87-11C3-4E7B-AC1D-BC53B089A426}" type="presParOf" srcId="{58D71AAE-BD75-47A7-B389-2375321BA2D1}" destId="{2E7F1226-8215-4892-A35D-03C6D532FD2A}" srcOrd="1" destOrd="0" presId="urn:microsoft.com/office/officeart/2005/8/layout/orgChart1"/>
    <dgm:cxn modelId="{AE80AD5B-E594-4C8F-B462-367CA35A1F28}" type="presParOf" srcId="{2E7F1226-8215-4892-A35D-03C6D532FD2A}" destId="{0441DAFA-3E1B-49C2-9328-716F1FBB5025}" srcOrd="0" destOrd="0" presId="urn:microsoft.com/office/officeart/2005/8/layout/orgChart1"/>
    <dgm:cxn modelId="{1115EC85-6B0D-49AD-8AF2-7078471477E9}" type="presParOf" srcId="{2E7F1226-8215-4892-A35D-03C6D532FD2A}" destId="{E16D1E64-22A4-435A-8695-7C07F59DBEDF}" srcOrd="1" destOrd="0" presId="urn:microsoft.com/office/officeart/2005/8/layout/orgChart1"/>
    <dgm:cxn modelId="{8EC75438-F971-4D80-97A5-AEC23586ADCB}" type="presParOf" srcId="{E16D1E64-22A4-435A-8695-7C07F59DBEDF}" destId="{D6E6FECC-EEFF-45E2-A98C-9AAC495B5F56}" srcOrd="0" destOrd="0" presId="urn:microsoft.com/office/officeart/2005/8/layout/orgChart1"/>
    <dgm:cxn modelId="{09FB1F48-E789-4FD9-8254-648BBB07F1BE}" type="presParOf" srcId="{D6E6FECC-EEFF-45E2-A98C-9AAC495B5F56}" destId="{CF7D6F96-10C0-4899-B31B-605C6D515E09}" srcOrd="0" destOrd="0" presId="urn:microsoft.com/office/officeart/2005/8/layout/orgChart1"/>
    <dgm:cxn modelId="{D0ABDD7F-F77B-4ADF-9246-94F783B628FC}" type="presParOf" srcId="{D6E6FECC-EEFF-45E2-A98C-9AAC495B5F56}" destId="{63ACC7F6-F842-458F-852A-593BE9396250}" srcOrd="1" destOrd="0" presId="urn:microsoft.com/office/officeart/2005/8/layout/orgChart1"/>
    <dgm:cxn modelId="{9F84A082-CCAE-45E9-96D2-6D12F9686135}" type="presParOf" srcId="{E16D1E64-22A4-435A-8695-7C07F59DBEDF}" destId="{B2E3459F-5C46-48D5-8DF3-BEFEF72E0B00}" srcOrd="1" destOrd="0" presId="urn:microsoft.com/office/officeart/2005/8/layout/orgChart1"/>
    <dgm:cxn modelId="{0D2FDAA8-C948-4985-9114-44673E734245}" type="presParOf" srcId="{E16D1E64-22A4-435A-8695-7C07F59DBEDF}" destId="{C85758E6-AE0F-4F75-90FD-BD28546012A9}" srcOrd="2" destOrd="0" presId="urn:microsoft.com/office/officeart/2005/8/layout/orgChart1"/>
    <dgm:cxn modelId="{793B097F-27D7-4E83-97A3-56EF1ABBECC4}" type="presParOf" srcId="{2E7F1226-8215-4892-A35D-03C6D532FD2A}" destId="{0F7BC1D3-C848-4ED8-BF31-BDF95EF3FCF5}" srcOrd="2" destOrd="0" presId="urn:microsoft.com/office/officeart/2005/8/layout/orgChart1"/>
    <dgm:cxn modelId="{171C9156-BAD9-4F32-A2B8-AB5F0B7229BC}" type="presParOf" srcId="{2E7F1226-8215-4892-A35D-03C6D532FD2A}" destId="{1B76FE1E-368A-42B4-817A-9C02F7AD74DB}" srcOrd="3" destOrd="0" presId="urn:microsoft.com/office/officeart/2005/8/layout/orgChart1"/>
    <dgm:cxn modelId="{386DD91D-0E00-407C-ADC4-2DADF1967FC9}" type="presParOf" srcId="{1B76FE1E-368A-42B4-817A-9C02F7AD74DB}" destId="{4AC51CAE-1685-4150-A694-945BC5459CBB}" srcOrd="0" destOrd="0" presId="urn:microsoft.com/office/officeart/2005/8/layout/orgChart1"/>
    <dgm:cxn modelId="{A892E2C8-50F9-4375-9A8A-8A9A7F9421D8}" type="presParOf" srcId="{4AC51CAE-1685-4150-A694-945BC5459CBB}" destId="{871A6ED8-8A9A-480E-8365-20FD2D07CB7C}" srcOrd="0" destOrd="0" presId="urn:microsoft.com/office/officeart/2005/8/layout/orgChart1"/>
    <dgm:cxn modelId="{D3FB02B8-CB5C-4806-BC01-6CF47F0316FB}" type="presParOf" srcId="{4AC51CAE-1685-4150-A694-945BC5459CBB}" destId="{C20E90A7-126F-44F8-898E-D37221F7BC07}" srcOrd="1" destOrd="0" presId="urn:microsoft.com/office/officeart/2005/8/layout/orgChart1"/>
    <dgm:cxn modelId="{D85F10AD-8A84-4C64-BE97-A1120BD12042}" type="presParOf" srcId="{1B76FE1E-368A-42B4-817A-9C02F7AD74DB}" destId="{7989F2A4-32BB-4A9B-84E0-8E5F80D16BA9}" srcOrd="1" destOrd="0" presId="urn:microsoft.com/office/officeart/2005/8/layout/orgChart1"/>
    <dgm:cxn modelId="{B378B7FE-9F40-41C5-9131-2DFA40E885AE}" type="presParOf" srcId="{1B76FE1E-368A-42B4-817A-9C02F7AD74DB}" destId="{6032EDF5-3564-42CB-BF7F-B21BBBDB03EF}" srcOrd="2" destOrd="0" presId="urn:microsoft.com/office/officeart/2005/8/layout/orgChart1"/>
    <dgm:cxn modelId="{C5B87B15-8144-4C2A-970E-85C1BCC79851}" type="presParOf" srcId="{2E7F1226-8215-4892-A35D-03C6D532FD2A}" destId="{0BE42FF7-0C1F-41B1-8568-6C0D154F1289}" srcOrd="4" destOrd="0" presId="urn:microsoft.com/office/officeart/2005/8/layout/orgChart1"/>
    <dgm:cxn modelId="{7467CE5A-2794-4730-BCBA-73984C1E9298}" type="presParOf" srcId="{2E7F1226-8215-4892-A35D-03C6D532FD2A}" destId="{FF795480-3F0C-43DF-874F-4DE1A60681FA}" srcOrd="5" destOrd="0" presId="urn:microsoft.com/office/officeart/2005/8/layout/orgChart1"/>
    <dgm:cxn modelId="{3C6E287E-7872-4DEA-BBF0-19D8860A9FD5}" type="presParOf" srcId="{FF795480-3F0C-43DF-874F-4DE1A60681FA}" destId="{8995986A-19A0-46C3-9B27-3ADB6CC823BB}" srcOrd="0" destOrd="0" presId="urn:microsoft.com/office/officeart/2005/8/layout/orgChart1"/>
    <dgm:cxn modelId="{3967E0B2-FCF7-4A37-998F-148DFE8DBD72}" type="presParOf" srcId="{8995986A-19A0-46C3-9B27-3ADB6CC823BB}" destId="{CB1FE7C7-E636-467B-8529-FE2557051543}" srcOrd="0" destOrd="0" presId="urn:microsoft.com/office/officeart/2005/8/layout/orgChart1"/>
    <dgm:cxn modelId="{37BFD686-3043-450A-8930-EA32E2A634AC}" type="presParOf" srcId="{8995986A-19A0-46C3-9B27-3ADB6CC823BB}" destId="{222E34FD-A162-4D07-97BF-62093F47E968}" srcOrd="1" destOrd="0" presId="urn:microsoft.com/office/officeart/2005/8/layout/orgChart1"/>
    <dgm:cxn modelId="{3D8096DC-F9C2-49ED-AB60-15E3A016338C}" type="presParOf" srcId="{FF795480-3F0C-43DF-874F-4DE1A60681FA}" destId="{B82E1E74-8948-4C65-B030-96BC7B5E36D7}" srcOrd="1" destOrd="0" presId="urn:microsoft.com/office/officeart/2005/8/layout/orgChart1"/>
    <dgm:cxn modelId="{A03C553C-50B2-4ED5-88D5-C31583912128}" type="presParOf" srcId="{FF795480-3F0C-43DF-874F-4DE1A60681FA}" destId="{B333FE3C-8C0D-4DE1-A2B5-1B00A7ABE366}" srcOrd="2" destOrd="0" presId="urn:microsoft.com/office/officeart/2005/8/layout/orgChart1"/>
    <dgm:cxn modelId="{DFFCD06A-3094-4BF3-8D14-F9C17E7AA422}" type="presParOf" srcId="{2E7F1226-8215-4892-A35D-03C6D532FD2A}" destId="{C0C7BDF1-1283-4D53-9E7C-AC29A9FCEEC7}" srcOrd="6" destOrd="0" presId="urn:microsoft.com/office/officeart/2005/8/layout/orgChart1"/>
    <dgm:cxn modelId="{389EEC7C-DE4E-4475-93D7-FE9F0BA71B0C}" type="presParOf" srcId="{2E7F1226-8215-4892-A35D-03C6D532FD2A}" destId="{41C302DC-6C17-4DB5-B629-7B92A83D41C0}" srcOrd="7" destOrd="0" presId="urn:microsoft.com/office/officeart/2005/8/layout/orgChart1"/>
    <dgm:cxn modelId="{AA243268-6ACD-4FB6-B050-9FBFB8FD8DBD}" type="presParOf" srcId="{41C302DC-6C17-4DB5-B629-7B92A83D41C0}" destId="{63B2F2FE-191C-46A5-A67B-EF1864DD276F}" srcOrd="0" destOrd="0" presId="urn:microsoft.com/office/officeart/2005/8/layout/orgChart1"/>
    <dgm:cxn modelId="{5E01284C-12C6-436B-9970-DD88C7E05192}" type="presParOf" srcId="{63B2F2FE-191C-46A5-A67B-EF1864DD276F}" destId="{17F839CA-601E-4CD0-ACD0-EB374AD36C4B}" srcOrd="0" destOrd="0" presId="urn:microsoft.com/office/officeart/2005/8/layout/orgChart1"/>
    <dgm:cxn modelId="{98BCCA75-981D-4F98-83C0-2954845005CC}" type="presParOf" srcId="{63B2F2FE-191C-46A5-A67B-EF1864DD276F}" destId="{ADCCA7EF-0503-4F6F-8B1C-C7BD55FCEADC}" srcOrd="1" destOrd="0" presId="urn:microsoft.com/office/officeart/2005/8/layout/orgChart1"/>
    <dgm:cxn modelId="{E38BE6A3-8ED8-4C3D-8854-4C9BB231E73B}" type="presParOf" srcId="{41C302DC-6C17-4DB5-B629-7B92A83D41C0}" destId="{1DFA3550-DE96-4094-AB8E-E02EA385D84A}" srcOrd="1" destOrd="0" presId="urn:microsoft.com/office/officeart/2005/8/layout/orgChart1"/>
    <dgm:cxn modelId="{2310481B-AD7D-4CA7-9AE1-8F0CD84D75C2}" type="presParOf" srcId="{1DFA3550-DE96-4094-AB8E-E02EA385D84A}" destId="{F73E0AAE-F99D-42A4-89DE-CACC9714C8C4}" srcOrd="0" destOrd="0" presId="urn:microsoft.com/office/officeart/2005/8/layout/orgChart1"/>
    <dgm:cxn modelId="{82DB1A6F-5A73-4EC1-ABCC-F691D3BD24C5}" type="presParOf" srcId="{1DFA3550-DE96-4094-AB8E-E02EA385D84A}" destId="{82F5166A-2980-4114-B033-45A838B36035}" srcOrd="1" destOrd="0" presId="urn:microsoft.com/office/officeart/2005/8/layout/orgChart1"/>
    <dgm:cxn modelId="{C02FD34C-B358-4066-B569-69E014ABA431}" type="presParOf" srcId="{82F5166A-2980-4114-B033-45A838B36035}" destId="{E0A95CF2-9E66-4CAA-BE15-F84B4AFB4855}" srcOrd="0" destOrd="0" presId="urn:microsoft.com/office/officeart/2005/8/layout/orgChart1"/>
    <dgm:cxn modelId="{CD7EB8AF-8BCC-429A-BC3B-7FF59AF1989E}" type="presParOf" srcId="{E0A95CF2-9E66-4CAA-BE15-F84B4AFB4855}" destId="{8D9D5234-8E0C-4A6E-AEC2-F5679278FC45}" srcOrd="0" destOrd="0" presId="urn:microsoft.com/office/officeart/2005/8/layout/orgChart1"/>
    <dgm:cxn modelId="{321F5A8F-B07B-429F-9B5B-D24C6535C5AF}" type="presParOf" srcId="{E0A95CF2-9E66-4CAA-BE15-F84B4AFB4855}" destId="{240796CE-84FF-4E1C-8089-A3889560AC36}" srcOrd="1" destOrd="0" presId="urn:microsoft.com/office/officeart/2005/8/layout/orgChart1"/>
    <dgm:cxn modelId="{D983F770-B60A-4D55-8F54-08C171486D33}" type="presParOf" srcId="{82F5166A-2980-4114-B033-45A838B36035}" destId="{F54DAC1F-796B-477E-88E1-39C080BF9A36}" srcOrd="1" destOrd="0" presId="urn:microsoft.com/office/officeart/2005/8/layout/orgChart1"/>
    <dgm:cxn modelId="{E5BFA486-98DC-4835-B051-C260F7E40860}" type="presParOf" srcId="{82F5166A-2980-4114-B033-45A838B36035}" destId="{B5A467ED-84DC-4F60-B4AF-F8C40BB44227}" srcOrd="2" destOrd="0" presId="urn:microsoft.com/office/officeart/2005/8/layout/orgChart1"/>
    <dgm:cxn modelId="{EEB03909-1BC2-4556-93F6-553A2CFDA6D5}" type="presParOf" srcId="{1DFA3550-DE96-4094-AB8E-E02EA385D84A}" destId="{46E7579F-6DD0-400E-ADBE-E626749C776F}" srcOrd="2" destOrd="0" presId="urn:microsoft.com/office/officeart/2005/8/layout/orgChart1"/>
    <dgm:cxn modelId="{6AFB04E5-251C-4D83-9AA6-1E1FD7D117FB}" type="presParOf" srcId="{1DFA3550-DE96-4094-AB8E-E02EA385D84A}" destId="{CC62BA39-093E-4C91-88A8-26FBDAE110B7}" srcOrd="3" destOrd="0" presId="urn:microsoft.com/office/officeart/2005/8/layout/orgChart1"/>
    <dgm:cxn modelId="{01D0E5E6-BDA4-486B-8A9B-A485E7240B91}" type="presParOf" srcId="{CC62BA39-093E-4C91-88A8-26FBDAE110B7}" destId="{AB823C65-E98A-4ECB-8769-7AF00E335EE5}" srcOrd="0" destOrd="0" presId="urn:microsoft.com/office/officeart/2005/8/layout/orgChart1"/>
    <dgm:cxn modelId="{383A8ED7-1CB9-4DD4-96D8-55D7D8084E44}" type="presParOf" srcId="{AB823C65-E98A-4ECB-8769-7AF00E335EE5}" destId="{2E4C9DF0-5B10-4844-A70F-01E45CC6FABD}" srcOrd="0" destOrd="0" presId="urn:microsoft.com/office/officeart/2005/8/layout/orgChart1"/>
    <dgm:cxn modelId="{396AF58E-5EED-4C97-9C3F-9D3BB45CB52D}" type="presParOf" srcId="{AB823C65-E98A-4ECB-8769-7AF00E335EE5}" destId="{DF6C6975-83E5-4391-A4EC-0AD7C0A1FD45}" srcOrd="1" destOrd="0" presId="urn:microsoft.com/office/officeart/2005/8/layout/orgChart1"/>
    <dgm:cxn modelId="{9F9FEE99-A57E-45CD-BBAB-F3532C18F60F}" type="presParOf" srcId="{CC62BA39-093E-4C91-88A8-26FBDAE110B7}" destId="{55768FFE-F474-44D2-B7EC-35FE4BE3F75C}" srcOrd="1" destOrd="0" presId="urn:microsoft.com/office/officeart/2005/8/layout/orgChart1"/>
    <dgm:cxn modelId="{47123983-0873-498D-8747-12BBC4C8EC57}" type="presParOf" srcId="{CC62BA39-093E-4C91-88A8-26FBDAE110B7}" destId="{82CC3FF0-E427-4791-87DC-BB7ED080552C}" srcOrd="2" destOrd="0" presId="urn:microsoft.com/office/officeart/2005/8/layout/orgChart1"/>
    <dgm:cxn modelId="{EB995FEE-6F7D-4B64-B6E5-F77D74011F5F}" type="presParOf" srcId="{1DFA3550-DE96-4094-AB8E-E02EA385D84A}" destId="{EB901FBC-406D-49A9-9299-174F089F6931}" srcOrd="4" destOrd="0" presId="urn:microsoft.com/office/officeart/2005/8/layout/orgChart1"/>
    <dgm:cxn modelId="{6FD6EFFA-0880-4CB6-BEB0-DEB505C03B5C}" type="presParOf" srcId="{1DFA3550-DE96-4094-AB8E-E02EA385D84A}" destId="{115234B8-599F-431A-B238-B3103623F5A8}" srcOrd="5" destOrd="0" presId="urn:microsoft.com/office/officeart/2005/8/layout/orgChart1"/>
    <dgm:cxn modelId="{7A557402-4BB3-4BC7-A58F-1F92EAF61A68}" type="presParOf" srcId="{115234B8-599F-431A-B238-B3103623F5A8}" destId="{FC5E53A2-06F9-43A8-A1CF-B955130F1022}" srcOrd="0" destOrd="0" presId="urn:microsoft.com/office/officeart/2005/8/layout/orgChart1"/>
    <dgm:cxn modelId="{7C67121B-B9EC-4839-A2A5-13CA22641B9B}" type="presParOf" srcId="{FC5E53A2-06F9-43A8-A1CF-B955130F1022}" destId="{3D326CBC-754A-4891-8CBB-52CAE366C635}" srcOrd="0" destOrd="0" presId="urn:microsoft.com/office/officeart/2005/8/layout/orgChart1"/>
    <dgm:cxn modelId="{52AB9157-A161-4EC5-AB50-94DB1E7CD06B}" type="presParOf" srcId="{FC5E53A2-06F9-43A8-A1CF-B955130F1022}" destId="{1D50F4E1-4745-4061-B0E9-61CA71EF6C60}" srcOrd="1" destOrd="0" presId="urn:microsoft.com/office/officeart/2005/8/layout/orgChart1"/>
    <dgm:cxn modelId="{A82375A9-A0E9-4E15-93EF-C6022B71DA2D}" type="presParOf" srcId="{115234B8-599F-431A-B238-B3103623F5A8}" destId="{5566E246-E3C0-449A-BD4E-0271E6FC4315}" srcOrd="1" destOrd="0" presId="urn:microsoft.com/office/officeart/2005/8/layout/orgChart1"/>
    <dgm:cxn modelId="{0C3DE95C-1CBD-4AF5-92CA-730EFBE0C878}" type="presParOf" srcId="{115234B8-599F-431A-B238-B3103623F5A8}" destId="{41AF8C94-E0D9-44CB-BDC4-1A39001D1084}" srcOrd="2" destOrd="0" presId="urn:microsoft.com/office/officeart/2005/8/layout/orgChart1"/>
    <dgm:cxn modelId="{34716CD1-18DD-4019-8C0E-7CBDE94A7A30}" type="presParOf" srcId="{41C302DC-6C17-4DB5-B629-7B92A83D41C0}" destId="{56216A17-16CC-42A6-A59B-740465FC16BA}" srcOrd="2" destOrd="0" presId="urn:microsoft.com/office/officeart/2005/8/layout/orgChart1"/>
    <dgm:cxn modelId="{F7ED3652-E7D0-4791-8EC2-7ADFFD6CD12D}" type="presParOf" srcId="{58D71AAE-BD75-47A7-B389-2375321BA2D1}" destId="{C1F317DA-546F-4085-B913-3101495D36C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C652493-66F3-419B-BAD0-B06C72BED73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K"/>
        </a:p>
      </dgm:t>
    </dgm:pt>
    <dgm:pt modelId="{7302C9F6-EF58-4D93-A67F-A69BBF5B0E32}">
      <dgm:prSet phldrT="[Text]" custT="1"/>
      <dgm:spPr/>
      <dgm:t>
        <a:bodyPr/>
        <a:lstStyle/>
        <a:p>
          <a:pPr>
            <a:buNone/>
          </a:pPr>
          <a:r>
            <a:rPr lang="en-US" sz="1800" i="1" dirty="0"/>
            <a:t>Can varying the blend ratio of magnetic-filled and unfilled polymer pellets produce reproducible changes in the permeability of a soft-magnetic composite manufactured using a commercial pellet extruder?</a:t>
          </a:r>
          <a:endParaRPr lang="en-DK" sz="1800" dirty="0"/>
        </a:p>
      </dgm:t>
    </dgm:pt>
    <dgm:pt modelId="{CA566F48-1B5C-45B4-9662-0821E37923C0}" type="parTrans" cxnId="{03FB01C8-A874-4B51-86D2-74B6DD7D7B46}">
      <dgm:prSet/>
      <dgm:spPr/>
      <dgm:t>
        <a:bodyPr/>
        <a:lstStyle/>
        <a:p>
          <a:endParaRPr lang="en-DK"/>
        </a:p>
      </dgm:t>
    </dgm:pt>
    <dgm:pt modelId="{FE0FDE3A-EF38-4F48-9D5B-AB55AB228E3D}" type="sibTrans" cxnId="{03FB01C8-A874-4B51-86D2-74B6DD7D7B46}">
      <dgm:prSet/>
      <dgm:spPr/>
      <dgm:t>
        <a:bodyPr/>
        <a:lstStyle/>
        <a:p>
          <a:endParaRPr lang="en-DK"/>
        </a:p>
      </dgm:t>
    </dgm:pt>
    <dgm:pt modelId="{81ACD82A-2C45-4FE3-97A6-794EA9500926}">
      <dgm:prSet phldrT="[Text]" phldr="0" custT="1"/>
      <dgm:spPr/>
      <dgm:t>
        <a:bodyPr/>
        <a:lstStyle/>
        <a:p>
          <a:r>
            <a:rPr lang="en-US" sz="2400" dirty="0"/>
            <a:t>Process</a:t>
          </a:r>
          <a:endParaRPr lang="en-DK" sz="2400" dirty="0"/>
        </a:p>
      </dgm:t>
    </dgm:pt>
    <dgm:pt modelId="{E613F94D-2948-4E10-B572-6D9ECF11A2C5}" type="parTrans" cxnId="{D51718CA-8342-4AAE-BB4F-289FBF3FF4A0}">
      <dgm:prSet/>
      <dgm:spPr/>
      <dgm:t>
        <a:bodyPr/>
        <a:lstStyle/>
        <a:p>
          <a:endParaRPr lang="en-DK"/>
        </a:p>
      </dgm:t>
    </dgm:pt>
    <dgm:pt modelId="{1DEFE808-7C88-4555-AF28-E5E89FA5C602}" type="sibTrans" cxnId="{D51718CA-8342-4AAE-BB4F-289FBF3FF4A0}">
      <dgm:prSet/>
      <dgm:spPr/>
      <dgm:t>
        <a:bodyPr/>
        <a:lstStyle/>
        <a:p>
          <a:endParaRPr lang="en-DK"/>
        </a:p>
      </dgm:t>
    </dgm:pt>
    <dgm:pt modelId="{8010BED7-2AC5-4DB1-B6C5-40924066B7B1}">
      <dgm:prSet phldrT="[Text]" phldr="0" custT="1"/>
      <dgm:spPr/>
      <dgm:t>
        <a:bodyPr/>
        <a:lstStyle/>
        <a:p>
          <a:r>
            <a:rPr lang="en-US" sz="2400" dirty="0"/>
            <a:t>Filler amount</a:t>
          </a:r>
          <a:endParaRPr lang="en-DK" sz="2400" dirty="0"/>
        </a:p>
      </dgm:t>
    </dgm:pt>
    <dgm:pt modelId="{643BCDF5-C4DE-4E47-A35E-CD60241868B6}" type="parTrans" cxnId="{5AED0546-F56E-4CC1-9F97-DF2DA0A3B41F}">
      <dgm:prSet/>
      <dgm:spPr/>
      <dgm:t>
        <a:bodyPr/>
        <a:lstStyle/>
        <a:p>
          <a:endParaRPr lang="en-DK"/>
        </a:p>
      </dgm:t>
    </dgm:pt>
    <dgm:pt modelId="{9A02917F-8781-41C3-8868-068A9E99BDA2}" type="sibTrans" cxnId="{5AED0546-F56E-4CC1-9F97-DF2DA0A3B41F}">
      <dgm:prSet/>
      <dgm:spPr/>
      <dgm:t>
        <a:bodyPr/>
        <a:lstStyle/>
        <a:p>
          <a:endParaRPr lang="en-DK"/>
        </a:p>
      </dgm:t>
    </dgm:pt>
    <dgm:pt modelId="{461ECC06-6344-4357-9443-2A1DCC6F177F}">
      <dgm:prSet phldrT="[Text]" phldr="0" custT="1"/>
      <dgm:spPr/>
      <dgm:t>
        <a:bodyPr/>
        <a:lstStyle/>
        <a:p>
          <a:r>
            <a:rPr lang="en-US" sz="2400" dirty="0"/>
            <a:t>Filler uniformity</a:t>
          </a:r>
          <a:endParaRPr lang="en-DK" sz="2400" dirty="0"/>
        </a:p>
      </dgm:t>
    </dgm:pt>
    <dgm:pt modelId="{59F80974-F422-408F-8C07-EEF4C07C49C2}" type="parTrans" cxnId="{1529509A-C3DA-49BF-9EB9-27DA255B9262}">
      <dgm:prSet/>
      <dgm:spPr/>
      <dgm:t>
        <a:bodyPr/>
        <a:lstStyle/>
        <a:p>
          <a:endParaRPr lang="en-DK"/>
        </a:p>
      </dgm:t>
    </dgm:pt>
    <dgm:pt modelId="{867B30AD-5D61-4BD0-9BF5-D943BF03C6A5}" type="sibTrans" cxnId="{1529509A-C3DA-49BF-9EB9-27DA255B9262}">
      <dgm:prSet/>
      <dgm:spPr/>
      <dgm:t>
        <a:bodyPr/>
        <a:lstStyle/>
        <a:p>
          <a:endParaRPr lang="en-DK"/>
        </a:p>
      </dgm:t>
    </dgm:pt>
    <dgm:pt modelId="{AA352F23-33A9-4A17-AC96-2CF73A9C5EB6}">
      <dgm:prSet phldrT="[Text]" phldr="0" custT="1"/>
      <dgm:spPr/>
      <dgm:t>
        <a:bodyPr/>
        <a:lstStyle/>
        <a:p>
          <a:r>
            <a:rPr lang="en-US" sz="2400" dirty="0"/>
            <a:t>Permeability</a:t>
          </a:r>
          <a:endParaRPr lang="en-DK" sz="2400" dirty="0"/>
        </a:p>
      </dgm:t>
    </dgm:pt>
    <dgm:pt modelId="{47468090-8130-491A-926F-72899A4B67BD}" type="parTrans" cxnId="{92E03EAA-2287-4A1D-82C9-0D0944045B27}">
      <dgm:prSet/>
      <dgm:spPr/>
      <dgm:t>
        <a:bodyPr/>
        <a:lstStyle/>
        <a:p>
          <a:endParaRPr lang="en-DK"/>
        </a:p>
      </dgm:t>
    </dgm:pt>
    <dgm:pt modelId="{0925FBA9-A54C-40FF-87FE-B4D0E5516951}" type="sibTrans" cxnId="{92E03EAA-2287-4A1D-82C9-0D0944045B27}">
      <dgm:prSet/>
      <dgm:spPr/>
      <dgm:t>
        <a:bodyPr/>
        <a:lstStyle/>
        <a:p>
          <a:endParaRPr lang="en-DK"/>
        </a:p>
      </dgm:t>
    </dgm:pt>
    <dgm:pt modelId="{4E01EB54-34F4-4CF7-943D-E1486EFF7BBC}">
      <dgm:prSet phldrT="[Text]" phldr="0" custT="1"/>
      <dgm:spPr/>
      <dgm:t>
        <a:bodyPr/>
        <a:lstStyle/>
        <a:p>
          <a:r>
            <a:rPr lang="en-US" sz="2400"/>
            <a:t>Specimen</a:t>
          </a:r>
          <a:endParaRPr lang="en-DK" sz="2400" dirty="0"/>
        </a:p>
      </dgm:t>
    </dgm:pt>
    <dgm:pt modelId="{F8A08FD6-F66E-4F90-92CB-18476ADF2FC7}" type="parTrans" cxnId="{D2B1E266-6D35-4EF2-BBED-0B7D68B5794C}">
      <dgm:prSet/>
      <dgm:spPr/>
      <dgm:t>
        <a:bodyPr/>
        <a:lstStyle/>
        <a:p>
          <a:endParaRPr lang="en-DK"/>
        </a:p>
      </dgm:t>
    </dgm:pt>
    <dgm:pt modelId="{249704F2-0AAB-4AE4-8709-C6B0B95F4EDE}" type="sibTrans" cxnId="{D2B1E266-6D35-4EF2-BBED-0B7D68B5794C}">
      <dgm:prSet/>
      <dgm:spPr/>
      <dgm:t>
        <a:bodyPr/>
        <a:lstStyle/>
        <a:p>
          <a:endParaRPr lang="en-DK"/>
        </a:p>
      </dgm:t>
    </dgm:pt>
    <dgm:pt modelId="{04605307-BFEE-40AC-B08A-F4AF96933D39}">
      <dgm:prSet phldrT="[Text]" phldr="0" custT="1"/>
      <dgm:spPr/>
      <dgm:t>
        <a:bodyPr/>
        <a:lstStyle/>
        <a:p>
          <a:r>
            <a:rPr lang="en-US" sz="2400"/>
            <a:t>Correlation?</a:t>
          </a:r>
          <a:endParaRPr lang="en-DK" sz="2400" dirty="0"/>
        </a:p>
      </dgm:t>
    </dgm:pt>
    <dgm:pt modelId="{132CDE6F-8184-4913-84C3-FA1955A09914}" type="parTrans" cxnId="{C89A3752-CB3C-4F18-811D-D35B5022C3AC}">
      <dgm:prSet/>
      <dgm:spPr/>
      <dgm:t>
        <a:bodyPr/>
        <a:lstStyle/>
        <a:p>
          <a:endParaRPr lang="en-DK"/>
        </a:p>
      </dgm:t>
    </dgm:pt>
    <dgm:pt modelId="{F923CC3D-53D5-45D8-B497-4BDA6C4B511E}" type="sibTrans" cxnId="{C89A3752-CB3C-4F18-811D-D35B5022C3AC}">
      <dgm:prSet/>
      <dgm:spPr/>
      <dgm:t>
        <a:bodyPr/>
        <a:lstStyle/>
        <a:p>
          <a:endParaRPr lang="en-DK"/>
        </a:p>
      </dgm:t>
    </dgm:pt>
    <dgm:pt modelId="{022FA984-61F7-40A4-B76A-4943629EFE85}" type="pres">
      <dgm:prSet presAssocID="{FC652493-66F3-419B-BAD0-B06C72BED73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B256CBF-7040-4372-9D9F-A78169FF3559}" type="pres">
      <dgm:prSet presAssocID="{7302C9F6-EF58-4D93-A67F-A69BBF5B0E32}" presName="hierRoot1" presStyleCnt="0">
        <dgm:presLayoutVars>
          <dgm:hierBranch val="init"/>
        </dgm:presLayoutVars>
      </dgm:prSet>
      <dgm:spPr/>
    </dgm:pt>
    <dgm:pt modelId="{71957B09-ECB5-4062-A27C-F0728A5887FF}" type="pres">
      <dgm:prSet presAssocID="{7302C9F6-EF58-4D93-A67F-A69BBF5B0E32}" presName="rootComposite1" presStyleCnt="0"/>
      <dgm:spPr/>
    </dgm:pt>
    <dgm:pt modelId="{714C5E26-AB69-441C-8192-BD08F1DDCA56}" type="pres">
      <dgm:prSet presAssocID="{7302C9F6-EF58-4D93-A67F-A69BBF5B0E32}" presName="rootText1" presStyleLbl="node0" presStyleIdx="0" presStyleCnt="1" custScaleX="309088">
        <dgm:presLayoutVars>
          <dgm:chPref val="3"/>
        </dgm:presLayoutVars>
      </dgm:prSet>
      <dgm:spPr/>
    </dgm:pt>
    <dgm:pt modelId="{76F2220D-3967-4448-A8D9-3AD3B471AD67}" type="pres">
      <dgm:prSet presAssocID="{7302C9F6-EF58-4D93-A67F-A69BBF5B0E32}" presName="rootConnector1" presStyleLbl="node1" presStyleIdx="0" presStyleCnt="0"/>
      <dgm:spPr/>
    </dgm:pt>
    <dgm:pt modelId="{E70FC72D-1E17-4234-9B00-8BF7EC3334F0}" type="pres">
      <dgm:prSet presAssocID="{7302C9F6-EF58-4D93-A67F-A69BBF5B0E32}" presName="hierChild2" presStyleCnt="0"/>
      <dgm:spPr/>
    </dgm:pt>
    <dgm:pt modelId="{F64AD64A-6686-4F00-B6D6-6F1BCBF63DD9}" type="pres">
      <dgm:prSet presAssocID="{E613F94D-2948-4E10-B572-6D9ECF11A2C5}" presName="Name37" presStyleLbl="parChTrans1D2" presStyleIdx="0" presStyleCnt="2"/>
      <dgm:spPr/>
    </dgm:pt>
    <dgm:pt modelId="{382C995E-B0F4-43BE-9BCE-3AF6A8CC0444}" type="pres">
      <dgm:prSet presAssocID="{81ACD82A-2C45-4FE3-97A6-794EA9500926}" presName="hierRoot2" presStyleCnt="0">
        <dgm:presLayoutVars>
          <dgm:hierBranch val="init"/>
        </dgm:presLayoutVars>
      </dgm:prSet>
      <dgm:spPr/>
    </dgm:pt>
    <dgm:pt modelId="{2EC46252-B84C-4C47-97A6-AD5C77D12845}" type="pres">
      <dgm:prSet presAssocID="{81ACD82A-2C45-4FE3-97A6-794EA9500926}" presName="rootComposite" presStyleCnt="0"/>
      <dgm:spPr/>
    </dgm:pt>
    <dgm:pt modelId="{624CD51B-2E2C-4480-BA21-9A78B56367A0}" type="pres">
      <dgm:prSet presAssocID="{81ACD82A-2C45-4FE3-97A6-794EA9500926}" presName="rootText" presStyleLbl="node2" presStyleIdx="0" presStyleCnt="2">
        <dgm:presLayoutVars>
          <dgm:chPref val="3"/>
        </dgm:presLayoutVars>
      </dgm:prSet>
      <dgm:spPr/>
    </dgm:pt>
    <dgm:pt modelId="{201366D9-28FA-4827-8046-7C4E20A1DB75}" type="pres">
      <dgm:prSet presAssocID="{81ACD82A-2C45-4FE3-97A6-794EA9500926}" presName="rootConnector" presStyleLbl="node2" presStyleIdx="0" presStyleCnt="2"/>
      <dgm:spPr/>
    </dgm:pt>
    <dgm:pt modelId="{9BC3D674-67CE-4114-AD8D-C81F39B1958C}" type="pres">
      <dgm:prSet presAssocID="{81ACD82A-2C45-4FE3-97A6-794EA9500926}" presName="hierChild4" presStyleCnt="0"/>
      <dgm:spPr/>
    </dgm:pt>
    <dgm:pt modelId="{03EC6BC3-3F1B-4A9E-865A-A7631670B303}" type="pres">
      <dgm:prSet presAssocID="{81ACD82A-2C45-4FE3-97A6-794EA9500926}" presName="hierChild5" presStyleCnt="0"/>
      <dgm:spPr/>
    </dgm:pt>
    <dgm:pt modelId="{12DCE563-DD7C-4763-A6CC-FF2B0444FEFA}" type="pres">
      <dgm:prSet presAssocID="{F8A08FD6-F66E-4F90-92CB-18476ADF2FC7}" presName="Name37" presStyleLbl="parChTrans1D2" presStyleIdx="1" presStyleCnt="2"/>
      <dgm:spPr/>
    </dgm:pt>
    <dgm:pt modelId="{BEDEB21C-6366-4A93-B895-0EFE4A54C8B5}" type="pres">
      <dgm:prSet presAssocID="{4E01EB54-34F4-4CF7-943D-E1486EFF7BBC}" presName="hierRoot2" presStyleCnt="0">
        <dgm:presLayoutVars>
          <dgm:hierBranch/>
        </dgm:presLayoutVars>
      </dgm:prSet>
      <dgm:spPr/>
    </dgm:pt>
    <dgm:pt modelId="{20B7CA92-E7A9-44C3-B909-EBEAFDD4FF54}" type="pres">
      <dgm:prSet presAssocID="{4E01EB54-34F4-4CF7-943D-E1486EFF7BBC}" presName="rootComposite" presStyleCnt="0"/>
      <dgm:spPr/>
    </dgm:pt>
    <dgm:pt modelId="{5568DB6C-E7D0-49AF-9A85-13823694FBB8}" type="pres">
      <dgm:prSet presAssocID="{4E01EB54-34F4-4CF7-943D-E1486EFF7BBC}" presName="rootText" presStyleLbl="node2" presStyleIdx="1" presStyleCnt="2">
        <dgm:presLayoutVars>
          <dgm:chPref val="3"/>
        </dgm:presLayoutVars>
      </dgm:prSet>
      <dgm:spPr/>
    </dgm:pt>
    <dgm:pt modelId="{23A707C3-C0AA-446C-9E07-9160D52C239B}" type="pres">
      <dgm:prSet presAssocID="{4E01EB54-34F4-4CF7-943D-E1486EFF7BBC}" presName="rootConnector" presStyleLbl="node2" presStyleIdx="1" presStyleCnt="2"/>
      <dgm:spPr/>
    </dgm:pt>
    <dgm:pt modelId="{8DC1B969-E0C2-45BF-B069-9EB3C15AF98A}" type="pres">
      <dgm:prSet presAssocID="{4E01EB54-34F4-4CF7-943D-E1486EFF7BBC}" presName="hierChild4" presStyleCnt="0"/>
      <dgm:spPr/>
    </dgm:pt>
    <dgm:pt modelId="{C275107A-78E4-4C8A-BB25-D81F6363075D}" type="pres">
      <dgm:prSet presAssocID="{47468090-8130-491A-926F-72899A4B67BD}" presName="Name35" presStyleLbl="parChTrans1D3" presStyleIdx="0" presStyleCnt="4"/>
      <dgm:spPr/>
    </dgm:pt>
    <dgm:pt modelId="{7581CD16-0FB5-409F-BEEF-D1FBF51A7E24}" type="pres">
      <dgm:prSet presAssocID="{AA352F23-33A9-4A17-AC96-2CF73A9C5EB6}" presName="hierRoot2" presStyleCnt="0">
        <dgm:presLayoutVars>
          <dgm:hierBranch val="init"/>
        </dgm:presLayoutVars>
      </dgm:prSet>
      <dgm:spPr/>
    </dgm:pt>
    <dgm:pt modelId="{86E90491-E4EF-4820-BB4A-FEBB52FF7506}" type="pres">
      <dgm:prSet presAssocID="{AA352F23-33A9-4A17-AC96-2CF73A9C5EB6}" presName="rootComposite" presStyleCnt="0"/>
      <dgm:spPr/>
    </dgm:pt>
    <dgm:pt modelId="{B7E76125-2071-4DB9-AF55-12E428DB4D06}" type="pres">
      <dgm:prSet presAssocID="{AA352F23-33A9-4A17-AC96-2CF73A9C5EB6}" presName="rootText" presStyleLbl="node3" presStyleIdx="0" presStyleCnt="4">
        <dgm:presLayoutVars>
          <dgm:chPref val="3"/>
        </dgm:presLayoutVars>
      </dgm:prSet>
      <dgm:spPr/>
    </dgm:pt>
    <dgm:pt modelId="{6B2E74C2-FB73-472E-81F4-DFABE807CB99}" type="pres">
      <dgm:prSet presAssocID="{AA352F23-33A9-4A17-AC96-2CF73A9C5EB6}" presName="rootConnector" presStyleLbl="node3" presStyleIdx="0" presStyleCnt="4"/>
      <dgm:spPr/>
    </dgm:pt>
    <dgm:pt modelId="{1226618A-7BBB-41D2-A17F-B105D1218DC8}" type="pres">
      <dgm:prSet presAssocID="{AA352F23-33A9-4A17-AC96-2CF73A9C5EB6}" presName="hierChild4" presStyleCnt="0"/>
      <dgm:spPr/>
    </dgm:pt>
    <dgm:pt modelId="{7ECC7935-1480-43C6-944A-F41A4159BAD4}" type="pres">
      <dgm:prSet presAssocID="{AA352F23-33A9-4A17-AC96-2CF73A9C5EB6}" presName="hierChild5" presStyleCnt="0"/>
      <dgm:spPr/>
    </dgm:pt>
    <dgm:pt modelId="{D4AA28C4-FB2B-4DA1-9DD8-65A16A2CF43C}" type="pres">
      <dgm:prSet presAssocID="{643BCDF5-C4DE-4E47-A35E-CD60241868B6}" presName="Name35" presStyleLbl="parChTrans1D3" presStyleIdx="1" presStyleCnt="4"/>
      <dgm:spPr/>
    </dgm:pt>
    <dgm:pt modelId="{5BF6C4A4-F45E-44CA-A1C8-FBF049E3CA92}" type="pres">
      <dgm:prSet presAssocID="{8010BED7-2AC5-4DB1-B6C5-40924066B7B1}" presName="hierRoot2" presStyleCnt="0">
        <dgm:presLayoutVars>
          <dgm:hierBranch val="init"/>
        </dgm:presLayoutVars>
      </dgm:prSet>
      <dgm:spPr/>
    </dgm:pt>
    <dgm:pt modelId="{65B51CA5-25F4-4EBA-8E42-4EF260EF4A92}" type="pres">
      <dgm:prSet presAssocID="{8010BED7-2AC5-4DB1-B6C5-40924066B7B1}" presName="rootComposite" presStyleCnt="0"/>
      <dgm:spPr/>
    </dgm:pt>
    <dgm:pt modelId="{EC8850D5-8956-4460-99E5-0D44F7D12350}" type="pres">
      <dgm:prSet presAssocID="{8010BED7-2AC5-4DB1-B6C5-40924066B7B1}" presName="rootText" presStyleLbl="node3" presStyleIdx="1" presStyleCnt="4">
        <dgm:presLayoutVars>
          <dgm:chPref val="3"/>
        </dgm:presLayoutVars>
      </dgm:prSet>
      <dgm:spPr/>
    </dgm:pt>
    <dgm:pt modelId="{3EC2AABE-FDCD-45A3-A704-D7C5CE4D2C85}" type="pres">
      <dgm:prSet presAssocID="{8010BED7-2AC5-4DB1-B6C5-40924066B7B1}" presName="rootConnector" presStyleLbl="node3" presStyleIdx="1" presStyleCnt="4"/>
      <dgm:spPr/>
    </dgm:pt>
    <dgm:pt modelId="{06A8CF5D-E502-4D73-9D04-22A57B21A736}" type="pres">
      <dgm:prSet presAssocID="{8010BED7-2AC5-4DB1-B6C5-40924066B7B1}" presName="hierChild4" presStyleCnt="0"/>
      <dgm:spPr/>
    </dgm:pt>
    <dgm:pt modelId="{1D60FA3D-474D-44DB-85B8-F03DC5FE87F1}" type="pres">
      <dgm:prSet presAssocID="{8010BED7-2AC5-4DB1-B6C5-40924066B7B1}" presName="hierChild5" presStyleCnt="0"/>
      <dgm:spPr/>
    </dgm:pt>
    <dgm:pt modelId="{3F861CE9-8287-4549-945B-DA52A778CCF9}" type="pres">
      <dgm:prSet presAssocID="{59F80974-F422-408F-8C07-EEF4C07C49C2}" presName="Name35" presStyleLbl="parChTrans1D3" presStyleIdx="2" presStyleCnt="4"/>
      <dgm:spPr/>
    </dgm:pt>
    <dgm:pt modelId="{267942A3-00BA-4EEC-8FD3-0FA7A614FC8D}" type="pres">
      <dgm:prSet presAssocID="{461ECC06-6344-4357-9443-2A1DCC6F177F}" presName="hierRoot2" presStyleCnt="0">
        <dgm:presLayoutVars>
          <dgm:hierBranch val="init"/>
        </dgm:presLayoutVars>
      </dgm:prSet>
      <dgm:spPr/>
    </dgm:pt>
    <dgm:pt modelId="{237EAD85-1DA6-415C-8E65-13C80B6DF771}" type="pres">
      <dgm:prSet presAssocID="{461ECC06-6344-4357-9443-2A1DCC6F177F}" presName="rootComposite" presStyleCnt="0"/>
      <dgm:spPr/>
    </dgm:pt>
    <dgm:pt modelId="{BEA979E8-D671-4018-AF44-4BA674894716}" type="pres">
      <dgm:prSet presAssocID="{461ECC06-6344-4357-9443-2A1DCC6F177F}" presName="rootText" presStyleLbl="node3" presStyleIdx="2" presStyleCnt="4" custLinFactNeighborX="-125" custLinFactNeighborY="64">
        <dgm:presLayoutVars>
          <dgm:chPref val="3"/>
        </dgm:presLayoutVars>
      </dgm:prSet>
      <dgm:spPr/>
    </dgm:pt>
    <dgm:pt modelId="{3E8C9076-DCE9-41C3-BDB3-D5219C10923D}" type="pres">
      <dgm:prSet presAssocID="{461ECC06-6344-4357-9443-2A1DCC6F177F}" presName="rootConnector" presStyleLbl="node3" presStyleIdx="2" presStyleCnt="4"/>
      <dgm:spPr/>
    </dgm:pt>
    <dgm:pt modelId="{436D3BBE-CDA2-4E5B-89AA-DCE796F4106F}" type="pres">
      <dgm:prSet presAssocID="{461ECC06-6344-4357-9443-2A1DCC6F177F}" presName="hierChild4" presStyleCnt="0"/>
      <dgm:spPr/>
    </dgm:pt>
    <dgm:pt modelId="{6C68F8DF-08B2-4F74-B365-9908597ED70E}" type="pres">
      <dgm:prSet presAssocID="{461ECC06-6344-4357-9443-2A1DCC6F177F}" presName="hierChild5" presStyleCnt="0"/>
      <dgm:spPr/>
    </dgm:pt>
    <dgm:pt modelId="{25413634-D1ED-4A57-8216-C8E25BA61D72}" type="pres">
      <dgm:prSet presAssocID="{132CDE6F-8184-4913-84C3-FA1955A09914}" presName="Name35" presStyleLbl="parChTrans1D3" presStyleIdx="3" presStyleCnt="4"/>
      <dgm:spPr/>
    </dgm:pt>
    <dgm:pt modelId="{F312F6A7-E67A-4C51-B031-A68575061AD5}" type="pres">
      <dgm:prSet presAssocID="{04605307-BFEE-40AC-B08A-F4AF96933D39}" presName="hierRoot2" presStyleCnt="0">
        <dgm:presLayoutVars>
          <dgm:hierBranch val="init"/>
        </dgm:presLayoutVars>
      </dgm:prSet>
      <dgm:spPr/>
    </dgm:pt>
    <dgm:pt modelId="{AB1E61A7-22BB-400B-9E73-8B1A929F6487}" type="pres">
      <dgm:prSet presAssocID="{04605307-BFEE-40AC-B08A-F4AF96933D39}" presName="rootComposite" presStyleCnt="0"/>
      <dgm:spPr/>
    </dgm:pt>
    <dgm:pt modelId="{1E88917D-9D47-45AA-9DD5-780B1953AED0}" type="pres">
      <dgm:prSet presAssocID="{04605307-BFEE-40AC-B08A-F4AF96933D39}" presName="rootText" presStyleLbl="node3" presStyleIdx="3" presStyleCnt="4">
        <dgm:presLayoutVars>
          <dgm:chPref val="3"/>
        </dgm:presLayoutVars>
      </dgm:prSet>
      <dgm:spPr/>
    </dgm:pt>
    <dgm:pt modelId="{C56A89B9-6348-4FE3-96B6-480777814CB4}" type="pres">
      <dgm:prSet presAssocID="{04605307-BFEE-40AC-B08A-F4AF96933D39}" presName="rootConnector" presStyleLbl="node3" presStyleIdx="3" presStyleCnt="4"/>
      <dgm:spPr/>
    </dgm:pt>
    <dgm:pt modelId="{94BEFF2D-D3FF-40C5-A471-939339A79346}" type="pres">
      <dgm:prSet presAssocID="{04605307-BFEE-40AC-B08A-F4AF96933D39}" presName="hierChild4" presStyleCnt="0"/>
      <dgm:spPr/>
    </dgm:pt>
    <dgm:pt modelId="{0FCAACA3-2725-46B5-A391-48E90A601E93}" type="pres">
      <dgm:prSet presAssocID="{04605307-BFEE-40AC-B08A-F4AF96933D39}" presName="hierChild5" presStyleCnt="0"/>
      <dgm:spPr/>
    </dgm:pt>
    <dgm:pt modelId="{20F0CC27-068E-4CB6-9230-12A3F46105D1}" type="pres">
      <dgm:prSet presAssocID="{4E01EB54-34F4-4CF7-943D-E1486EFF7BBC}" presName="hierChild5" presStyleCnt="0"/>
      <dgm:spPr/>
    </dgm:pt>
    <dgm:pt modelId="{C46118AF-AA11-413E-B792-489784D80C16}" type="pres">
      <dgm:prSet presAssocID="{7302C9F6-EF58-4D93-A67F-A69BBF5B0E32}" presName="hierChild3" presStyleCnt="0"/>
      <dgm:spPr/>
    </dgm:pt>
  </dgm:ptLst>
  <dgm:cxnLst>
    <dgm:cxn modelId="{5FFAA20E-E43B-48EB-9B93-13EEBCD8E059}" type="presOf" srcId="{8010BED7-2AC5-4DB1-B6C5-40924066B7B1}" destId="{EC8850D5-8956-4460-99E5-0D44F7D12350}" srcOrd="0" destOrd="0" presId="urn:microsoft.com/office/officeart/2005/8/layout/orgChart1"/>
    <dgm:cxn modelId="{EC06CC28-50D2-4468-92DC-873C268F0BB2}" type="presOf" srcId="{04605307-BFEE-40AC-B08A-F4AF96933D39}" destId="{1E88917D-9D47-45AA-9DD5-780B1953AED0}" srcOrd="0" destOrd="0" presId="urn:microsoft.com/office/officeart/2005/8/layout/orgChart1"/>
    <dgm:cxn modelId="{E560FE30-0B19-40A8-8964-77386FC544E4}" type="presOf" srcId="{7302C9F6-EF58-4D93-A67F-A69BBF5B0E32}" destId="{714C5E26-AB69-441C-8192-BD08F1DDCA56}" srcOrd="0" destOrd="0" presId="urn:microsoft.com/office/officeart/2005/8/layout/orgChart1"/>
    <dgm:cxn modelId="{0CC7843A-CF11-4991-95DA-90ECC70706C1}" type="presOf" srcId="{AA352F23-33A9-4A17-AC96-2CF73A9C5EB6}" destId="{B7E76125-2071-4DB9-AF55-12E428DB4D06}" srcOrd="0" destOrd="0" presId="urn:microsoft.com/office/officeart/2005/8/layout/orgChart1"/>
    <dgm:cxn modelId="{CDEDD83F-5AC6-4074-9F75-3747D1E90603}" type="presOf" srcId="{FC652493-66F3-419B-BAD0-B06C72BED739}" destId="{022FA984-61F7-40A4-B76A-4943629EFE85}" srcOrd="0" destOrd="0" presId="urn:microsoft.com/office/officeart/2005/8/layout/orgChart1"/>
    <dgm:cxn modelId="{5AED0546-F56E-4CC1-9F97-DF2DA0A3B41F}" srcId="{4E01EB54-34F4-4CF7-943D-E1486EFF7BBC}" destId="{8010BED7-2AC5-4DB1-B6C5-40924066B7B1}" srcOrd="1" destOrd="0" parTransId="{643BCDF5-C4DE-4E47-A35E-CD60241868B6}" sibTransId="{9A02917F-8781-41C3-8868-068A9E99BDA2}"/>
    <dgm:cxn modelId="{D2B1E266-6D35-4EF2-BBED-0B7D68B5794C}" srcId="{7302C9F6-EF58-4D93-A67F-A69BBF5B0E32}" destId="{4E01EB54-34F4-4CF7-943D-E1486EFF7BBC}" srcOrd="1" destOrd="0" parTransId="{F8A08FD6-F66E-4F90-92CB-18476ADF2FC7}" sibTransId="{249704F2-0AAB-4AE4-8709-C6B0B95F4EDE}"/>
    <dgm:cxn modelId="{252DD668-90B3-4426-9255-D2CD64F7148C}" type="presOf" srcId="{132CDE6F-8184-4913-84C3-FA1955A09914}" destId="{25413634-D1ED-4A57-8216-C8E25BA61D72}" srcOrd="0" destOrd="0" presId="urn:microsoft.com/office/officeart/2005/8/layout/orgChart1"/>
    <dgm:cxn modelId="{C89A3752-CB3C-4F18-811D-D35B5022C3AC}" srcId="{4E01EB54-34F4-4CF7-943D-E1486EFF7BBC}" destId="{04605307-BFEE-40AC-B08A-F4AF96933D39}" srcOrd="3" destOrd="0" parTransId="{132CDE6F-8184-4913-84C3-FA1955A09914}" sibTransId="{F923CC3D-53D5-45D8-B497-4BDA6C4B511E}"/>
    <dgm:cxn modelId="{07104A72-BAFD-40C5-AC81-B5D76009AB0A}" type="presOf" srcId="{461ECC06-6344-4357-9443-2A1DCC6F177F}" destId="{3E8C9076-DCE9-41C3-BDB3-D5219C10923D}" srcOrd="1" destOrd="0" presId="urn:microsoft.com/office/officeart/2005/8/layout/orgChart1"/>
    <dgm:cxn modelId="{45028E52-9E01-44F4-BCC0-DC7B30DD1E64}" type="presOf" srcId="{59F80974-F422-408F-8C07-EEF4C07C49C2}" destId="{3F861CE9-8287-4549-945B-DA52A778CCF9}" srcOrd="0" destOrd="0" presId="urn:microsoft.com/office/officeart/2005/8/layout/orgChart1"/>
    <dgm:cxn modelId="{5AE77983-AF54-45FC-BAF1-91113A7D8A5E}" type="presOf" srcId="{47468090-8130-491A-926F-72899A4B67BD}" destId="{C275107A-78E4-4C8A-BB25-D81F6363075D}" srcOrd="0" destOrd="0" presId="urn:microsoft.com/office/officeart/2005/8/layout/orgChart1"/>
    <dgm:cxn modelId="{9CF35389-A399-484A-9B2D-F061905BD994}" type="presOf" srcId="{643BCDF5-C4DE-4E47-A35E-CD60241868B6}" destId="{D4AA28C4-FB2B-4DA1-9DD8-65A16A2CF43C}" srcOrd="0" destOrd="0" presId="urn:microsoft.com/office/officeart/2005/8/layout/orgChart1"/>
    <dgm:cxn modelId="{62C48694-F81A-485A-9ADA-02CA8F9564B5}" type="presOf" srcId="{4E01EB54-34F4-4CF7-943D-E1486EFF7BBC}" destId="{23A707C3-C0AA-446C-9E07-9160D52C239B}" srcOrd="1" destOrd="0" presId="urn:microsoft.com/office/officeart/2005/8/layout/orgChart1"/>
    <dgm:cxn modelId="{1529509A-C3DA-49BF-9EB9-27DA255B9262}" srcId="{4E01EB54-34F4-4CF7-943D-E1486EFF7BBC}" destId="{461ECC06-6344-4357-9443-2A1DCC6F177F}" srcOrd="2" destOrd="0" parTransId="{59F80974-F422-408F-8C07-EEF4C07C49C2}" sibTransId="{867B30AD-5D61-4BD0-9BF5-D943BF03C6A5}"/>
    <dgm:cxn modelId="{92E03EAA-2287-4A1D-82C9-0D0944045B27}" srcId="{4E01EB54-34F4-4CF7-943D-E1486EFF7BBC}" destId="{AA352F23-33A9-4A17-AC96-2CF73A9C5EB6}" srcOrd="0" destOrd="0" parTransId="{47468090-8130-491A-926F-72899A4B67BD}" sibTransId="{0925FBA9-A54C-40FF-87FE-B4D0E5516951}"/>
    <dgm:cxn modelId="{B91DBCB5-D502-4529-A535-EE62EC820BD3}" type="presOf" srcId="{F8A08FD6-F66E-4F90-92CB-18476ADF2FC7}" destId="{12DCE563-DD7C-4763-A6CC-FF2B0444FEFA}" srcOrd="0" destOrd="0" presId="urn:microsoft.com/office/officeart/2005/8/layout/orgChart1"/>
    <dgm:cxn modelId="{A479E7B6-65F8-4A7D-809A-8DCA6B7DA45F}" type="presOf" srcId="{E613F94D-2948-4E10-B572-6D9ECF11A2C5}" destId="{F64AD64A-6686-4F00-B6D6-6F1BCBF63DD9}" srcOrd="0" destOrd="0" presId="urn:microsoft.com/office/officeart/2005/8/layout/orgChart1"/>
    <dgm:cxn modelId="{4A3BA0C3-EEFA-4907-9E67-B811A424D25B}" type="presOf" srcId="{4E01EB54-34F4-4CF7-943D-E1486EFF7BBC}" destId="{5568DB6C-E7D0-49AF-9A85-13823694FBB8}" srcOrd="0" destOrd="0" presId="urn:microsoft.com/office/officeart/2005/8/layout/orgChart1"/>
    <dgm:cxn modelId="{03FB01C8-A874-4B51-86D2-74B6DD7D7B46}" srcId="{FC652493-66F3-419B-BAD0-B06C72BED739}" destId="{7302C9F6-EF58-4D93-A67F-A69BBF5B0E32}" srcOrd="0" destOrd="0" parTransId="{CA566F48-1B5C-45B4-9662-0821E37923C0}" sibTransId="{FE0FDE3A-EF38-4F48-9D5B-AB55AB228E3D}"/>
    <dgm:cxn modelId="{D51718CA-8342-4AAE-BB4F-289FBF3FF4A0}" srcId="{7302C9F6-EF58-4D93-A67F-A69BBF5B0E32}" destId="{81ACD82A-2C45-4FE3-97A6-794EA9500926}" srcOrd="0" destOrd="0" parTransId="{E613F94D-2948-4E10-B572-6D9ECF11A2C5}" sibTransId="{1DEFE808-7C88-4555-AF28-E5E89FA5C602}"/>
    <dgm:cxn modelId="{2B53C8D0-4541-4FC5-B069-0331B3052342}" type="presOf" srcId="{04605307-BFEE-40AC-B08A-F4AF96933D39}" destId="{C56A89B9-6348-4FE3-96B6-480777814CB4}" srcOrd="1" destOrd="0" presId="urn:microsoft.com/office/officeart/2005/8/layout/orgChart1"/>
    <dgm:cxn modelId="{B39757D8-D79E-4D73-B128-6843867F4D47}" type="presOf" srcId="{AA352F23-33A9-4A17-AC96-2CF73A9C5EB6}" destId="{6B2E74C2-FB73-472E-81F4-DFABE807CB99}" srcOrd="1" destOrd="0" presId="urn:microsoft.com/office/officeart/2005/8/layout/orgChart1"/>
    <dgm:cxn modelId="{00FD54DD-8BD9-42AB-AE7E-208A520D8685}" type="presOf" srcId="{8010BED7-2AC5-4DB1-B6C5-40924066B7B1}" destId="{3EC2AABE-FDCD-45A3-A704-D7C5CE4D2C85}" srcOrd="1" destOrd="0" presId="urn:microsoft.com/office/officeart/2005/8/layout/orgChart1"/>
    <dgm:cxn modelId="{5CC229E3-9E2B-4B63-9359-E66EF9E977E2}" type="presOf" srcId="{461ECC06-6344-4357-9443-2A1DCC6F177F}" destId="{BEA979E8-D671-4018-AF44-4BA674894716}" srcOrd="0" destOrd="0" presId="urn:microsoft.com/office/officeart/2005/8/layout/orgChart1"/>
    <dgm:cxn modelId="{AFE73FE7-B5DB-4624-A983-18383815A845}" type="presOf" srcId="{81ACD82A-2C45-4FE3-97A6-794EA9500926}" destId="{624CD51B-2E2C-4480-BA21-9A78B56367A0}" srcOrd="0" destOrd="0" presId="urn:microsoft.com/office/officeart/2005/8/layout/orgChart1"/>
    <dgm:cxn modelId="{0EA753F5-F255-44A0-B395-4CC5175BF64C}" type="presOf" srcId="{7302C9F6-EF58-4D93-A67F-A69BBF5B0E32}" destId="{76F2220D-3967-4448-A8D9-3AD3B471AD67}" srcOrd="1" destOrd="0" presId="urn:microsoft.com/office/officeart/2005/8/layout/orgChart1"/>
    <dgm:cxn modelId="{27497EF6-650E-45BE-A88C-D73A4ADF8AB3}" type="presOf" srcId="{81ACD82A-2C45-4FE3-97A6-794EA9500926}" destId="{201366D9-28FA-4827-8046-7C4E20A1DB75}" srcOrd="1" destOrd="0" presId="urn:microsoft.com/office/officeart/2005/8/layout/orgChart1"/>
    <dgm:cxn modelId="{104A89BF-9D7B-439C-9F31-8C270BC40A40}" type="presParOf" srcId="{022FA984-61F7-40A4-B76A-4943629EFE85}" destId="{2B256CBF-7040-4372-9D9F-A78169FF3559}" srcOrd="0" destOrd="0" presId="urn:microsoft.com/office/officeart/2005/8/layout/orgChart1"/>
    <dgm:cxn modelId="{A982271A-65F9-434B-AEB4-80A4A726C87F}" type="presParOf" srcId="{2B256CBF-7040-4372-9D9F-A78169FF3559}" destId="{71957B09-ECB5-4062-A27C-F0728A5887FF}" srcOrd="0" destOrd="0" presId="urn:microsoft.com/office/officeart/2005/8/layout/orgChart1"/>
    <dgm:cxn modelId="{4B51DCEE-D31A-4C22-897A-6026056555AF}" type="presParOf" srcId="{71957B09-ECB5-4062-A27C-F0728A5887FF}" destId="{714C5E26-AB69-441C-8192-BD08F1DDCA56}" srcOrd="0" destOrd="0" presId="urn:microsoft.com/office/officeart/2005/8/layout/orgChart1"/>
    <dgm:cxn modelId="{777B7F30-5C3A-4258-ACF5-D906329A0A07}" type="presParOf" srcId="{71957B09-ECB5-4062-A27C-F0728A5887FF}" destId="{76F2220D-3967-4448-A8D9-3AD3B471AD67}" srcOrd="1" destOrd="0" presId="urn:microsoft.com/office/officeart/2005/8/layout/orgChart1"/>
    <dgm:cxn modelId="{DC0F4E20-8871-4A3E-82E0-614D8ACBA913}" type="presParOf" srcId="{2B256CBF-7040-4372-9D9F-A78169FF3559}" destId="{E70FC72D-1E17-4234-9B00-8BF7EC3334F0}" srcOrd="1" destOrd="0" presId="urn:microsoft.com/office/officeart/2005/8/layout/orgChart1"/>
    <dgm:cxn modelId="{ACAB8941-3A1B-4DB8-AA03-52BCB0656A39}" type="presParOf" srcId="{E70FC72D-1E17-4234-9B00-8BF7EC3334F0}" destId="{F64AD64A-6686-4F00-B6D6-6F1BCBF63DD9}" srcOrd="0" destOrd="0" presId="urn:microsoft.com/office/officeart/2005/8/layout/orgChart1"/>
    <dgm:cxn modelId="{B9E38D93-6CE8-4BA0-A949-40D2BCD92C22}" type="presParOf" srcId="{E70FC72D-1E17-4234-9B00-8BF7EC3334F0}" destId="{382C995E-B0F4-43BE-9BCE-3AF6A8CC0444}" srcOrd="1" destOrd="0" presId="urn:microsoft.com/office/officeart/2005/8/layout/orgChart1"/>
    <dgm:cxn modelId="{53401A20-2B4F-4075-A438-D2C90D5F9351}" type="presParOf" srcId="{382C995E-B0F4-43BE-9BCE-3AF6A8CC0444}" destId="{2EC46252-B84C-4C47-97A6-AD5C77D12845}" srcOrd="0" destOrd="0" presId="urn:microsoft.com/office/officeart/2005/8/layout/orgChart1"/>
    <dgm:cxn modelId="{E12160E2-E9F4-4C71-A7E0-F0160957862E}" type="presParOf" srcId="{2EC46252-B84C-4C47-97A6-AD5C77D12845}" destId="{624CD51B-2E2C-4480-BA21-9A78B56367A0}" srcOrd="0" destOrd="0" presId="urn:microsoft.com/office/officeart/2005/8/layout/orgChart1"/>
    <dgm:cxn modelId="{0B68A60A-4AE0-45C4-93A8-43A25EBB0AB2}" type="presParOf" srcId="{2EC46252-B84C-4C47-97A6-AD5C77D12845}" destId="{201366D9-28FA-4827-8046-7C4E20A1DB75}" srcOrd="1" destOrd="0" presId="urn:microsoft.com/office/officeart/2005/8/layout/orgChart1"/>
    <dgm:cxn modelId="{17F4E45F-FBEC-4A9D-9111-17F6E74DEB9B}" type="presParOf" srcId="{382C995E-B0F4-43BE-9BCE-3AF6A8CC0444}" destId="{9BC3D674-67CE-4114-AD8D-C81F39B1958C}" srcOrd="1" destOrd="0" presId="urn:microsoft.com/office/officeart/2005/8/layout/orgChart1"/>
    <dgm:cxn modelId="{DAB55446-4B4F-4174-9512-C8EFA6748C2D}" type="presParOf" srcId="{382C995E-B0F4-43BE-9BCE-3AF6A8CC0444}" destId="{03EC6BC3-3F1B-4A9E-865A-A7631670B303}" srcOrd="2" destOrd="0" presId="urn:microsoft.com/office/officeart/2005/8/layout/orgChart1"/>
    <dgm:cxn modelId="{E1C6B412-DD3F-4B3E-A517-E60EC87CF742}" type="presParOf" srcId="{E70FC72D-1E17-4234-9B00-8BF7EC3334F0}" destId="{12DCE563-DD7C-4763-A6CC-FF2B0444FEFA}" srcOrd="2" destOrd="0" presId="urn:microsoft.com/office/officeart/2005/8/layout/orgChart1"/>
    <dgm:cxn modelId="{ED7E024A-E5C3-42B5-9E15-2B7617D4A6E5}" type="presParOf" srcId="{E70FC72D-1E17-4234-9B00-8BF7EC3334F0}" destId="{BEDEB21C-6366-4A93-B895-0EFE4A54C8B5}" srcOrd="3" destOrd="0" presId="urn:microsoft.com/office/officeart/2005/8/layout/orgChart1"/>
    <dgm:cxn modelId="{0C4D36B6-79B6-4245-9F7D-CCEA09A2BF77}" type="presParOf" srcId="{BEDEB21C-6366-4A93-B895-0EFE4A54C8B5}" destId="{20B7CA92-E7A9-44C3-B909-EBEAFDD4FF54}" srcOrd="0" destOrd="0" presId="urn:microsoft.com/office/officeart/2005/8/layout/orgChart1"/>
    <dgm:cxn modelId="{5DAFFF21-5634-4891-BB51-05DF118ECACA}" type="presParOf" srcId="{20B7CA92-E7A9-44C3-B909-EBEAFDD4FF54}" destId="{5568DB6C-E7D0-49AF-9A85-13823694FBB8}" srcOrd="0" destOrd="0" presId="urn:microsoft.com/office/officeart/2005/8/layout/orgChart1"/>
    <dgm:cxn modelId="{E92913FB-D247-41E7-BF09-96B26773BD0B}" type="presParOf" srcId="{20B7CA92-E7A9-44C3-B909-EBEAFDD4FF54}" destId="{23A707C3-C0AA-446C-9E07-9160D52C239B}" srcOrd="1" destOrd="0" presId="urn:microsoft.com/office/officeart/2005/8/layout/orgChart1"/>
    <dgm:cxn modelId="{8C355621-1346-4118-A694-34555CEF9437}" type="presParOf" srcId="{BEDEB21C-6366-4A93-B895-0EFE4A54C8B5}" destId="{8DC1B969-E0C2-45BF-B069-9EB3C15AF98A}" srcOrd="1" destOrd="0" presId="urn:microsoft.com/office/officeart/2005/8/layout/orgChart1"/>
    <dgm:cxn modelId="{B3E71990-FAFC-4FEF-8ACB-8772BC235595}" type="presParOf" srcId="{8DC1B969-E0C2-45BF-B069-9EB3C15AF98A}" destId="{C275107A-78E4-4C8A-BB25-D81F6363075D}" srcOrd="0" destOrd="0" presId="urn:microsoft.com/office/officeart/2005/8/layout/orgChart1"/>
    <dgm:cxn modelId="{491DE683-C3F8-4A38-B4F8-C77C50CBD065}" type="presParOf" srcId="{8DC1B969-E0C2-45BF-B069-9EB3C15AF98A}" destId="{7581CD16-0FB5-409F-BEEF-D1FBF51A7E24}" srcOrd="1" destOrd="0" presId="urn:microsoft.com/office/officeart/2005/8/layout/orgChart1"/>
    <dgm:cxn modelId="{B6345C6D-9BDF-4C8D-BB1D-1EE31FB82064}" type="presParOf" srcId="{7581CD16-0FB5-409F-BEEF-D1FBF51A7E24}" destId="{86E90491-E4EF-4820-BB4A-FEBB52FF7506}" srcOrd="0" destOrd="0" presId="urn:microsoft.com/office/officeart/2005/8/layout/orgChart1"/>
    <dgm:cxn modelId="{9BC60D3B-1555-479D-8480-E0D89413F7B2}" type="presParOf" srcId="{86E90491-E4EF-4820-BB4A-FEBB52FF7506}" destId="{B7E76125-2071-4DB9-AF55-12E428DB4D06}" srcOrd="0" destOrd="0" presId="urn:microsoft.com/office/officeart/2005/8/layout/orgChart1"/>
    <dgm:cxn modelId="{DF8C6A3B-E97C-46ED-9520-12171289BC0C}" type="presParOf" srcId="{86E90491-E4EF-4820-BB4A-FEBB52FF7506}" destId="{6B2E74C2-FB73-472E-81F4-DFABE807CB99}" srcOrd="1" destOrd="0" presId="urn:microsoft.com/office/officeart/2005/8/layout/orgChart1"/>
    <dgm:cxn modelId="{A68A91BB-6E90-4D21-BF7E-27169ED5EE91}" type="presParOf" srcId="{7581CD16-0FB5-409F-BEEF-D1FBF51A7E24}" destId="{1226618A-7BBB-41D2-A17F-B105D1218DC8}" srcOrd="1" destOrd="0" presId="urn:microsoft.com/office/officeart/2005/8/layout/orgChart1"/>
    <dgm:cxn modelId="{414C1DD3-0C6B-4F77-BCAB-4D3BD99B795B}" type="presParOf" srcId="{7581CD16-0FB5-409F-BEEF-D1FBF51A7E24}" destId="{7ECC7935-1480-43C6-944A-F41A4159BAD4}" srcOrd="2" destOrd="0" presId="urn:microsoft.com/office/officeart/2005/8/layout/orgChart1"/>
    <dgm:cxn modelId="{C6D7F173-55BF-4371-927D-1C9158913243}" type="presParOf" srcId="{8DC1B969-E0C2-45BF-B069-9EB3C15AF98A}" destId="{D4AA28C4-FB2B-4DA1-9DD8-65A16A2CF43C}" srcOrd="2" destOrd="0" presId="urn:microsoft.com/office/officeart/2005/8/layout/orgChart1"/>
    <dgm:cxn modelId="{10899792-81F6-4992-8F34-D7771908ED41}" type="presParOf" srcId="{8DC1B969-E0C2-45BF-B069-9EB3C15AF98A}" destId="{5BF6C4A4-F45E-44CA-A1C8-FBF049E3CA92}" srcOrd="3" destOrd="0" presId="urn:microsoft.com/office/officeart/2005/8/layout/orgChart1"/>
    <dgm:cxn modelId="{94DACD05-B053-45FE-B10F-6C3AA5E0B7AA}" type="presParOf" srcId="{5BF6C4A4-F45E-44CA-A1C8-FBF049E3CA92}" destId="{65B51CA5-25F4-4EBA-8E42-4EF260EF4A92}" srcOrd="0" destOrd="0" presId="urn:microsoft.com/office/officeart/2005/8/layout/orgChart1"/>
    <dgm:cxn modelId="{F8FA37BF-04CB-4482-B760-7DF7987AB543}" type="presParOf" srcId="{65B51CA5-25F4-4EBA-8E42-4EF260EF4A92}" destId="{EC8850D5-8956-4460-99E5-0D44F7D12350}" srcOrd="0" destOrd="0" presId="urn:microsoft.com/office/officeart/2005/8/layout/orgChart1"/>
    <dgm:cxn modelId="{61A0113A-7C34-4873-9EFA-E34A397AA521}" type="presParOf" srcId="{65B51CA5-25F4-4EBA-8E42-4EF260EF4A92}" destId="{3EC2AABE-FDCD-45A3-A704-D7C5CE4D2C85}" srcOrd="1" destOrd="0" presId="urn:microsoft.com/office/officeart/2005/8/layout/orgChart1"/>
    <dgm:cxn modelId="{BD336CA6-EA03-4CAF-9936-25BC4FB1709D}" type="presParOf" srcId="{5BF6C4A4-F45E-44CA-A1C8-FBF049E3CA92}" destId="{06A8CF5D-E502-4D73-9D04-22A57B21A736}" srcOrd="1" destOrd="0" presId="urn:microsoft.com/office/officeart/2005/8/layout/orgChart1"/>
    <dgm:cxn modelId="{7A8A3192-2953-4A4C-A7BD-DEE587752431}" type="presParOf" srcId="{5BF6C4A4-F45E-44CA-A1C8-FBF049E3CA92}" destId="{1D60FA3D-474D-44DB-85B8-F03DC5FE87F1}" srcOrd="2" destOrd="0" presId="urn:microsoft.com/office/officeart/2005/8/layout/orgChart1"/>
    <dgm:cxn modelId="{B1509481-85FC-467C-AB95-2D7370550835}" type="presParOf" srcId="{8DC1B969-E0C2-45BF-B069-9EB3C15AF98A}" destId="{3F861CE9-8287-4549-945B-DA52A778CCF9}" srcOrd="4" destOrd="0" presId="urn:microsoft.com/office/officeart/2005/8/layout/orgChart1"/>
    <dgm:cxn modelId="{10FB85F3-C24E-4A77-9E18-F77F275C2111}" type="presParOf" srcId="{8DC1B969-E0C2-45BF-B069-9EB3C15AF98A}" destId="{267942A3-00BA-4EEC-8FD3-0FA7A614FC8D}" srcOrd="5" destOrd="0" presId="urn:microsoft.com/office/officeart/2005/8/layout/orgChart1"/>
    <dgm:cxn modelId="{A4556A05-09EB-4F1E-8CC4-45A5B6E11FBA}" type="presParOf" srcId="{267942A3-00BA-4EEC-8FD3-0FA7A614FC8D}" destId="{237EAD85-1DA6-415C-8E65-13C80B6DF771}" srcOrd="0" destOrd="0" presId="urn:microsoft.com/office/officeart/2005/8/layout/orgChart1"/>
    <dgm:cxn modelId="{721FC0E8-E107-47BF-83E5-F46E41CA1A38}" type="presParOf" srcId="{237EAD85-1DA6-415C-8E65-13C80B6DF771}" destId="{BEA979E8-D671-4018-AF44-4BA674894716}" srcOrd="0" destOrd="0" presId="urn:microsoft.com/office/officeart/2005/8/layout/orgChart1"/>
    <dgm:cxn modelId="{1C2C7497-409E-49BE-9192-40F3AC7A3F54}" type="presParOf" srcId="{237EAD85-1DA6-415C-8E65-13C80B6DF771}" destId="{3E8C9076-DCE9-41C3-BDB3-D5219C10923D}" srcOrd="1" destOrd="0" presId="urn:microsoft.com/office/officeart/2005/8/layout/orgChart1"/>
    <dgm:cxn modelId="{7C38249B-96AB-4B51-926D-81AD16E76231}" type="presParOf" srcId="{267942A3-00BA-4EEC-8FD3-0FA7A614FC8D}" destId="{436D3BBE-CDA2-4E5B-89AA-DCE796F4106F}" srcOrd="1" destOrd="0" presId="urn:microsoft.com/office/officeart/2005/8/layout/orgChart1"/>
    <dgm:cxn modelId="{89232DA1-15C3-4A37-A4B9-6EC671BDB5F5}" type="presParOf" srcId="{267942A3-00BA-4EEC-8FD3-0FA7A614FC8D}" destId="{6C68F8DF-08B2-4F74-B365-9908597ED70E}" srcOrd="2" destOrd="0" presId="urn:microsoft.com/office/officeart/2005/8/layout/orgChart1"/>
    <dgm:cxn modelId="{91D425E6-026C-47AB-BE47-C424BB6D6785}" type="presParOf" srcId="{8DC1B969-E0C2-45BF-B069-9EB3C15AF98A}" destId="{25413634-D1ED-4A57-8216-C8E25BA61D72}" srcOrd="6" destOrd="0" presId="urn:microsoft.com/office/officeart/2005/8/layout/orgChart1"/>
    <dgm:cxn modelId="{9CDCB7A8-4CB9-40D4-889E-36242EBAB035}" type="presParOf" srcId="{8DC1B969-E0C2-45BF-B069-9EB3C15AF98A}" destId="{F312F6A7-E67A-4C51-B031-A68575061AD5}" srcOrd="7" destOrd="0" presId="urn:microsoft.com/office/officeart/2005/8/layout/orgChart1"/>
    <dgm:cxn modelId="{B3A38DE3-7C49-41D9-A294-8353594867F2}" type="presParOf" srcId="{F312F6A7-E67A-4C51-B031-A68575061AD5}" destId="{AB1E61A7-22BB-400B-9E73-8B1A929F6487}" srcOrd="0" destOrd="0" presId="urn:microsoft.com/office/officeart/2005/8/layout/orgChart1"/>
    <dgm:cxn modelId="{CCA3281F-2138-4EAA-9C8E-C465F2154C44}" type="presParOf" srcId="{AB1E61A7-22BB-400B-9E73-8B1A929F6487}" destId="{1E88917D-9D47-45AA-9DD5-780B1953AED0}" srcOrd="0" destOrd="0" presId="urn:microsoft.com/office/officeart/2005/8/layout/orgChart1"/>
    <dgm:cxn modelId="{019B5522-3944-40BF-8650-C9C37C82F1FE}" type="presParOf" srcId="{AB1E61A7-22BB-400B-9E73-8B1A929F6487}" destId="{C56A89B9-6348-4FE3-96B6-480777814CB4}" srcOrd="1" destOrd="0" presId="urn:microsoft.com/office/officeart/2005/8/layout/orgChart1"/>
    <dgm:cxn modelId="{EF9F6BCF-C2BD-4D94-99B3-149A3B840516}" type="presParOf" srcId="{F312F6A7-E67A-4C51-B031-A68575061AD5}" destId="{94BEFF2D-D3FF-40C5-A471-939339A79346}" srcOrd="1" destOrd="0" presId="urn:microsoft.com/office/officeart/2005/8/layout/orgChart1"/>
    <dgm:cxn modelId="{E533A12D-915B-4655-ADCC-F7D6EA375562}" type="presParOf" srcId="{F312F6A7-E67A-4C51-B031-A68575061AD5}" destId="{0FCAACA3-2725-46B5-A391-48E90A601E93}" srcOrd="2" destOrd="0" presId="urn:microsoft.com/office/officeart/2005/8/layout/orgChart1"/>
    <dgm:cxn modelId="{8B3D4F88-1F20-4307-96BC-08843CE80D7B}" type="presParOf" srcId="{BEDEB21C-6366-4A93-B895-0EFE4A54C8B5}" destId="{20F0CC27-068E-4CB6-9230-12A3F46105D1}" srcOrd="2" destOrd="0" presId="urn:microsoft.com/office/officeart/2005/8/layout/orgChart1"/>
    <dgm:cxn modelId="{EA296E51-E2AA-4CC3-9AF0-CB02CBDE19F5}" type="presParOf" srcId="{2B256CBF-7040-4372-9D9F-A78169FF3559}" destId="{C46118AF-AA11-413E-B792-489784D80C1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C652493-66F3-419B-BAD0-B06C72BED73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K"/>
        </a:p>
      </dgm:t>
    </dgm:pt>
    <dgm:pt modelId="{7302C9F6-EF58-4D93-A67F-A69BBF5B0E32}">
      <dgm:prSet phldrT="[Text]" custT="1"/>
      <dgm:spPr/>
      <dgm:t>
        <a:bodyPr/>
        <a:lstStyle/>
        <a:p>
          <a:pPr>
            <a:buNone/>
          </a:pPr>
          <a:r>
            <a:rPr lang="en-US" sz="1800" i="1" dirty="0"/>
            <a:t>Can discrete permeability regions be fabricated by sequentially printing pre-blended pellet batches, using controlled purging to achieve distinct and reproducible material compositions?</a:t>
          </a:r>
          <a:endParaRPr lang="en-DK" sz="1800" dirty="0"/>
        </a:p>
      </dgm:t>
    </dgm:pt>
    <dgm:pt modelId="{CA566F48-1B5C-45B4-9662-0821E37923C0}" type="parTrans" cxnId="{03FB01C8-A874-4B51-86D2-74B6DD7D7B46}">
      <dgm:prSet/>
      <dgm:spPr/>
      <dgm:t>
        <a:bodyPr/>
        <a:lstStyle/>
        <a:p>
          <a:endParaRPr lang="en-DK"/>
        </a:p>
      </dgm:t>
    </dgm:pt>
    <dgm:pt modelId="{FE0FDE3A-EF38-4F48-9D5B-AB55AB228E3D}" type="sibTrans" cxnId="{03FB01C8-A874-4B51-86D2-74B6DD7D7B46}">
      <dgm:prSet/>
      <dgm:spPr/>
      <dgm:t>
        <a:bodyPr/>
        <a:lstStyle/>
        <a:p>
          <a:endParaRPr lang="en-DK"/>
        </a:p>
      </dgm:t>
    </dgm:pt>
    <dgm:pt modelId="{81ACD82A-2C45-4FE3-97A6-794EA9500926}">
      <dgm:prSet phldrT="[Text]" phldr="0" custT="1"/>
      <dgm:spPr/>
      <dgm:t>
        <a:bodyPr/>
        <a:lstStyle/>
        <a:p>
          <a:r>
            <a:rPr lang="en-US" sz="1800" dirty="0"/>
            <a:t>Purging</a:t>
          </a:r>
          <a:endParaRPr lang="en-DK" sz="1800" dirty="0"/>
        </a:p>
      </dgm:t>
    </dgm:pt>
    <dgm:pt modelId="{E613F94D-2948-4E10-B572-6D9ECF11A2C5}" type="parTrans" cxnId="{D51718CA-8342-4AAE-BB4F-289FBF3FF4A0}">
      <dgm:prSet/>
      <dgm:spPr/>
      <dgm:t>
        <a:bodyPr/>
        <a:lstStyle/>
        <a:p>
          <a:endParaRPr lang="en-DK"/>
        </a:p>
      </dgm:t>
    </dgm:pt>
    <dgm:pt modelId="{1DEFE808-7C88-4555-AF28-E5E89FA5C602}" type="sibTrans" cxnId="{D51718CA-8342-4AAE-BB4F-289FBF3FF4A0}">
      <dgm:prSet/>
      <dgm:spPr/>
      <dgm:t>
        <a:bodyPr/>
        <a:lstStyle/>
        <a:p>
          <a:endParaRPr lang="en-DK"/>
        </a:p>
      </dgm:t>
    </dgm:pt>
    <dgm:pt modelId="{37AE0969-A290-488D-98DB-1519664CAA7C}">
      <dgm:prSet phldrT="[Text]" phldr="0" custT="1"/>
      <dgm:spPr/>
      <dgm:t>
        <a:bodyPr/>
        <a:lstStyle/>
        <a:p>
          <a:r>
            <a:rPr lang="en-US" sz="1800" dirty="0"/>
            <a:t>Single-permeability specimen</a:t>
          </a:r>
          <a:endParaRPr lang="en-DK" sz="1800" dirty="0"/>
        </a:p>
      </dgm:t>
    </dgm:pt>
    <dgm:pt modelId="{6AED95E1-448E-4AE1-A3E7-13B7616F4334}" type="parTrans" cxnId="{0E75CFD2-EFCC-4C80-AD2B-FB70FE791917}">
      <dgm:prSet/>
      <dgm:spPr/>
      <dgm:t>
        <a:bodyPr/>
        <a:lstStyle/>
        <a:p>
          <a:endParaRPr lang="en-DK"/>
        </a:p>
      </dgm:t>
    </dgm:pt>
    <dgm:pt modelId="{4C3B80D8-8DEA-4FA7-A777-D8A1FAFCB0A8}" type="sibTrans" cxnId="{0E75CFD2-EFCC-4C80-AD2B-FB70FE791917}">
      <dgm:prSet/>
      <dgm:spPr/>
      <dgm:t>
        <a:bodyPr/>
        <a:lstStyle/>
        <a:p>
          <a:endParaRPr lang="en-DK"/>
        </a:p>
      </dgm:t>
    </dgm:pt>
    <dgm:pt modelId="{13734479-88DF-4B76-AC1A-A49E690DE725}">
      <dgm:prSet phldrT="[Text]" phldr="0" custT="1"/>
      <dgm:spPr/>
      <dgm:t>
        <a:bodyPr/>
        <a:lstStyle/>
        <a:p>
          <a:r>
            <a:rPr lang="en-US" sz="1800" dirty="0"/>
            <a:t>Inductance</a:t>
          </a:r>
          <a:endParaRPr lang="en-DK" sz="1800" dirty="0"/>
        </a:p>
      </dgm:t>
    </dgm:pt>
    <dgm:pt modelId="{2D551296-6095-4D27-8839-5F02AEB3088A}" type="parTrans" cxnId="{05CA2E9C-593C-47C9-B4C7-9D72DCBE8640}">
      <dgm:prSet/>
      <dgm:spPr/>
      <dgm:t>
        <a:bodyPr/>
        <a:lstStyle/>
        <a:p>
          <a:endParaRPr lang="en-DK"/>
        </a:p>
      </dgm:t>
    </dgm:pt>
    <dgm:pt modelId="{3804123B-B6FF-4D53-B02D-F0C963E00054}" type="sibTrans" cxnId="{05CA2E9C-593C-47C9-B4C7-9D72DCBE8640}">
      <dgm:prSet/>
      <dgm:spPr/>
      <dgm:t>
        <a:bodyPr/>
        <a:lstStyle/>
        <a:p>
          <a:endParaRPr lang="en-DK"/>
        </a:p>
      </dgm:t>
    </dgm:pt>
    <dgm:pt modelId="{656B0427-DD70-479E-A9CB-C6530D0A8D32}">
      <dgm:prSet phldrT="[Text]" phldr="0" custT="1"/>
      <dgm:spPr/>
      <dgm:t>
        <a:bodyPr/>
        <a:lstStyle/>
        <a:p>
          <a:r>
            <a:rPr lang="en-US" sz="1800" dirty="0"/>
            <a:t>Saturation </a:t>
          </a:r>
          <a:r>
            <a:rPr lang="en-US" sz="1800" dirty="0" err="1"/>
            <a:t>behaviour</a:t>
          </a:r>
          <a:endParaRPr lang="en-DK" sz="1800" dirty="0"/>
        </a:p>
      </dgm:t>
    </dgm:pt>
    <dgm:pt modelId="{9342ACA6-B83F-419C-8768-E020FFE713A0}" type="parTrans" cxnId="{7F1E40A3-F8FB-41D2-9214-ED610471349A}">
      <dgm:prSet/>
      <dgm:spPr/>
      <dgm:t>
        <a:bodyPr/>
        <a:lstStyle/>
        <a:p>
          <a:endParaRPr lang="en-DK"/>
        </a:p>
      </dgm:t>
    </dgm:pt>
    <dgm:pt modelId="{392C82B5-A798-47D0-AF51-C0D49E8A924E}" type="sibTrans" cxnId="{7F1E40A3-F8FB-41D2-9214-ED610471349A}">
      <dgm:prSet/>
      <dgm:spPr/>
      <dgm:t>
        <a:bodyPr/>
        <a:lstStyle/>
        <a:p>
          <a:endParaRPr lang="en-DK"/>
        </a:p>
      </dgm:t>
    </dgm:pt>
    <dgm:pt modelId="{080BA5BC-4786-425F-905C-70ADB2EA37DA}">
      <dgm:prSet phldrT="[Text]" phldr="0" custT="1"/>
      <dgm:spPr/>
      <dgm:t>
        <a:bodyPr/>
        <a:lstStyle/>
        <a:p>
          <a:r>
            <a:rPr lang="en-US" sz="1800" dirty="0"/>
            <a:t>Core loss</a:t>
          </a:r>
          <a:endParaRPr lang="en-DK" sz="1800" dirty="0"/>
        </a:p>
      </dgm:t>
    </dgm:pt>
    <dgm:pt modelId="{A5A433A1-67AA-4935-8B86-5EC07C115414}" type="parTrans" cxnId="{48A337CC-A6B3-414B-BD36-C28EE48C8328}">
      <dgm:prSet/>
      <dgm:spPr/>
      <dgm:t>
        <a:bodyPr/>
        <a:lstStyle/>
        <a:p>
          <a:endParaRPr lang="en-DK"/>
        </a:p>
      </dgm:t>
    </dgm:pt>
    <dgm:pt modelId="{AAC79A62-AB7B-4E7A-973C-B3EF68DDC1BF}" type="sibTrans" cxnId="{48A337CC-A6B3-414B-BD36-C28EE48C8328}">
      <dgm:prSet/>
      <dgm:spPr/>
      <dgm:t>
        <a:bodyPr/>
        <a:lstStyle/>
        <a:p>
          <a:endParaRPr lang="en-DK"/>
        </a:p>
      </dgm:t>
    </dgm:pt>
    <dgm:pt modelId="{2FDF5150-18D3-4403-A5C6-1168FC18D025}">
      <dgm:prSet phldrT="[Text]" phldr="0" custT="1"/>
      <dgm:spPr/>
      <dgm:t>
        <a:bodyPr/>
        <a:lstStyle/>
        <a:p>
          <a:r>
            <a:rPr lang="en-US" sz="1800" dirty="0"/>
            <a:t>Multi-permeability specimen</a:t>
          </a:r>
          <a:endParaRPr lang="en-DK" sz="1800" dirty="0"/>
        </a:p>
      </dgm:t>
    </dgm:pt>
    <dgm:pt modelId="{C8B97423-741B-4246-9ECB-72B75A0C97AD}" type="parTrans" cxnId="{69DD8080-9E31-49D0-B126-D2F39DF2C0A2}">
      <dgm:prSet/>
      <dgm:spPr/>
      <dgm:t>
        <a:bodyPr/>
        <a:lstStyle/>
        <a:p>
          <a:endParaRPr lang="en-DK"/>
        </a:p>
      </dgm:t>
    </dgm:pt>
    <dgm:pt modelId="{FB62A494-B807-4305-81E3-53C690CC77E0}" type="sibTrans" cxnId="{69DD8080-9E31-49D0-B126-D2F39DF2C0A2}">
      <dgm:prSet/>
      <dgm:spPr/>
      <dgm:t>
        <a:bodyPr/>
        <a:lstStyle/>
        <a:p>
          <a:endParaRPr lang="en-DK"/>
        </a:p>
      </dgm:t>
    </dgm:pt>
    <dgm:pt modelId="{1F0721D7-7B56-4D35-98A9-65C502A04612}">
      <dgm:prSet phldrT="[Text]" phldr="0" custT="1"/>
      <dgm:spPr/>
      <dgm:t>
        <a:bodyPr/>
        <a:lstStyle/>
        <a:p>
          <a:r>
            <a:rPr lang="en-US" sz="1800" dirty="0"/>
            <a:t>Inductance</a:t>
          </a:r>
          <a:endParaRPr lang="en-DK" sz="1800" dirty="0"/>
        </a:p>
      </dgm:t>
    </dgm:pt>
    <dgm:pt modelId="{A01B3092-2221-4C1E-8487-939A5D52F384}" type="parTrans" cxnId="{6E87922C-A7BB-4341-BC2E-59E265665CC8}">
      <dgm:prSet/>
      <dgm:spPr/>
      <dgm:t>
        <a:bodyPr/>
        <a:lstStyle/>
        <a:p>
          <a:endParaRPr lang="en-DK"/>
        </a:p>
      </dgm:t>
    </dgm:pt>
    <dgm:pt modelId="{A06825E6-C77C-4D77-80DC-2388CE9F13F5}" type="sibTrans" cxnId="{6E87922C-A7BB-4341-BC2E-59E265665CC8}">
      <dgm:prSet/>
      <dgm:spPr/>
      <dgm:t>
        <a:bodyPr/>
        <a:lstStyle/>
        <a:p>
          <a:endParaRPr lang="en-DK"/>
        </a:p>
      </dgm:t>
    </dgm:pt>
    <dgm:pt modelId="{4318B060-F28D-48CF-9CB6-65370BB35E2F}">
      <dgm:prSet phldrT="[Text]" phldr="0" custT="1"/>
      <dgm:spPr/>
      <dgm:t>
        <a:bodyPr/>
        <a:lstStyle/>
        <a:p>
          <a:r>
            <a:rPr lang="en-US" sz="1800" dirty="0"/>
            <a:t>Saturation </a:t>
          </a:r>
          <a:r>
            <a:rPr lang="en-US" sz="1800" dirty="0" err="1"/>
            <a:t>behaviour</a:t>
          </a:r>
          <a:endParaRPr lang="en-DK" sz="1800" dirty="0"/>
        </a:p>
      </dgm:t>
    </dgm:pt>
    <dgm:pt modelId="{4645E689-D519-40D1-AE04-CAF0700DBC68}" type="parTrans" cxnId="{B9E16612-09A5-45B9-9CA5-944D946E1A49}">
      <dgm:prSet/>
      <dgm:spPr/>
      <dgm:t>
        <a:bodyPr/>
        <a:lstStyle/>
        <a:p>
          <a:endParaRPr lang="en-DK"/>
        </a:p>
      </dgm:t>
    </dgm:pt>
    <dgm:pt modelId="{3247D1F6-1880-49CD-B38D-FE89742DEDE8}" type="sibTrans" cxnId="{B9E16612-09A5-45B9-9CA5-944D946E1A49}">
      <dgm:prSet/>
      <dgm:spPr/>
      <dgm:t>
        <a:bodyPr/>
        <a:lstStyle/>
        <a:p>
          <a:endParaRPr lang="en-DK"/>
        </a:p>
      </dgm:t>
    </dgm:pt>
    <dgm:pt modelId="{798D08EB-6672-46CE-A43D-56F65F40077B}">
      <dgm:prSet phldrT="[Text]" phldr="0" custT="1"/>
      <dgm:spPr/>
      <dgm:t>
        <a:bodyPr/>
        <a:lstStyle/>
        <a:p>
          <a:r>
            <a:rPr lang="en-US" sz="1800" dirty="0"/>
            <a:t>Core loss</a:t>
          </a:r>
          <a:endParaRPr lang="en-DK" sz="1800" dirty="0"/>
        </a:p>
      </dgm:t>
    </dgm:pt>
    <dgm:pt modelId="{C242FE4D-A366-4CDD-A6FE-B705BF175F74}" type="parTrans" cxnId="{D582C530-C3E9-4E1F-B018-F6AD99E7AF7E}">
      <dgm:prSet/>
      <dgm:spPr/>
      <dgm:t>
        <a:bodyPr/>
        <a:lstStyle/>
        <a:p>
          <a:endParaRPr lang="en-DK"/>
        </a:p>
      </dgm:t>
    </dgm:pt>
    <dgm:pt modelId="{8537A5C5-E0EC-453D-9826-DDC4445A3C18}" type="sibTrans" cxnId="{D582C530-C3E9-4E1F-B018-F6AD99E7AF7E}">
      <dgm:prSet/>
      <dgm:spPr/>
      <dgm:t>
        <a:bodyPr/>
        <a:lstStyle/>
        <a:p>
          <a:endParaRPr lang="en-DK"/>
        </a:p>
      </dgm:t>
    </dgm:pt>
    <dgm:pt modelId="{304BB263-FC73-4A24-B300-293AB1B19E52}">
      <dgm:prSet phldrT="[Text]" phldr="0" custT="1"/>
      <dgm:spPr/>
      <dgm:t>
        <a:bodyPr/>
        <a:lstStyle/>
        <a:p>
          <a:r>
            <a:rPr lang="en-US" sz="1800"/>
            <a:t>Comparisson</a:t>
          </a:r>
          <a:endParaRPr lang="en-DK" sz="1800" dirty="0"/>
        </a:p>
      </dgm:t>
    </dgm:pt>
    <dgm:pt modelId="{BADB12E4-4C6D-4DBB-83D9-D3C6B379220A}" type="parTrans" cxnId="{8BC6CBFC-4E81-4191-AE56-5650903B35A2}">
      <dgm:prSet/>
      <dgm:spPr/>
      <dgm:t>
        <a:bodyPr/>
        <a:lstStyle/>
        <a:p>
          <a:endParaRPr lang="en-DK"/>
        </a:p>
      </dgm:t>
    </dgm:pt>
    <dgm:pt modelId="{3564552B-1296-43C4-A204-9312C2C69A30}" type="sibTrans" cxnId="{8BC6CBFC-4E81-4191-AE56-5650903B35A2}">
      <dgm:prSet/>
      <dgm:spPr/>
      <dgm:t>
        <a:bodyPr/>
        <a:lstStyle/>
        <a:p>
          <a:endParaRPr lang="en-DK"/>
        </a:p>
      </dgm:t>
    </dgm:pt>
    <dgm:pt modelId="{022FA984-61F7-40A4-B76A-4943629EFE85}" type="pres">
      <dgm:prSet presAssocID="{FC652493-66F3-419B-BAD0-B06C72BED73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B256CBF-7040-4372-9D9F-A78169FF3559}" type="pres">
      <dgm:prSet presAssocID="{7302C9F6-EF58-4D93-A67F-A69BBF5B0E32}" presName="hierRoot1" presStyleCnt="0">
        <dgm:presLayoutVars>
          <dgm:hierBranch val="init"/>
        </dgm:presLayoutVars>
      </dgm:prSet>
      <dgm:spPr/>
    </dgm:pt>
    <dgm:pt modelId="{71957B09-ECB5-4062-A27C-F0728A5887FF}" type="pres">
      <dgm:prSet presAssocID="{7302C9F6-EF58-4D93-A67F-A69BBF5B0E32}" presName="rootComposite1" presStyleCnt="0"/>
      <dgm:spPr/>
    </dgm:pt>
    <dgm:pt modelId="{714C5E26-AB69-441C-8192-BD08F1DDCA56}" type="pres">
      <dgm:prSet presAssocID="{7302C9F6-EF58-4D93-A67F-A69BBF5B0E32}" presName="rootText1" presStyleLbl="node0" presStyleIdx="0" presStyleCnt="1" custScaleX="484815" custScaleY="142024">
        <dgm:presLayoutVars>
          <dgm:chPref val="3"/>
        </dgm:presLayoutVars>
      </dgm:prSet>
      <dgm:spPr/>
    </dgm:pt>
    <dgm:pt modelId="{76F2220D-3967-4448-A8D9-3AD3B471AD67}" type="pres">
      <dgm:prSet presAssocID="{7302C9F6-EF58-4D93-A67F-A69BBF5B0E32}" presName="rootConnector1" presStyleLbl="node1" presStyleIdx="0" presStyleCnt="0"/>
      <dgm:spPr/>
    </dgm:pt>
    <dgm:pt modelId="{E70FC72D-1E17-4234-9B00-8BF7EC3334F0}" type="pres">
      <dgm:prSet presAssocID="{7302C9F6-EF58-4D93-A67F-A69BBF5B0E32}" presName="hierChild2" presStyleCnt="0"/>
      <dgm:spPr/>
    </dgm:pt>
    <dgm:pt modelId="{F64AD64A-6686-4F00-B6D6-6F1BCBF63DD9}" type="pres">
      <dgm:prSet presAssocID="{E613F94D-2948-4E10-B572-6D9ECF11A2C5}" presName="Name37" presStyleLbl="parChTrans1D2" presStyleIdx="0" presStyleCnt="4"/>
      <dgm:spPr/>
    </dgm:pt>
    <dgm:pt modelId="{382C995E-B0F4-43BE-9BCE-3AF6A8CC0444}" type="pres">
      <dgm:prSet presAssocID="{81ACD82A-2C45-4FE3-97A6-794EA9500926}" presName="hierRoot2" presStyleCnt="0">
        <dgm:presLayoutVars>
          <dgm:hierBranch val="init"/>
        </dgm:presLayoutVars>
      </dgm:prSet>
      <dgm:spPr/>
    </dgm:pt>
    <dgm:pt modelId="{2EC46252-B84C-4C47-97A6-AD5C77D12845}" type="pres">
      <dgm:prSet presAssocID="{81ACD82A-2C45-4FE3-97A6-794EA9500926}" presName="rootComposite" presStyleCnt="0"/>
      <dgm:spPr/>
    </dgm:pt>
    <dgm:pt modelId="{624CD51B-2E2C-4480-BA21-9A78B56367A0}" type="pres">
      <dgm:prSet presAssocID="{81ACD82A-2C45-4FE3-97A6-794EA9500926}" presName="rootText" presStyleLbl="node2" presStyleIdx="0" presStyleCnt="4">
        <dgm:presLayoutVars>
          <dgm:chPref val="3"/>
        </dgm:presLayoutVars>
      </dgm:prSet>
      <dgm:spPr/>
    </dgm:pt>
    <dgm:pt modelId="{201366D9-28FA-4827-8046-7C4E20A1DB75}" type="pres">
      <dgm:prSet presAssocID="{81ACD82A-2C45-4FE3-97A6-794EA9500926}" presName="rootConnector" presStyleLbl="node2" presStyleIdx="0" presStyleCnt="4"/>
      <dgm:spPr/>
    </dgm:pt>
    <dgm:pt modelId="{9BC3D674-67CE-4114-AD8D-C81F39B1958C}" type="pres">
      <dgm:prSet presAssocID="{81ACD82A-2C45-4FE3-97A6-794EA9500926}" presName="hierChild4" presStyleCnt="0"/>
      <dgm:spPr/>
    </dgm:pt>
    <dgm:pt modelId="{03EC6BC3-3F1B-4A9E-865A-A7631670B303}" type="pres">
      <dgm:prSet presAssocID="{81ACD82A-2C45-4FE3-97A6-794EA9500926}" presName="hierChild5" presStyleCnt="0"/>
      <dgm:spPr/>
    </dgm:pt>
    <dgm:pt modelId="{A27C3F1F-86E2-4545-BBD7-E94028ABAE07}" type="pres">
      <dgm:prSet presAssocID="{6AED95E1-448E-4AE1-A3E7-13B7616F4334}" presName="Name37" presStyleLbl="parChTrans1D2" presStyleIdx="1" presStyleCnt="4"/>
      <dgm:spPr/>
    </dgm:pt>
    <dgm:pt modelId="{FF7296C1-5FB8-4978-BE51-9AB9176564EE}" type="pres">
      <dgm:prSet presAssocID="{37AE0969-A290-488D-98DB-1519664CAA7C}" presName="hierRoot2" presStyleCnt="0">
        <dgm:presLayoutVars>
          <dgm:hierBranch/>
        </dgm:presLayoutVars>
      </dgm:prSet>
      <dgm:spPr/>
    </dgm:pt>
    <dgm:pt modelId="{0EBC08C4-DB43-4361-9752-55097F24462E}" type="pres">
      <dgm:prSet presAssocID="{37AE0969-A290-488D-98DB-1519664CAA7C}" presName="rootComposite" presStyleCnt="0"/>
      <dgm:spPr/>
    </dgm:pt>
    <dgm:pt modelId="{E678E5B3-E569-4479-A16E-215F6C4A8BC2}" type="pres">
      <dgm:prSet presAssocID="{37AE0969-A290-488D-98DB-1519664CAA7C}" presName="rootText" presStyleLbl="node2" presStyleIdx="1" presStyleCnt="4">
        <dgm:presLayoutVars>
          <dgm:chPref val="3"/>
        </dgm:presLayoutVars>
      </dgm:prSet>
      <dgm:spPr/>
    </dgm:pt>
    <dgm:pt modelId="{793017E5-C9A5-46A5-BEC8-EE107145B7C8}" type="pres">
      <dgm:prSet presAssocID="{37AE0969-A290-488D-98DB-1519664CAA7C}" presName="rootConnector" presStyleLbl="node2" presStyleIdx="1" presStyleCnt="4"/>
      <dgm:spPr/>
    </dgm:pt>
    <dgm:pt modelId="{D7B02802-8D22-4D77-AACD-3A568DAAAA48}" type="pres">
      <dgm:prSet presAssocID="{37AE0969-A290-488D-98DB-1519664CAA7C}" presName="hierChild4" presStyleCnt="0"/>
      <dgm:spPr/>
    </dgm:pt>
    <dgm:pt modelId="{A1154024-13C7-49D0-8387-360BA3A6B8FE}" type="pres">
      <dgm:prSet presAssocID="{2D551296-6095-4D27-8839-5F02AEB3088A}" presName="Name35" presStyleLbl="parChTrans1D3" presStyleIdx="0" presStyleCnt="6"/>
      <dgm:spPr/>
    </dgm:pt>
    <dgm:pt modelId="{3475B853-B441-4E6D-BEF9-2ACE5342F56F}" type="pres">
      <dgm:prSet presAssocID="{13734479-88DF-4B76-AC1A-A49E690DE725}" presName="hierRoot2" presStyleCnt="0">
        <dgm:presLayoutVars>
          <dgm:hierBranch/>
        </dgm:presLayoutVars>
      </dgm:prSet>
      <dgm:spPr/>
    </dgm:pt>
    <dgm:pt modelId="{92474A51-2712-48E1-AF21-7BC57A4B8B2A}" type="pres">
      <dgm:prSet presAssocID="{13734479-88DF-4B76-AC1A-A49E690DE725}" presName="rootComposite" presStyleCnt="0"/>
      <dgm:spPr/>
    </dgm:pt>
    <dgm:pt modelId="{C7E7184D-3E20-4D22-9340-473DB5F96A26}" type="pres">
      <dgm:prSet presAssocID="{13734479-88DF-4B76-AC1A-A49E690DE725}" presName="rootText" presStyleLbl="node3" presStyleIdx="0" presStyleCnt="6">
        <dgm:presLayoutVars>
          <dgm:chPref val="3"/>
        </dgm:presLayoutVars>
      </dgm:prSet>
      <dgm:spPr/>
    </dgm:pt>
    <dgm:pt modelId="{BD1F7D51-F171-4462-80B3-07F2E8198DB6}" type="pres">
      <dgm:prSet presAssocID="{13734479-88DF-4B76-AC1A-A49E690DE725}" presName="rootConnector" presStyleLbl="node3" presStyleIdx="0" presStyleCnt="6"/>
      <dgm:spPr/>
    </dgm:pt>
    <dgm:pt modelId="{22FB5D3E-1F46-411F-B4FD-4A9D65606B40}" type="pres">
      <dgm:prSet presAssocID="{13734479-88DF-4B76-AC1A-A49E690DE725}" presName="hierChild4" presStyleCnt="0"/>
      <dgm:spPr/>
    </dgm:pt>
    <dgm:pt modelId="{9BCB1BD1-3A49-4DBB-B4FF-AF5FB5871697}" type="pres">
      <dgm:prSet presAssocID="{13734479-88DF-4B76-AC1A-A49E690DE725}" presName="hierChild5" presStyleCnt="0"/>
      <dgm:spPr/>
    </dgm:pt>
    <dgm:pt modelId="{A2509B60-358F-4302-9D52-AD20D8DD6686}" type="pres">
      <dgm:prSet presAssocID="{9342ACA6-B83F-419C-8768-E020FFE713A0}" presName="Name35" presStyleLbl="parChTrans1D3" presStyleIdx="1" presStyleCnt="6"/>
      <dgm:spPr/>
    </dgm:pt>
    <dgm:pt modelId="{BC76FBBC-1E68-415E-BBB2-BE39CF638CFB}" type="pres">
      <dgm:prSet presAssocID="{656B0427-DD70-479E-A9CB-C6530D0A8D32}" presName="hierRoot2" presStyleCnt="0">
        <dgm:presLayoutVars>
          <dgm:hierBranch/>
        </dgm:presLayoutVars>
      </dgm:prSet>
      <dgm:spPr/>
    </dgm:pt>
    <dgm:pt modelId="{2B0FF2F0-9B65-427F-B040-9E14B46F259F}" type="pres">
      <dgm:prSet presAssocID="{656B0427-DD70-479E-A9CB-C6530D0A8D32}" presName="rootComposite" presStyleCnt="0"/>
      <dgm:spPr/>
    </dgm:pt>
    <dgm:pt modelId="{D913A92D-A158-4C32-BDCD-326CF5C023EC}" type="pres">
      <dgm:prSet presAssocID="{656B0427-DD70-479E-A9CB-C6530D0A8D32}" presName="rootText" presStyleLbl="node3" presStyleIdx="1" presStyleCnt="6">
        <dgm:presLayoutVars>
          <dgm:chPref val="3"/>
        </dgm:presLayoutVars>
      </dgm:prSet>
      <dgm:spPr/>
    </dgm:pt>
    <dgm:pt modelId="{D209E8BE-3784-47BB-BB39-FE2008FB099C}" type="pres">
      <dgm:prSet presAssocID="{656B0427-DD70-479E-A9CB-C6530D0A8D32}" presName="rootConnector" presStyleLbl="node3" presStyleIdx="1" presStyleCnt="6"/>
      <dgm:spPr/>
    </dgm:pt>
    <dgm:pt modelId="{7050B5EE-CAAE-4D2E-84A7-DF2233F83F38}" type="pres">
      <dgm:prSet presAssocID="{656B0427-DD70-479E-A9CB-C6530D0A8D32}" presName="hierChild4" presStyleCnt="0"/>
      <dgm:spPr/>
    </dgm:pt>
    <dgm:pt modelId="{C473BAA8-B557-452B-AD60-DF1F765D9339}" type="pres">
      <dgm:prSet presAssocID="{656B0427-DD70-479E-A9CB-C6530D0A8D32}" presName="hierChild5" presStyleCnt="0"/>
      <dgm:spPr/>
    </dgm:pt>
    <dgm:pt modelId="{C0620A5B-53B2-4075-B2EF-4E2B5D91ED1D}" type="pres">
      <dgm:prSet presAssocID="{A5A433A1-67AA-4935-8B86-5EC07C115414}" presName="Name35" presStyleLbl="parChTrans1D3" presStyleIdx="2" presStyleCnt="6"/>
      <dgm:spPr/>
    </dgm:pt>
    <dgm:pt modelId="{2610A1DF-471F-4D25-B6F0-BED3CA11CCB3}" type="pres">
      <dgm:prSet presAssocID="{080BA5BC-4786-425F-905C-70ADB2EA37DA}" presName="hierRoot2" presStyleCnt="0">
        <dgm:presLayoutVars>
          <dgm:hierBranch/>
        </dgm:presLayoutVars>
      </dgm:prSet>
      <dgm:spPr/>
    </dgm:pt>
    <dgm:pt modelId="{772257D6-33EF-4A42-A7DB-0E9D42828A13}" type="pres">
      <dgm:prSet presAssocID="{080BA5BC-4786-425F-905C-70ADB2EA37DA}" presName="rootComposite" presStyleCnt="0"/>
      <dgm:spPr/>
    </dgm:pt>
    <dgm:pt modelId="{383CA5EF-D346-438C-957D-6BC79C49FA86}" type="pres">
      <dgm:prSet presAssocID="{080BA5BC-4786-425F-905C-70ADB2EA37DA}" presName="rootText" presStyleLbl="node3" presStyleIdx="2" presStyleCnt="6">
        <dgm:presLayoutVars>
          <dgm:chPref val="3"/>
        </dgm:presLayoutVars>
      </dgm:prSet>
      <dgm:spPr/>
    </dgm:pt>
    <dgm:pt modelId="{B3AF2751-839C-4A46-A32E-F4DD8DD3A98E}" type="pres">
      <dgm:prSet presAssocID="{080BA5BC-4786-425F-905C-70ADB2EA37DA}" presName="rootConnector" presStyleLbl="node3" presStyleIdx="2" presStyleCnt="6"/>
      <dgm:spPr/>
    </dgm:pt>
    <dgm:pt modelId="{EBFF6DAD-8079-4739-8768-F5D26AD7A6FD}" type="pres">
      <dgm:prSet presAssocID="{080BA5BC-4786-425F-905C-70ADB2EA37DA}" presName="hierChild4" presStyleCnt="0"/>
      <dgm:spPr/>
    </dgm:pt>
    <dgm:pt modelId="{770B841D-A5AF-49DD-8708-D44CA1EF7BC8}" type="pres">
      <dgm:prSet presAssocID="{080BA5BC-4786-425F-905C-70ADB2EA37DA}" presName="hierChild5" presStyleCnt="0"/>
      <dgm:spPr/>
    </dgm:pt>
    <dgm:pt modelId="{C480E49A-B76A-4FA9-A986-A115CFA49182}" type="pres">
      <dgm:prSet presAssocID="{37AE0969-A290-488D-98DB-1519664CAA7C}" presName="hierChild5" presStyleCnt="0"/>
      <dgm:spPr/>
    </dgm:pt>
    <dgm:pt modelId="{C90C3DB7-D3EF-4827-97AD-80E0862461C5}" type="pres">
      <dgm:prSet presAssocID="{C8B97423-741B-4246-9ECB-72B75A0C97AD}" presName="Name37" presStyleLbl="parChTrans1D2" presStyleIdx="2" presStyleCnt="4"/>
      <dgm:spPr/>
    </dgm:pt>
    <dgm:pt modelId="{C5C249CC-35C8-4219-9F1E-94FE1D758AE7}" type="pres">
      <dgm:prSet presAssocID="{2FDF5150-18D3-4403-A5C6-1168FC18D025}" presName="hierRoot2" presStyleCnt="0">
        <dgm:presLayoutVars>
          <dgm:hierBranch/>
        </dgm:presLayoutVars>
      </dgm:prSet>
      <dgm:spPr/>
    </dgm:pt>
    <dgm:pt modelId="{7728DE77-3E7F-42E4-8C99-0E4B11E6FAD0}" type="pres">
      <dgm:prSet presAssocID="{2FDF5150-18D3-4403-A5C6-1168FC18D025}" presName="rootComposite" presStyleCnt="0"/>
      <dgm:spPr/>
    </dgm:pt>
    <dgm:pt modelId="{CF94537F-A03D-4EAE-B8EF-DBF0936F7804}" type="pres">
      <dgm:prSet presAssocID="{2FDF5150-18D3-4403-A5C6-1168FC18D025}" presName="rootText" presStyleLbl="node2" presStyleIdx="2" presStyleCnt="4">
        <dgm:presLayoutVars>
          <dgm:chPref val="3"/>
        </dgm:presLayoutVars>
      </dgm:prSet>
      <dgm:spPr/>
    </dgm:pt>
    <dgm:pt modelId="{23C773C0-2C4F-42D2-993A-84B2087C3FB3}" type="pres">
      <dgm:prSet presAssocID="{2FDF5150-18D3-4403-A5C6-1168FC18D025}" presName="rootConnector" presStyleLbl="node2" presStyleIdx="2" presStyleCnt="4"/>
      <dgm:spPr/>
    </dgm:pt>
    <dgm:pt modelId="{FFD4F1EB-FB17-4F6E-B264-8B2B3C66C723}" type="pres">
      <dgm:prSet presAssocID="{2FDF5150-18D3-4403-A5C6-1168FC18D025}" presName="hierChild4" presStyleCnt="0"/>
      <dgm:spPr/>
    </dgm:pt>
    <dgm:pt modelId="{E79C2716-2A1E-4AA2-8722-002EA49B74CB}" type="pres">
      <dgm:prSet presAssocID="{A01B3092-2221-4C1E-8487-939A5D52F384}" presName="Name35" presStyleLbl="parChTrans1D3" presStyleIdx="3" presStyleCnt="6"/>
      <dgm:spPr/>
    </dgm:pt>
    <dgm:pt modelId="{57E0F339-72BA-4199-A09E-58C1705BEF02}" type="pres">
      <dgm:prSet presAssocID="{1F0721D7-7B56-4D35-98A9-65C502A04612}" presName="hierRoot2" presStyleCnt="0">
        <dgm:presLayoutVars>
          <dgm:hierBranch/>
        </dgm:presLayoutVars>
      </dgm:prSet>
      <dgm:spPr/>
    </dgm:pt>
    <dgm:pt modelId="{1B6C4634-D628-4F9E-9C9F-5A6A61DBEA4F}" type="pres">
      <dgm:prSet presAssocID="{1F0721D7-7B56-4D35-98A9-65C502A04612}" presName="rootComposite" presStyleCnt="0"/>
      <dgm:spPr/>
    </dgm:pt>
    <dgm:pt modelId="{172F9D62-11F1-48C8-B4D3-5F9B72958F97}" type="pres">
      <dgm:prSet presAssocID="{1F0721D7-7B56-4D35-98A9-65C502A04612}" presName="rootText" presStyleLbl="node3" presStyleIdx="3" presStyleCnt="6">
        <dgm:presLayoutVars>
          <dgm:chPref val="3"/>
        </dgm:presLayoutVars>
      </dgm:prSet>
      <dgm:spPr/>
    </dgm:pt>
    <dgm:pt modelId="{5B817235-F47D-40E4-9561-317C8B36AEB9}" type="pres">
      <dgm:prSet presAssocID="{1F0721D7-7B56-4D35-98A9-65C502A04612}" presName="rootConnector" presStyleLbl="node3" presStyleIdx="3" presStyleCnt="6"/>
      <dgm:spPr/>
    </dgm:pt>
    <dgm:pt modelId="{977D9E55-F6A5-4B9F-AA6F-2F527D16E664}" type="pres">
      <dgm:prSet presAssocID="{1F0721D7-7B56-4D35-98A9-65C502A04612}" presName="hierChild4" presStyleCnt="0"/>
      <dgm:spPr/>
    </dgm:pt>
    <dgm:pt modelId="{4C2BFCA5-8F7F-4301-A9E4-ADBA31E9BF20}" type="pres">
      <dgm:prSet presAssocID="{1F0721D7-7B56-4D35-98A9-65C502A04612}" presName="hierChild5" presStyleCnt="0"/>
      <dgm:spPr/>
    </dgm:pt>
    <dgm:pt modelId="{082363F2-A875-4E61-AA55-820B4BE7C3E7}" type="pres">
      <dgm:prSet presAssocID="{4645E689-D519-40D1-AE04-CAF0700DBC68}" presName="Name35" presStyleLbl="parChTrans1D3" presStyleIdx="4" presStyleCnt="6"/>
      <dgm:spPr/>
    </dgm:pt>
    <dgm:pt modelId="{3A6B360E-A819-4EE5-984B-013B3CCD2B59}" type="pres">
      <dgm:prSet presAssocID="{4318B060-F28D-48CF-9CB6-65370BB35E2F}" presName="hierRoot2" presStyleCnt="0">
        <dgm:presLayoutVars>
          <dgm:hierBranch/>
        </dgm:presLayoutVars>
      </dgm:prSet>
      <dgm:spPr/>
    </dgm:pt>
    <dgm:pt modelId="{ABEA28E1-3D2A-4FAD-A5DE-83E47506DF44}" type="pres">
      <dgm:prSet presAssocID="{4318B060-F28D-48CF-9CB6-65370BB35E2F}" presName="rootComposite" presStyleCnt="0"/>
      <dgm:spPr/>
    </dgm:pt>
    <dgm:pt modelId="{C6BD7BA8-3D9F-4B21-9073-183BBC533FBB}" type="pres">
      <dgm:prSet presAssocID="{4318B060-F28D-48CF-9CB6-65370BB35E2F}" presName="rootText" presStyleLbl="node3" presStyleIdx="4" presStyleCnt="6">
        <dgm:presLayoutVars>
          <dgm:chPref val="3"/>
        </dgm:presLayoutVars>
      </dgm:prSet>
      <dgm:spPr/>
    </dgm:pt>
    <dgm:pt modelId="{DD1F86A1-5BE9-4438-9466-4A1730A6E841}" type="pres">
      <dgm:prSet presAssocID="{4318B060-F28D-48CF-9CB6-65370BB35E2F}" presName="rootConnector" presStyleLbl="node3" presStyleIdx="4" presStyleCnt="6"/>
      <dgm:spPr/>
    </dgm:pt>
    <dgm:pt modelId="{92FEAFD5-2945-48B8-8720-DF412B4A7873}" type="pres">
      <dgm:prSet presAssocID="{4318B060-F28D-48CF-9CB6-65370BB35E2F}" presName="hierChild4" presStyleCnt="0"/>
      <dgm:spPr/>
    </dgm:pt>
    <dgm:pt modelId="{4A9D248C-CF65-4E63-A3E9-E70EAABB3C09}" type="pres">
      <dgm:prSet presAssocID="{4318B060-F28D-48CF-9CB6-65370BB35E2F}" presName="hierChild5" presStyleCnt="0"/>
      <dgm:spPr/>
    </dgm:pt>
    <dgm:pt modelId="{E464D2B7-C79F-4A27-BF33-B7746A5AA961}" type="pres">
      <dgm:prSet presAssocID="{C242FE4D-A366-4CDD-A6FE-B705BF175F74}" presName="Name35" presStyleLbl="parChTrans1D3" presStyleIdx="5" presStyleCnt="6"/>
      <dgm:spPr/>
    </dgm:pt>
    <dgm:pt modelId="{52277BE9-1F7C-4529-9A49-C0D64EDF14E4}" type="pres">
      <dgm:prSet presAssocID="{798D08EB-6672-46CE-A43D-56F65F40077B}" presName="hierRoot2" presStyleCnt="0">
        <dgm:presLayoutVars>
          <dgm:hierBranch/>
        </dgm:presLayoutVars>
      </dgm:prSet>
      <dgm:spPr/>
    </dgm:pt>
    <dgm:pt modelId="{230EAC07-462A-42FB-AFED-DECF7728F87E}" type="pres">
      <dgm:prSet presAssocID="{798D08EB-6672-46CE-A43D-56F65F40077B}" presName="rootComposite" presStyleCnt="0"/>
      <dgm:spPr/>
    </dgm:pt>
    <dgm:pt modelId="{BB05ECC5-3084-4DCE-A6AE-A59BEEDC0AB6}" type="pres">
      <dgm:prSet presAssocID="{798D08EB-6672-46CE-A43D-56F65F40077B}" presName="rootText" presStyleLbl="node3" presStyleIdx="5" presStyleCnt="6">
        <dgm:presLayoutVars>
          <dgm:chPref val="3"/>
        </dgm:presLayoutVars>
      </dgm:prSet>
      <dgm:spPr/>
    </dgm:pt>
    <dgm:pt modelId="{37DDA1D5-8495-485C-BC8E-5B66AD577042}" type="pres">
      <dgm:prSet presAssocID="{798D08EB-6672-46CE-A43D-56F65F40077B}" presName="rootConnector" presStyleLbl="node3" presStyleIdx="5" presStyleCnt="6"/>
      <dgm:spPr/>
    </dgm:pt>
    <dgm:pt modelId="{120722FB-1D95-45D8-AFA8-FB17D8CDDC92}" type="pres">
      <dgm:prSet presAssocID="{798D08EB-6672-46CE-A43D-56F65F40077B}" presName="hierChild4" presStyleCnt="0"/>
      <dgm:spPr/>
    </dgm:pt>
    <dgm:pt modelId="{EFACAEB2-06AC-4395-ACC1-4E700FFD6A67}" type="pres">
      <dgm:prSet presAssocID="{798D08EB-6672-46CE-A43D-56F65F40077B}" presName="hierChild5" presStyleCnt="0"/>
      <dgm:spPr/>
    </dgm:pt>
    <dgm:pt modelId="{D9BDD666-9406-40C9-BDB5-7D4337C0FC70}" type="pres">
      <dgm:prSet presAssocID="{2FDF5150-18D3-4403-A5C6-1168FC18D025}" presName="hierChild5" presStyleCnt="0"/>
      <dgm:spPr/>
    </dgm:pt>
    <dgm:pt modelId="{5C5FDE64-884E-4ED0-835A-3F14DF8E4979}" type="pres">
      <dgm:prSet presAssocID="{BADB12E4-4C6D-4DBB-83D9-D3C6B379220A}" presName="Name37" presStyleLbl="parChTrans1D2" presStyleIdx="3" presStyleCnt="4"/>
      <dgm:spPr/>
    </dgm:pt>
    <dgm:pt modelId="{698AF795-E944-4841-9780-0B55073D9EAB}" type="pres">
      <dgm:prSet presAssocID="{304BB263-FC73-4A24-B300-293AB1B19E52}" presName="hierRoot2" presStyleCnt="0">
        <dgm:presLayoutVars>
          <dgm:hierBranch val="init"/>
        </dgm:presLayoutVars>
      </dgm:prSet>
      <dgm:spPr/>
    </dgm:pt>
    <dgm:pt modelId="{721B886A-40D3-4CE6-B033-771032F2FFF7}" type="pres">
      <dgm:prSet presAssocID="{304BB263-FC73-4A24-B300-293AB1B19E52}" presName="rootComposite" presStyleCnt="0"/>
      <dgm:spPr/>
    </dgm:pt>
    <dgm:pt modelId="{4C2D3CC6-EBAD-45D3-98BB-E5172BCE369A}" type="pres">
      <dgm:prSet presAssocID="{304BB263-FC73-4A24-B300-293AB1B19E52}" presName="rootText" presStyleLbl="node2" presStyleIdx="3" presStyleCnt="4">
        <dgm:presLayoutVars>
          <dgm:chPref val="3"/>
        </dgm:presLayoutVars>
      </dgm:prSet>
      <dgm:spPr/>
    </dgm:pt>
    <dgm:pt modelId="{105B9C4E-FC46-42FA-A2C5-75F81DD98305}" type="pres">
      <dgm:prSet presAssocID="{304BB263-FC73-4A24-B300-293AB1B19E52}" presName="rootConnector" presStyleLbl="node2" presStyleIdx="3" presStyleCnt="4"/>
      <dgm:spPr/>
    </dgm:pt>
    <dgm:pt modelId="{6393C92B-08E1-4087-AF1B-50940375AD8A}" type="pres">
      <dgm:prSet presAssocID="{304BB263-FC73-4A24-B300-293AB1B19E52}" presName="hierChild4" presStyleCnt="0"/>
      <dgm:spPr/>
    </dgm:pt>
    <dgm:pt modelId="{D93763A0-9613-47CD-A81A-238FBD6418A7}" type="pres">
      <dgm:prSet presAssocID="{304BB263-FC73-4A24-B300-293AB1B19E52}" presName="hierChild5" presStyleCnt="0"/>
      <dgm:spPr/>
    </dgm:pt>
    <dgm:pt modelId="{C46118AF-AA11-413E-B792-489784D80C16}" type="pres">
      <dgm:prSet presAssocID="{7302C9F6-EF58-4D93-A67F-A69BBF5B0E32}" presName="hierChild3" presStyleCnt="0"/>
      <dgm:spPr/>
    </dgm:pt>
  </dgm:ptLst>
  <dgm:cxnLst>
    <dgm:cxn modelId="{6DF35602-5427-4D23-81DE-0330D131F319}" type="presOf" srcId="{7302C9F6-EF58-4D93-A67F-A69BBF5B0E32}" destId="{714C5E26-AB69-441C-8192-BD08F1DDCA56}" srcOrd="0" destOrd="0" presId="urn:microsoft.com/office/officeart/2005/8/layout/orgChart1"/>
    <dgm:cxn modelId="{B9E16612-09A5-45B9-9CA5-944D946E1A49}" srcId="{2FDF5150-18D3-4403-A5C6-1168FC18D025}" destId="{4318B060-F28D-48CF-9CB6-65370BB35E2F}" srcOrd="1" destOrd="0" parTransId="{4645E689-D519-40D1-AE04-CAF0700DBC68}" sibTransId="{3247D1F6-1880-49CD-B38D-FE89742DEDE8}"/>
    <dgm:cxn modelId="{69538317-84BF-4F88-8F84-0F1EB1BB7B2D}" type="presOf" srcId="{C8B97423-741B-4246-9ECB-72B75A0C97AD}" destId="{C90C3DB7-D3EF-4827-97AD-80E0862461C5}" srcOrd="0" destOrd="0" presId="urn:microsoft.com/office/officeart/2005/8/layout/orgChart1"/>
    <dgm:cxn modelId="{67F67C27-4555-4E9B-989C-A6BF1943496A}" type="presOf" srcId="{4645E689-D519-40D1-AE04-CAF0700DBC68}" destId="{082363F2-A875-4E61-AA55-820B4BE7C3E7}" srcOrd="0" destOrd="0" presId="urn:microsoft.com/office/officeart/2005/8/layout/orgChart1"/>
    <dgm:cxn modelId="{6E87922C-A7BB-4341-BC2E-59E265665CC8}" srcId="{2FDF5150-18D3-4403-A5C6-1168FC18D025}" destId="{1F0721D7-7B56-4D35-98A9-65C502A04612}" srcOrd="0" destOrd="0" parTransId="{A01B3092-2221-4C1E-8487-939A5D52F384}" sibTransId="{A06825E6-C77C-4D77-80DC-2388CE9F13F5}"/>
    <dgm:cxn modelId="{D582C530-C3E9-4E1F-B018-F6AD99E7AF7E}" srcId="{2FDF5150-18D3-4403-A5C6-1168FC18D025}" destId="{798D08EB-6672-46CE-A43D-56F65F40077B}" srcOrd="2" destOrd="0" parTransId="{C242FE4D-A366-4CDD-A6FE-B705BF175F74}" sibTransId="{8537A5C5-E0EC-453D-9826-DDC4445A3C18}"/>
    <dgm:cxn modelId="{5269D230-1A7B-4E37-898F-07597336FA38}" type="presOf" srcId="{13734479-88DF-4B76-AC1A-A49E690DE725}" destId="{BD1F7D51-F171-4462-80B3-07F2E8198DB6}" srcOrd="1" destOrd="0" presId="urn:microsoft.com/office/officeart/2005/8/layout/orgChart1"/>
    <dgm:cxn modelId="{CDEDD83F-5AC6-4074-9F75-3747D1E90603}" type="presOf" srcId="{FC652493-66F3-419B-BAD0-B06C72BED739}" destId="{022FA984-61F7-40A4-B76A-4943629EFE85}" srcOrd="0" destOrd="0" presId="urn:microsoft.com/office/officeart/2005/8/layout/orgChart1"/>
    <dgm:cxn modelId="{80987B5D-F6A4-48C5-A691-CD76B4E4BCFD}" type="presOf" srcId="{2FDF5150-18D3-4403-A5C6-1168FC18D025}" destId="{23C773C0-2C4F-42D2-993A-84B2087C3FB3}" srcOrd="1" destOrd="0" presId="urn:microsoft.com/office/officeart/2005/8/layout/orgChart1"/>
    <dgm:cxn modelId="{C095AE5F-7884-45CB-8D21-18EF6E1F0DAA}" type="presOf" srcId="{1F0721D7-7B56-4D35-98A9-65C502A04612}" destId="{5B817235-F47D-40E4-9561-317C8B36AEB9}" srcOrd="1" destOrd="0" presId="urn:microsoft.com/office/officeart/2005/8/layout/orgChart1"/>
    <dgm:cxn modelId="{77CCA767-B456-4B7D-83E3-20BD80016992}" type="presOf" srcId="{798D08EB-6672-46CE-A43D-56F65F40077B}" destId="{37DDA1D5-8495-485C-BC8E-5B66AD577042}" srcOrd="1" destOrd="0" presId="urn:microsoft.com/office/officeart/2005/8/layout/orgChart1"/>
    <dgm:cxn modelId="{C73BA468-0BA5-47DC-90C4-F7C85B97CE3A}" type="presOf" srcId="{4318B060-F28D-48CF-9CB6-65370BB35E2F}" destId="{DD1F86A1-5BE9-4438-9466-4A1730A6E841}" srcOrd="1" destOrd="0" presId="urn:microsoft.com/office/officeart/2005/8/layout/orgChart1"/>
    <dgm:cxn modelId="{EC13AC4A-5396-410D-A166-549EAB833D85}" type="presOf" srcId="{798D08EB-6672-46CE-A43D-56F65F40077B}" destId="{BB05ECC5-3084-4DCE-A6AE-A59BEEDC0AB6}" srcOrd="0" destOrd="0" presId="urn:microsoft.com/office/officeart/2005/8/layout/orgChart1"/>
    <dgm:cxn modelId="{DC073D6C-EEF3-477D-B51D-87A17BCB8184}" type="presOf" srcId="{656B0427-DD70-479E-A9CB-C6530D0A8D32}" destId="{D913A92D-A158-4C32-BDCD-326CF5C023EC}" srcOrd="0" destOrd="0" presId="urn:microsoft.com/office/officeart/2005/8/layout/orgChart1"/>
    <dgm:cxn modelId="{A22E8751-869D-443A-BDDC-82F817CD4D91}" type="presOf" srcId="{7302C9F6-EF58-4D93-A67F-A69BBF5B0E32}" destId="{76F2220D-3967-4448-A8D9-3AD3B471AD67}" srcOrd="1" destOrd="0" presId="urn:microsoft.com/office/officeart/2005/8/layout/orgChart1"/>
    <dgm:cxn modelId="{23005275-DB08-4533-A207-17DD0693D0F6}" type="presOf" srcId="{A01B3092-2221-4C1E-8487-939A5D52F384}" destId="{E79C2716-2A1E-4AA2-8722-002EA49B74CB}" srcOrd="0" destOrd="0" presId="urn:microsoft.com/office/officeart/2005/8/layout/orgChart1"/>
    <dgm:cxn modelId="{E0A76F57-E2BD-4AC0-A242-3E5FE0D3B69A}" type="presOf" srcId="{080BA5BC-4786-425F-905C-70ADB2EA37DA}" destId="{B3AF2751-839C-4A46-A32E-F4DD8DD3A98E}" srcOrd="1" destOrd="0" presId="urn:microsoft.com/office/officeart/2005/8/layout/orgChart1"/>
    <dgm:cxn modelId="{46BAD77A-74E1-45BB-BFE1-4251FC52AD93}" type="presOf" srcId="{A5A433A1-67AA-4935-8B86-5EC07C115414}" destId="{C0620A5B-53B2-4075-B2EF-4E2B5D91ED1D}" srcOrd="0" destOrd="0" presId="urn:microsoft.com/office/officeart/2005/8/layout/orgChart1"/>
    <dgm:cxn modelId="{5AD96480-0BD7-43EC-96C4-8BF3250B7150}" type="presOf" srcId="{2FDF5150-18D3-4403-A5C6-1168FC18D025}" destId="{CF94537F-A03D-4EAE-B8EF-DBF0936F7804}" srcOrd="0" destOrd="0" presId="urn:microsoft.com/office/officeart/2005/8/layout/orgChart1"/>
    <dgm:cxn modelId="{69DD8080-9E31-49D0-B126-D2F39DF2C0A2}" srcId="{7302C9F6-EF58-4D93-A67F-A69BBF5B0E32}" destId="{2FDF5150-18D3-4403-A5C6-1168FC18D025}" srcOrd="2" destOrd="0" parTransId="{C8B97423-741B-4246-9ECB-72B75A0C97AD}" sibTransId="{FB62A494-B807-4305-81E3-53C690CC77E0}"/>
    <dgm:cxn modelId="{30E2688C-DBDC-4E4B-BB2F-0152E8352D9E}" type="presOf" srcId="{304BB263-FC73-4A24-B300-293AB1B19E52}" destId="{105B9C4E-FC46-42FA-A2C5-75F81DD98305}" srcOrd="1" destOrd="0" presId="urn:microsoft.com/office/officeart/2005/8/layout/orgChart1"/>
    <dgm:cxn modelId="{1C220B8E-899A-4C5F-BBE4-00851F6A3447}" type="presOf" srcId="{080BA5BC-4786-425F-905C-70ADB2EA37DA}" destId="{383CA5EF-D346-438C-957D-6BC79C49FA86}" srcOrd="0" destOrd="0" presId="urn:microsoft.com/office/officeart/2005/8/layout/orgChart1"/>
    <dgm:cxn modelId="{3B640395-AA43-47CA-9EBF-E0F3770FDCCC}" type="presOf" srcId="{4318B060-F28D-48CF-9CB6-65370BB35E2F}" destId="{C6BD7BA8-3D9F-4B21-9073-183BBC533FBB}" srcOrd="0" destOrd="0" presId="urn:microsoft.com/office/officeart/2005/8/layout/orgChart1"/>
    <dgm:cxn modelId="{05CA2E9C-593C-47C9-B4C7-9D72DCBE8640}" srcId="{37AE0969-A290-488D-98DB-1519664CAA7C}" destId="{13734479-88DF-4B76-AC1A-A49E690DE725}" srcOrd="0" destOrd="0" parTransId="{2D551296-6095-4D27-8839-5F02AEB3088A}" sibTransId="{3804123B-B6FF-4D53-B02D-F0C963E00054}"/>
    <dgm:cxn modelId="{AF74869F-0A1E-4E9C-8323-DDDC124C5186}" type="presOf" srcId="{BADB12E4-4C6D-4DBB-83D9-D3C6B379220A}" destId="{5C5FDE64-884E-4ED0-835A-3F14DF8E4979}" srcOrd="0" destOrd="0" presId="urn:microsoft.com/office/officeart/2005/8/layout/orgChart1"/>
    <dgm:cxn modelId="{DE028F9F-F80D-4832-A4C5-A55DC425E4B8}" type="presOf" srcId="{E613F94D-2948-4E10-B572-6D9ECF11A2C5}" destId="{F64AD64A-6686-4F00-B6D6-6F1BCBF63DD9}" srcOrd="0" destOrd="0" presId="urn:microsoft.com/office/officeart/2005/8/layout/orgChart1"/>
    <dgm:cxn modelId="{7F1E40A3-F8FB-41D2-9214-ED610471349A}" srcId="{37AE0969-A290-488D-98DB-1519664CAA7C}" destId="{656B0427-DD70-479E-A9CB-C6530D0A8D32}" srcOrd="1" destOrd="0" parTransId="{9342ACA6-B83F-419C-8768-E020FFE713A0}" sibTransId="{392C82B5-A798-47D0-AF51-C0D49E8A924E}"/>
    <dgm:cxn modelId="{CCD126AC-A775-4DAA-A99C-97273950DD86}" type="presOf" srcId="{9342ACA6-B83F-419C-8768-E020FFE713A0}" destId="{A2509B60-358F-4302-9D52-AD20D8DD6686}" srcOrd="0" destOrd="0" presId="urn:microsoft.com/office/officeart/2005/8/layout/orgChart1"/>
    <dgm:cxn modelId="{E6C641B0-B36F-4D36-AA47-AD140BF5AAC4}" type="presOf" srcId="{81ACD82A-2C45-4FE3-97A6-794EA9500926}" destId="{201366D9-28FA-4827-8046-7C4E20A1DB75}" srcOrd="1" destOrd="0" presId="urn:microsoft.com/office/officeart/2005/8/layout/orgChart1"/>
    <dgm:cxn modelId="{2991B1B4-BF68-447B-BB2B-149338F4C819}" type="presOf" srcId="{13734479-88DF-4B76-AC1A-A49E690DE725}" destId="{C7E7184D-3E20-4D22-9340-473DB5F96A26}" srcOrd="0" destOrd="0" presId="urn:microsoft.com/office/officeart/2005/8/layout/orgChart1"/>
    <dgm:cxn modelId="{03FB01C8-A874-4B51-86D2-74B6DD7D7B46}" srcId="{FC652493-66F3-419B-BAD0-B06C72BED739}" destId="{7302C9F6-EF58-4D93-A67F-A69BBF5B0E32}" srcOrd="0" destOrd="0" parTransId="{CA566F48-1B5C-45B4-9662-0821E37923C0}" sibTransId="{FE0FDE3A-EF38-4F48-9D5B-AB55AB228E3D}"/>
    <dgm:cxn modelId="{D51718CA-8342-4AAE-BB4F-289FBF3FF4A0}" srcId="{7302C9F6-EF58-4D93-A67F-A69BBF5B0E32}" destId="{81ACD82A-2C45-4FE3-97A6-794EA9500926}" srcOrd="0" destOrd="0" parTransId="{E613F94D-2948-4E10-B572-6D9ECF11A2C5}" sibTransId="{1DEFE808-7C88-4555-AF28-E5E89FA5C602}"/>
    <dgm:cxn modelId="{48A337CC-A6B3-414B-BD36-C28EE48C8328}" srcId="{37AE0969-A290-488D-98DB-1519664CAA7C}" destId="{080BA5BC-4786-425F-905C-70ADB2EA37DA}" srcOrd="2" destOrd="0" parTransId="{A5A433A1-67AA-4935-8B86-5EC07C115414}" sibTransId="{AAC79A62-AB7B-4E7A-973C-B3EF68DDC1BF}"/>
    <dgm:cxn modelId="{765CAACC-1BA3-410D-8D1B-F344016F7F25}" type="presOf" srcId="{2D551296-6095-4D27-8839-5F02AEB3088A}" destId="{A1154024-13C7-49D0-8387-360BA3A6B8FE}" srcOrd="0" destOrd="0" presId="urn:microsoft.com/office/officeart/2005/8/layout/orgChart1"/>
    <dgm:cxn modelId="{0E75CFD2-EFCC-4C80-AD2B-FB70FE791917}" srcId="{7302C9F6-EF58-4D93-A67F-A69BBF5B0E32}" destId="{37AE0969-A290-488D-98DB-1519664CAA7C}" srcOrd="1" destOrd="0" parTransId="{6AED95E1-448E-4AE1-A3E7-13B7616F4334}" sibTransId="{4C3B80D8-8DEA-4FA7-A777-D8A1FAFCB0A8}"/>
    <dgm:cxn modelId="{82379ADB-2BE0-4A9D-948B-CB9F40355D30}" type="presOf" srcId="{1F0721D7-7B56-4D35-98A9-65C502A04612}" destId="{172F9D62-11F1-48C8-B4D3-5F9B72958F97}" srcOrd="0" destOrd="0" presId="urn:microsoft.com/office/officeart/2005/8/layout/orgChart1"/>
    <dgm:cxn modelId="{6EEE02E0-26AE-4F67-8298-7D275E49C2D8}" type="presOf" srcId="{304BB263-FC73-4A24-B300-293AB1B19E52}" destId="{4C2D3CC6-EBAD-45D3-98BB-E5172BCE369A}" srcOrd="0" destOrd="0" presId="urn:microsoft.com/office/officeart/2005/8/layout/orgChart1"/>
    <dgm:cxn modelId="{C100A0E0-7B70-497C-82BF-29C02DF2837E}" type="presOf" srcId="{81ACD82A-2C45-4FE3-97A6-794EA9500926}" destId="{624CD51B-2E2C-4480-BA21-9A78B56367A0}" srcOrd="0" destOrd="0" presId="urn:microsoft.com/office/officeart/2005/8/layout/orgChart1"/>
    <dgm:cxn modelId="{0DB6A6E2-8671-4EBC-98BE-CE1C20D2D011}" type="presOf" srcId="{37AE0969-A290-488D-98DB-1519664CAA7C}" destId="{793017E5-C9A5-46A5-BEC8-EE107145B7C8}" srcOrd="1" destOrd="0" presId="urn:microsoft.com/office/officeart/2005/8/layout/orgChart1"/>
    <dgm:cxn modelId="{087ECAF3-462D-49EE-9B4C-9F20CC24DBC8}" type="presOf" srcId="{C242FE4D-A366-4CDD-A6FE-B705BF175F74}" destId="{E464D2B7-C79F-4A27-BF33-B7746A5AA961}" srcOrd="0" destOrd="0" presId="urn:microsoft.com/office/officeart/2005/8/layout/orgChart1"/>
    <dgm:cxn modelId="{9252EAF6-FABE-4B87-9D57-598ACAF424D9}" type="presOf" srcId="{656B0427-DD70-479E-A9CB-C6530D0A8D32}" destId="{D209E8BE-3784-47BB-BB39-FE2008FB099C}" srcOrd="1" destOrd="0" presId="urn:microsoft.com/office/officeart/2005/8/layout/orgChart1"/>
    <dgm:cxn modelId="{45F22FF9-D363-43A9-870B-00B4B36E9A36}" type="presOf" srcId="{6AED95E1-448E-4AE1-A3E7-13B7616F4334}" destId="{A27C3F1F-86E2-4545-BBD7-E94028ABAE07}" srcOrd="0" destOrd="0" presId="urn:microsoft.com/office/officeart/2005/8/layout/orgChart1"/>
    <dgm:cxn modelId="{81AD5EFA-E3D2-48E6-87C6-963BC30B4529}" type="presOf" srcId="{37AE0969-A290-488D-98DB-1519664CAA7C}" destId="{E678E5B3-E569-4479-A16E-215F6C4A8BC2}" srcOrd="0" destOrd="0" presId="urn:microsoft.com/office/officeart/2005/8/layout/orgChart1"/>
    <dgm:cxn modelId="{8BC6CBFC-4E81-4191-AE56-5650903B35A2}" srcId="{7302C9F6-EF58-4D93-A67F-A69BBF5B0E32}" destId="{304BB263-FC73-4A24-B300-293AB1B19E52}" srcOrd="3" destOrd="0" parTransId="{BADB12E4-4C6D-4DBB-83D9-D3C6B379220A}" sibTransId="{3564552B-1296-43C4-A204-9312C2C69A30}"/>
    <dgm:cxn modelId="{6C309E69-4F02-4C55-BCC0-F51571216139}" type="presParOf" srcId="{022FA984-61F7-40A4-B76A-4943629EFE85}" destId="{2B256CBF-7040-4372-9D9F-A78169FF3559}" srcOrd="0" destOrd="0" presId="urn:microsoft.com/office/officeart/2005/8/layout/orgChart1"/>
    <dgm:cxn modelId="{D5A78CBD-3B21-4D8F-AD6A-3B5E50EB74D4}" type="presParOf" srcId="{2B256CBF-7040-4372-9D9F-A78169FF3559}" destId="{71957B09-ECB5-4062-A27C-F0728A5887FF}" srcOrd="0" destOrd="0" presId="urn:microsoft.com/office/officeart/2005/8/layout/orgChart1"/>
    <dgm:cxn modelId="{B28EC2FB-FB3B-4995-8E7E-48195D5E0461}" type="presParOf" srcId="{71957B09-ECB5-4062-A27C-F0728A5887FF}" destId="{714C5E26-AB69-441C-8192-BD08F1DDCA56}" srcOrd="0" destOrd="0" presId="urn:microsoft.com/office/officeart/2005/8/layout/orgChart1"/>
    <dgm:cxn modelId="{3B7ECACD-DA94-4C87-9CE0-B4EBB194F38C}" type="presParOf" srcId="{71957B09-ECB5-4062-A27C-F0728A5887FF}" destId="{76F2220D-3967-4448-A8D9-3AD3B471AD67}" srcOrd="1" destOrd="0" presId="urn:microsoft.com/office/officeart/2005/8/layout/orgChart1"/>
    <dgm:cxn modelId="{D1D963B3-2C23-4173-9EE2-C95BCB8E6E49}" type="presParOf" srcId="{2B256CBF-7040-4372-9D9F-A78169FF3559}" destId="{E70FC72D-1E17-4234-9B00-8BF7EC3334F0}" srcOrd="1" destOrd="0" presId="urn:microsoft.com/office/officeart/2005/8/layout/orgChart1"/>
    <dgm:cxn modelId="{CA677A19-F1F0-43E6-A2FA-50E34DC63E7C}" type="presParOf" srcId="{E70FC72D-1E17-4234-9B00-8BF7EC3334F0}" destId="{F64AD64A-6686-4F00-B6D6-6F1BCBF63DD9}" srcOrd="0" destOrd="0" presId="urn:microsoft.com/office/officeart/2005/8/layout/orgChart1"/>
    <dgm:cxn modelId="{ECAD7008-D647-4EB5-986C-D16F509EBD06}" type="presParOf" srcId="{E70FC72D-1E17-4234-9B00-8BF7EC3334F0}" destId="{382C995E-B0F4-43BE-9BCE-3AF6A8CC0444}" srcOrd="1" destOrd="0" presId="urn:microsoft.com/office/officeart/2005/8/layout/orgChart1"/>
    <dgm:cxn modelId="{C22D3FCE-D226-4B6D-AE51-A12CBE8FF917}" type="presParOf" srcId="{382C995E-B0F4-43BE-9BCE-3AF6A8CC0444}" destId="{2EC46252-B84C-4C47-97A6-AD5C77D12845}" srcOrd="0" destOrd="0" presId="urn:microsoft.com/office/officeart/2005/8/layout/orgChart1"/>
    <dgm:cxn modelId="{711E290C-2E9F-4147-9613-2F45A9233609}" type="presParOf" srcId="{2EC46252-B84C-4C47-97A6-AD5C77D12845}" destId="{624CD51B-2E2C-4480-BA21-9A78B56367A0}" srcOrd="0" destOrd="0" presId="urn:microsoft.com/office/officeart/2005/8/layout/orgChart1"/>
    <dgm:cxn modelId="{BAFEC2E6-6ECA-4169-9CB8-F18D57F7D8C3}" type="presParOf" srcId="{2EC46252-B84C-4C47-97A6-AD5C77D12845}" destId="{201366D9-28FA-4827-8046-7C4E20A1DB75}" srcOrd="1" destOrd="0" presId="urn:microsoft.com/office/officeart/2005/8/layout/orgChart1"/>
    <dgm:cxn modelId="{FB6EEB19-79C1-4FBA-BA65-2441CBDBA0C9}" type="presParOf" srcId="{382C995E-B0F4-43BE-9BCE-3AF6A8CC0444}" destId="{9BC3D674-67CE-4114-AD8D-C81F39B1958C}" srcOrd="1" destOrd="0" presId="urn:microsoft.com/office/officeart/2005/8/layout/orgChart1"/>
    <dgm:cxn modelId="{2450441A-36B4-4496-B849-8E62B105418A}" type="presParOf" srcId="{382C995E-B0F4-43BE-9BCE-3AF6A8CC0444}" destId="{03EC6BC3-3F1B-4A9E-865A-A7631670B303}" srcOrd="2" destOrd="0" presId="urn:microsoft.com/office/officeart/2005/8/layout/orgChart1"/>
    <dgm:cxn modelId="{BB6C9780-E202-45AC-A41B-5906A4B79020}" type="presParOf" srcId="{E70FC72D-1E17-4234-9B00-8BF7EC3334F0}" destId="{A27C3F1F-86E2-4545-BBD7-E94028ABAE07}" srcOrd="2" destOrd="0" presId="urn:microsoft.com/office/officeart/2005/8/layout/orgChart1"/>
    <dgm:cxn modelId="{CA576FDB-8A59-4365-BC3D-11EC28D02EA3}" type="presParOf" srcId="{E70FC72D-1E17-4234-9B00-8BF7EC3334F0}" destId="{FF7296C1-5FB8-4978-BE51-9AB9176564EE}" srcOrd="3" destOrd="0" presId="urn:microsoft.com/office/officeart/2005/8/layout/orgChart1"/>
    <dgm:cxn modelId="{C87704D4-71A1-4C59-B94C-C974C1125255}" type="presParOf" srcId="{FF7296C1-5FB8-4978-BE51-9AB9176564EE}" destId="{0EBC08C4-DB43-4361-9752-55097F24462E}" srcOrd="0" destOrd="0" presId="urn:microsoft.com/office/officeart/2005/8/layout/orgChart1"/>
    <dgm:cxn modelId="{DE63E88E-132C-4EF1-9ABA-C85980289762}" type="presParOf" srcId="{0EBC08C4-DB43-4361-9752-55097F24462E}" destId="{E678E5B3-E569-4479-A16E-215F6C4A8BC2}" srcOrd="0" destOrd="0" presId="urn:microsoft.com/office/officeart/2005/8/layout/orgChart1"/>
    <dgm:cxn modelId="{69187FAE-8B62-4A85-8A39-FE965FE1998B}" type="presParOf" srcId="{0EBC08C4-DB43-4361-9752-55097F24462E}" destId="{793017E5-C9A5-46A5-BEC8-EE107145B7C8}" srcOrd="1" destOrd="0" presId="urn:microsoft.com/office/officeart/2005/8/layout/orgChart1"/>
    <dgm:cxn modelId="{374A01B5-5126-4322-B6E5-E2422F77B1CA}" type="presParOf" srcId="{FF7296C1-5FB8-4978-BE51-9AB9176564EE}" destId="{D7B02802-8D22-4D77-AACD-3A568DAAAA48}" srcOrd="1" destOrd="0" presId="urn:microsoft.com/office/officeart/2005/8/layout/orgChart1"/>
    <dgm:cxn modelId="{F504F0E2-C12C-4831-9A44-78AE4F0AB8F8}" type="presParOf" srcId="{D7B02802-8D22-4D77-AACD-3A568DAAAA48}" destId="{A1154024-13C7-49D0-8387-360BA3A6B8FE}" srcOrd="0" destOrd="0" presId="urn:microsoft.com/office/officeart/2005/8/layout/orgChart1"/>
    <dgm:cxn modelId="{EF4C9067-52D9-4FF6-951D-51D2DBD28D6A}" type="presParOf" srcId="{D7B02802-8D22-4D77-AACD-3A568DAAAA48}" destId="{3475B853-B441-4E6D-BEF9-2ACE5342F56F}" srcOrd="1" destOrd="0" presId="urn:microsoft.com/office/officeart/2005/8/layout/orgChart1"/>
    <dgm:cxn modelId="{493B9573-F6BE-4D25-957A-EA1455131202}" type="presParOf" srcId="{3475B853-B441-4E6D-BEF9-2ACE5342F56F}" destId="{92474A51-2712-48E1-AF21-7BC57A4B8B2A}" srcOrd="0" destOrd="0" presId="urn:microsoft.com/office/officeart/2005/8/layout/orgChart1"/>
    <dgm:cxn modelId="{C3AA4D53-1785-473B-9BA8-D6129EE6528A}" type="presParOf" srcId="{92474A51-2712-48E1-AF21-7BC57A4B8B2A}" destId="{C7E7184D-3E20-4D22-9340-473DB5F96A26}" srcOrd="0" destOrd="0" presId="urn:microsoft.com/office/officeart/2005/8/layout/orgChart1"/>
    <dgm:cxn modelId="{1D0A06FE-2160-4345-BFB4-EBBCF1B91C3A}" type="presParOf" srcId="{92474A51-2712-48E1-AF21-7BC57A4B8B2A}" destId="{BD1F7D51-F171-4462-80B3-07F2E8198DB6}" srcOrd="1" destOrd="0" presId="urn:microsoft.com/office/officeart/2005/8/layout/orgChart1"/>
    <dgm:cxn modelId="{3BC5703E-29AC-48B4-A47E-7770AD7731A2}" type="presParOf" srcId="{3475B853-B441-4E6D-BEF9-2ACE5342F56F}" destId="{22FB5D3E-1F46-411F-B4FD-4A9D65606B40}" srcOrd="1" destOrd="0" presId="urn:microsoft.com/office/officeart/2005/8/layout/orgChart1"/>
    <dgm:cxn modelId="{7E67CB80-2929-416D-9C41-E69A58ABDB43}" type="presParOf" srcId="{3475B853-B441-4E6D-BEF9-2ACE5342F56F}" destId="{9BCB1BD1-3A49-4DBB-B4FF-AF5FB5871697}" srcOrd="2" destOrd="0" presId="urn:microsoft.com/office/officeart/2005/8/layout/orgChart1"/>
    <dgm:cxn modelId="{863D9A44-3A44-4629-8AB2-93B47D76A56C}" type="presParOf" srcId="{D7B02802-8D22-4D77-AACD-3A568DAAAA48}" destId="{A2509B60-358F-4302-9D52-AD20D8DD6686}" srcOrd="2" destOrd="0" presId="urn:microsoft.com/office/officeart/2005/8/layout/orgChart1"/>
    <dgm:cxn modelId="{D975C33E-9B39-4B01-BFD5-D9B526829CAB}" type="presParOf" srcId="{D7B02802-8D22-4D77-AACD-3A568DAAAA48}" destId="{BC76FBBC-1E68-415E-BBB2-BE39CF638CFB}" srcOrd="3" destOrd="0" presId="urn:microsoft.com/office/officeart/2005/8/layout/orgChart1"/>
    <dgm:cxn modelId="{AB2D7F38-D08E-4634-BE34-AB597B064F3F}" type="presParOf" srcId="{BC76FBBC-1E68-415E-BBB2-BE39CF638CFB}" destId="{2B0FF2F0-9B65-427F-B040-9E14B46F259F}" srcOrd="0" destOrd="0" presId="urn:microsoft.com/office/officeart/2005/8/layout/orgChart1"/>
    <dgm:cxn modelId="{81FD658C-2F57-425B-8EB4-15C7A409A276}" type="presParOf" srcId="{2B0FF2F0-9B65-427F-B040-9E14B46F259F}" destId="{D913A92D-A158-4C32-BDCD-326CF5C023EC}" srcOrd="0" destOrd="0" presId="urn:microsoft.com/office/officeart/2005/8/layout/orgChart1"/>
    <dgm:cxn modelId="{8D56BB5F-0880-4808-A04C-4F1C39B97D91}" type="presParOf" srcId="{2B0FF2F0-9B65-427F-B040-9E14B46F259F}" destId="{D209E8BE-3784-47BB-BB39-FE2008FB099C}" srcOrd="1" destOrd="0" presId="urn:microsoft.com/office/officeart/2005/8/layout/orgChart1"/>
    <dgm:cxn modelId="{ABFA30B0-8199-476D-B359-C02622CCEAB0}" type="presParOf" srcId="{BC76FBBC-1E68-415E-BBB2-BE39CF638CFB}" destId="{7050B5EE-CAAE-4D2E-84A7-DF2233F83F38}" srcOrd="1" destOrd="0" presId="urn:microsoft.com/office/officeart/2005/8/layout/orgChart1"/>
    <dgm:cxn modelId="{B97472E2-F855-4976-8C61-0C6FDEA753EB}" type="presParOf" srcId="{BC76FBBC-1E68-415E-BBB2-BE39CF638CFB}" destId="{C473BAA8-B557-452B-AD60-DF1F765D9339}" srcOrd="2" destOrd="0" presId="urn:microsoft.com/office/officeart/2005/8/layout/orgChart1"/>
    <dgm:cxn modelId="{CC0604ED-316A-4618-9FCD-2318141F60CF}" type="presParOf" srcId="{D7B02802-8D22-4D77-AACD-3A568DAAAA48}" destId="{C0620A5B-53B2-4075-B2EF-4E2B5D91ED1D}" srcOrd="4" destOrd="0" presId="urn:microsoft.com/office/officeart/2005/8/layout/orgChart1"/>
    <dgm:cxn modelId="{7600D25B-728E-44F7-B438-55DB34716B6C}" type="presParOf" srcId="{D7B02802-8D22-4D77-AACD-3A568DAAAA48}" destId="{2610A1DF-471F-4D25-B6F0-BED3CA11CCB3}" srcOrd="5" destOrd="0" presId="urn:microsoft.com/office/officeart/2005/8/layout/orgChart1"/>
    <dgm:cxn modelId="{030F5977-5766-4145-8E71-4B300308C37A}" type="presParOf" srcId="{2610A1DF-471F-4D25-B6F0-BED3CA11CCB3}" destId="{772257D6-33EF-4A42-A7DB-0E9D42828A13}" srcOrd="0" destOrd="0" presId="urn:microsoft.com/office/officeart/2005/8/layout/orgChart1"/>
    <dgm:cxn modelId="{556781DF-3E53-4D85-98A7-0D91DAF0C79E}" type="presParOf" srcId="{772257D6-33EF-4A42-A7DB-0E9D42828A13}" destId="{383CA5EF-D346-438C-957D-6BC79C49FA86}" srcOrd="0" destOrd="0" presId="urn:microsoft.com/office/officeart/2005/8/layout/orgChart1"/>
    <dgm:cxn modelId="{709A8953-1DED-4FB3-A9AA-4C1F003E2587}" type="presParOf" srcId="{772257D6-33EF-4A42-A7DB-0E9D42828A13}" destId="{B3AF2751-839C-4A46-A32E-F4DD8DD3A98E}" srcOrd="1" destOrd="0" presId="urn:microsoft.com/office/officeart/2005/8/layout/orgChart1"/>
    <dgm:cxn modelId="{D4050524-4AC6-4C61-A287-22714BE62498}" type="presParOf" srcId="{2610A1DF-471F-4D25-B6F0-BED3CA11CCB3}" destId="{EBFF6DAD-8079-4739-8768-F5D26AD7A6FD}" srcOrd="1" destOrd="0" presId="urn:microsoft.com/office/officeart/2005/8/layout/orgChart1"/>
    <dgm:cxn modelId="{912DF76A-B490-409F-9848-9B588B71CB3B}" type="presParOf" srcId="{2610A1DF-471F-4D25-B6F0-BED3CA11CCB3}" destId="{770B841D-A5AF-49DD-8708-D44CA1EF7BC8}" srcOrd="2" destOrd="0" presId="urn:microsoft.com/office/officeart/2005/8/layout/orgChart1"/>
    <dgm:cxn modelId="{3EE03C0A-A4AE-42D4-B8C2-93C997FA9E7A}" type="presParOf" srcId="{FF7296C1-5FB8-4978-BE51-9AB9176564EE}" destId="{C480E49A-B76A-4FA9-A986-A115CFA49182}" srcOrd="2" destOrd="0" presId="urn:microsoft.com/office/officeart/2005/8/layout/orgChart1"/>
    <dgm:cxn modelId="{D906CA4E-F4C6-40FB-B0C5-118B81FCFF18}" type="presParOf" srcId="{E70FC72D-1E17-4234-9B00-8BF7EC3334F0}" destId="{C90C3DB7-D3EF-4827-97AD-80E0862461C5}" srcOrd="4" destOrd="0" presId="urn:microsoft.com/office/officeart/2005/8/layout/orgChart1"/>
    <dgm:cxn modelId="{F99EB61E-49AC-46FA-8068-4EFA7C68F526}" type="presParOf" srcId="{E70FC72D-1E17-4234-9B00-8BF7EC3334F0}" destId="{C5C249CC-35C8-4219-9F1E-94FE1D758AE7}" srcOrd="5" destOrd="0" presId="urn:microsoft.com/office/officeart/2005/8/layout/orgChart1"/>
    <dgm:cxn modelId="{E365E630-7C91-40DE-83E9-256C81B6FA98}" type="presParOf" srcId="{C5C249CC-35C8-4219-9F1E-94FE1D758AE7}" destId="{7728DE77-3E7F-42E4-8C99-0E4B11E6FAD0}" srcOrd="0" destOrd="0" presId="urn:microsoft.com/office/officeart/2005/8/layout/orgChart1"/>
    <dgm:cxn modelId="{B201DC5C-D81F-4AAB-B89E-689AADDB151F}" type="presParOf" srcId="{7728DE77-3E7F-42E4-8C99-0E4B11E6FAD0}" destId="{CF94537F-A03D-4EAE-B8EF-DBF0936F7804}" srcOrd="0" destOrd="0" presId="urn:microsoft.com/office/officeart/2005/8/layout/orgChart1"/>
    <dgm:cxn modelId="{F181614F-022D-49E5-9E48-857E7A573C86}" type="presParOf" srcId="{7728DE77-3E7F-42E4-8C99-0E4B11E6FAD0}" destId="{23C773C0-2C4F-42D2-993A-84B2087C3FB3}" srcOrd="1" destOrd="0" presId="urn:microsoft.com/office/officeart/2005/8/layout/orgChart1"/>
    <dgm:cxn modelId="{129BD871-6D3B-4824-A9B7-51448CD9ED00}" type="presParOf" srcId="{C5C249CC-35C8-4219-9F1E-94FE1D758AE7}" destId="{FFD4F1EB-FB17-4F6E-B264-8B2B3C66C723}" srcOrd="1" destOrd="0" presId="urn:microsoft.com/office/officeart/2005/8/layout/orgChart1"/>
    <dgm:cxn modelId="{4FDF94C4-4974-452B-9C82-B5EF639CD69E}" type="presParOf" srcId="{FFD4F1EB-FB17-4F6E-B264-8B2B3C66C723}" destId="{E79C2716-2A1E-4AA2-8722-002EA49B74CB}" srcOrd="0" destOrd="0" presId="urn:microsoft.com/office/officeart/2005/8/layout/orgChart1"/>
    <dgm:cxn modelId="{FDE23672-86E2-4909-988F-6A4A1FFF0D58}" type="presParOf" srcId="{FFD4F1EB-FB17-4F6E-B264-8B2B3C66C723}" destId="{57E0F339-72BA-4199-A09E-58C1705BEF02}" srcOrd="1" destOrd="0" presId="urn:microsoft.com/office/officeart/2005/8/layout/orgChart1"/>
    <dgm:cxn modelId="{DE1A8FE0-D770-4E13-A05F-C4B78D75F18B}" type="presParOf" srcId="{57E0F339-72BA-4199-A09E-58C1705BEF02}" destId="{1B6C4634-D628-4F9E-9C9F-5A6A61DBEA4F}" srcOrd="0" destOrd="0" presId="urn:microsoft.com/office/officeart/2005/8/layout/orgChart1"/>
    <dgm:cxn modelId="{321AB326-BEF5-4DEE-8BDF-5F9DF4C6F879}" type="presParOf" srcId="{1B6C4634-D628-4F9E-9C9F-5A6A61DBEA4F}" destId="{172F9D62-11F1-48C8-B4D3-5F9B72958F97}" srcOrd="0" destOrd="0" presId="urn:microsoft.com/office/officeart/2005/8/layout/orgChart1"/>
    <dgm:cxn modelId="{A677DCCF-7028-4299-8A3C-394327AD8D9F}" type="presParOf" srcId="{1B6C4634-D628-4F9E-9C9F-5A6A61DBEA4F}" destId="{5B817235-F47D-40E4-9561-317C8B36AEB9}" srcOrd="1" destOrd="0" presId="urn:microsoft.com/office/officeart/2005/8/layout/orgChart1"/>
    <dgm:cxn modelId="{B092E9A1-7393-44DB-A798-4DB30DA644BD}" type="presParOf" srcId="{57E0F339-72BA-4199-A09E-58C1705BEF02}" destId="{977D9E55-F6A5-4B9F-AA6F-2F527D16E664}" srcOrd="1" destOrd="0" presId="urn:microsoft.com/office/officeart/2005/8/layout/orgChart1"/>
    <dgm:cxn modelId="{B504126B-2571-4C43-B82C-83B8D2272564}" type="presParOf" srcId="{57E0F339-72BA-4199-A09E-58C1705BEF02}" destId="{4C2BFCA5-8F7F-4301-A9E4-ADBA31E9BF20}" srcOrd="2" destOrd="0" presId="urn:microsoft.com/office/officeart/2005/8/layout/orgChart1"/>
    <dgm:cxn modelId="{CB2DA84B-4371-4EAD-9C49-45A3CAD78F28}" type="presParOf" srcId="{FFD4F1EB-FB17-4F6E-B264-8B2B3C66C723}" destId="{082363F2-A875-4E61-AA55-820B4BE7C3E7}" srcOrd="2" destOrd="0" presId="urn:microsoft.com/office/officeart/2005/8/layout/orgChart1"/>
    <dgm:cxn modelId="{E3EC7BA8-F2C9-4F94-9C93-FC91B86D3D92}" type="presParOf" srcId="{FFD4F1EB-FB17-4F6E-B264-8B2B3C66C723}" destId="{3A6B360E-A819-4EE5-984B-013B3CCD2B59}" srcOrd="3" destOrd="0" presId="urn:microsoft.com/office/officeart/2005/8/layout/orgChart1"/>
    <dgm:cxn modelId="{6620536B-2F7A-4B96-B308-090F6FEC38A3}" type="presParOf" srcId="{3A6B360E-A819-4EE5-984B-013B3CCD2B59}" destId="{ABEA28E1-3D2A-4FAD-A5DE-83E47506DF44}" srcOrd="0" destOrd="0" presId="urn:microsoft.com/office/officeart/2005/8/layout/orgChart1"/>
    <dgm:cxn modelId="{FC1B39F3-FDCC-4FCA-AD41-75BECFD3A7EF}" type="presParOf" srcId="{ABEA28E1-3D2A-4FAD-A5DE-83E47506DF44}" destId="{C6BD7BA8-3D9F-4B21-9073-183BBC533FBB}" srcOrd="0" destOrd="0" presId="urn:microsoft.com/office/officeart/2005/8/layout/orgChart1"/>
    <dgm:cxn modelId="{0470461F-156B-4945-A0D3-2E05938AAC3B}" type="presParOf" srcId="{ABEA28E1-3D2A-4FAD-A5DE-83E47506DF44}" destId="{DD1F86A1-5BE9-4438-9466-4A1730A6E841}" srcOrd="1" destOrd="0" presId="urn:microsoft.com/office/officeart/2005/8/layout/orgChart1"/>
    <dgm:cxn modelId="{67CE2AED-3451-47F5-BF5D-6081A77708EF}" type="presParOf" srcId="{3A6B360E-A819-4EE5-984B-013B3CCD2B59}" destId="{92FEAFD5-2945-48B8-8720-DF412B4A7873}" srcOrd="1" destOrd="0" presId="urn:microsoft.com/office/officeart/2005/8/layout/orgChart1"/>
    <dgm:cxn modelId="{4814C2AA-8725-41A0-BE3D-EFE52968B44D}" type="presParOf" srcId="{3A6B360E-A819-4EE5-984B-013B3CCD2B59}" destId="{4A9D248C-CF65-4E63-A3E9-E70EAABB3C09}" srcOrd="2" destOrd="0" presId="urn:microsoft.com/office/officeart/2005/8/layout/orgChart1"/>
    <dgm:cxn modelId="{4B9BB26E-6A48-489F-858E-13D566E74BA7}" type="presParOf" srcId="{FFD4F1EB-FB17-4F6E-B264-8B2B3C66C723}" destId="{E464D2B7-C79F-4A27-BF33-B7746A5AA961}" srcOrd="4" destOrd="0" presId="urn:microsoft.com/office/officeart/2005/8/layout/orgChart1"/>
    <dgm:cxn modelId="{4B33A6B4-0BA4-416B-8647-A8AD82A54121}" type="presParOf" srcId="{FFD4F1EB-FB17-4F6E-B264-8B2B3C66C723}" destId="{52277BE9-1F7C-4529-9A49-C0D64EDF14E4}" srcOrd="5" destOrd="0" presId="urn:microsoft.com/office/officeart/2005/8/layout/orgChart1"/>
    <dgm:cxn modelId="{54A469BA-6B97-40A5-AFA1-43D4F12C3FDB}" type="presParOf" srcId="{52277BE9-1F7C-4529-9A49-C0D64EDF14E4}" destId="{230EAC07-462A-42FB-AFED-DECF7728F87E}" srcOrd="0" destOrd="0" presId="urn:microsoft.com/office/officeart/2005/8/layout/orgChart1"/>
    <dgm:cxn modelId="{9FBDA602-EF24-4202-B9C5-AA296DF4BBD9}" type="presParOf" srcId="{230EAC07-462A-42FB-AFED-DECF7728F87E}" destId="{BB05ECC5-3084-4DCE-A6AE-A59BEEDC0AB6}" srcOrd="0" destOrd="0" presId="urn:microsoft.com/office/officeart/2005/8/layout/orgChart1"/>
    <dgm:cxn modelId="{1C454171-836E-4DD6-99CB-5B86F0163515}" type="presParOf" srcId="{230EAC07-462A-42FB-AFED-DECF7728F87E}" destId="{37DDA1D5-8495-485C-BC8E-5B66AD577042}" srcOrd="1" destOrd="0" presId="urn:microsoft.com/office/officeart/2005/8/layout/orgChart1"/>
    <dgm:cxn modelId="{AD39C0FB-45A5-4B66-88D6-D4A031989397}" type="presParOf" srcId="{52277BE9-1F7C-4529-9A49-C0D64EDF14E4}" destId="{120722FB-1D95-45D8-AFA8-FB17D8CDDC92}" srcOrd="1" destOrd="0" presId="urn:microsoft.com/office/officeart/2005/8/layout/orgChart1"/>
    <dgm:cxn modelId="{3AB28B83-ED5C-4B4C-9640-6581CE547A40}" type="presParOf" srcId="{52277BE9-1F7C-4529-9A49-C0D64EDF14E4}" destId="{EFACAEB2-06AC-4395-ACC1-4E700FFD6A67}" srcOrd="2" destOrd="0" presId="urn:microsoft.com/office/officeart/2005/8/layout/orgChart1"/>
    <dgm:cxn modelId="{288E3D94-2C77-43B7-A7BE-E7E99E990820}" type="presParOf" srcId="{C5C249CC-35C8-4219-9F1E-94FE1D758AE7}" destId="{D9BDD666-9406-40C9-BDB5-7D4337C0FC70}" srcOrd="2" destOrd="0" presId="urn:microsoft.com/office/officeart/2005/8/layout/orgChart1"/>
    <dgm:cxn modelId="{FB9C1DFC-73DE-4420-AA80-8B592706A894}" type="presParOf" srcId="{E70FC72D-1E17-4234-9B00-8BF7EC3334F0}" destId="{5C5FDE64-884E-4ED0-835A-3F14DF8E4979}" srcOrd="6" destOrd="0" presId="urn:microsoft.com/office/officeart/2005/8/layout/orgChart1"/>
    <dgm:cxn modelId="{99F54605-D8CC-443E-A2EB-1BF24EC7F5EF}" type="presParOf" srcId="{E70FC72D-1E17-4234-9B00-8BF7EC3334F0}" destId="{698AF795-E944-4841-9780-0B55073D9EAB}" srcOrd="7" destOrd="0" presId="urn:microsoft.com/office/officeart/2005/8/layout/orgChart1"/>
    <dgm:cxn modelId="{D614322F-CE1C-41DF-AB7D-EBDD92E14D21}" type="presParOf" srcId="{698AF795-E944-4841-9780-0B55073D9EAB}" destId="{721B886A-40D3-4CE6-B033-771032F2FFF7}" srcOrd="0" destOrd="0" presId="urn:microsoft.com/office/officeart/2005/8/layout/orgChart1"/>
    <dgm:cxn modelId="{CFDCB4E0-D283-4E24-B102-038FF5532DFE}" type="presParOf" srcId="{721B886A-40D3-4CE6-B033-771032F2FFF7}" destId="{4C2D3CC6-EBAD-45D3-98BB-E5172BCE369A}" srcOrd="0" destOrd="0" presId="urn:microsoft.com/office/officeart/2005/8/layout/orgChart1"/>
    <dgm:cxn modelId="{4B1EF16F-EBEF-434A-B440-C97731626FAA}" type="presParOf" srcId="{721B886A-40D3-4CE6-B033-771032F2FFF7}" destId="{105B9C4E-FC46-42FA-A2C5-75F81DD98305}" srcOrd="1" destOrd="0" presId="urn:microsoft.com/office/officeart/2005/8/layout/orgChart1"/>
    <dgm:cxn modelId="{F6C9BA8B-E91F-495F-ADE8-D3BD62EE7E03}" type="presParOf" srcId="{698AF795-E944-4841-9780-0B55073D9EAB}" destId="{6393C92B-08E1-4087-AF1B-50940375AD8A}" srcOrd="1" destOrd="0" presId="urn:microsoft.com/office/officeart/2005/8/layout/orgChart1"/>
    <dgm:cxn modelId="{73279F79-118D-48AC-B8E7-CF5DD133E8F6}" type="presParOf" srcId="{698AF795-E944-4841-9780-0B55073D9EAB}" destId="{D93763A0-9613-47CD-A81A-238FBD6418A7}" srcOrd="2" destOrd="0" presId="urn:microsoft.com/office/officeart/2005/8/layout/orgChart1"/>
    <dgm:cxn modelId="{A43E91B9-1B80-4A03-841A-371133917DC2}" type="presParOf" srcId="{2B256CBF-7040-4372-9D9F-A78169FF3559}" destId="{C46118AF-AA11-413E-B792-489784D80C1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9DFA01-D3F4-4ED9-B363-454C16221E43}">
      <dsp:nvSpPr>
        <dsp:cNvPr id="0" name=""/>
        <dsp:cNvSpPr/>
      </dsp:nvSpPr>
      <dsp:spPr>
        <a:xfrm>
          <a:off x="4631" y="526890"/>
          <a:ext cx="2182018" cy="2182018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258" t="-5106" r="-21496" b="-2572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8184776-F686-4818-BB65-A6A005522B8F}">
      <dsp:nvSpPr>
        <dsp:cNvPr id="0" name=""/>
        <dsp:cNvSpPr/>
      </dsp:nvSpPr>
      <dsp:spPr>
        <a:xfrm>
          <a:off x="359843" y="1836102"/>
          <a:ext cx="2182018" cy="21820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 baseline="0" dirty="0">
              <a:solidFill>
                <a:schemeClr val="tx1"/>
              </a:solidFill>
            </a:rPr>
            <a:t>Model</a:t>
          </a:r>
          <a:endParaRPr lang="en-US" sz="4800" kern="1200" dirty="0">
            <a:solidFill>
              <a:schemeClr val="tx1"/>
            </a:solidFill>
          </a:endParaRPr>
        </a:p>
      </dsp:txBody>
      <dsp:txXfrm>
        <a:off x="423752" y="1900011"/>
        <a:ext cx="2054200" cy="2054200"/>
      </dsp:txXfrm>
    </dsp:sp>
    <dsp:sp modelId="{9F66FC0B-D5F8-4D4B-90AB-E6BF88868E22}">
      <dsp:nvSpPr>
        <dsp:cNvPr id="0" name=""/>
        <dsp:cNvSpPr/>
      </dsp:nvSpPr>
      <dsp:spPr>
        <a:xfrm>
          <a:off x="2606955" y="1355746"/>
          <a:ext cx="420305" cy="5243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606955" y="1460608"/>
        <a:ext cx="294214" cy="314584"/>
      </dsp:txXfrm>
    </dsp:sp>
    <dsp:sp modelId="{F0C94EF1-AEB4-40D3-8670-2D18F8B0F4D4}">
      <dsp:nvSpPr>
        <dsp:cNvPr id="0" name=""/>
        <dsp:cNvSpPr/>
      </dsp:nvSpPr>
      <dsp:spPr>
        <a:xfrm>
          <a:off x="3387521" y="526890"/>
          <a:ext cx="2182018" cy="2182018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631" t="-15542" r="-86945" b="-15352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6FC56D33-F993-474A-ACBC-400B49AD7DDD}">
      <dsp:nvSpPr>
        <dsp:cNvPr id="0" name=""/>
        <dsp:cNvSpPr/>
      </dsp:nvSpPr>
      <dsp:spPr>
        <a:xfrm>
          <a:off x="3742734" y="1836102"/>
          <a:ext cx="2182018" cy="21820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 baseline="0" dirty="0">
              <a:solidFill>
                <a:schemeClr val="tx1"/>
              </a:solidFill>
            </a:rPr>
            <a:t>Slice</a:t>
          </a:r>
          <a:endParaRPr lang="en-US" sz="4800" kern="1200" dirty="0">
            <a:solidFill>
              <a:schemeClr val="tx1"/>
            </a:solidFill>
          </a:endParaRPr>
        </a:p>
      </dsp:txBody>
      <dsp:txXfrm>
        <a:off x="3806643" y="1900011"/>
        <a:ext cx="2054200" cy="2054200"/>
      </dsp:txXfrm>
    </dsp:sp>
    <dsp:sp modelId="{FD41A4BB-3A46-4EDC-B788-45B78510ADCE}">
      <dsp:nvSpPr>
        <dsp:cNvPr id="0" name=""/>
        <dsp:cNvSpPr/>
      </dsp:nvSpPr>
      <dsp:spPr>
        <a:xfrm>
          <a:off x="5989845" y="1355746"/>
          <a:ext cx="420305" cy="5243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989845" y="1460608"/>
        <a:ext cx="294214" cy="314584"/>
      </dsp:txXfrm>
    </dsp:sp>
    <dsp:sp modelId="{0CF9CFA1-1364-4A0D-8E3D-484F505163B2}">
      <dsp:nvSpPr>
        <dsp:cNvPr id="0" name=""/>
        <dsp:cNvSpPr/>
      </dsp:nvSpPr>
      <dsp:spPr>
        <a:xfrm>
          <a:off x="6770412" y="526890"/>
          <a:ext cx="2182018" cy="2182018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2370" t="-38298" r="-22234" b="3694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067F0EE2-AD8B-4E82-97B0-AF769421E850}">
      <dsp:nvSpPr>
        <dsp:cNvPr id="0" name=""/>
        <dsp:cNvSpPr/>
      </dsp:nvSpPr>
      <dsp:spPr>
        <a:xfrm>
          <a:off x="7125624" y="1836102"/>
          <a:ext cx="2182018" cy="21820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 baseline="0" dirty="0">
              <a:solidFill>
                <a:schemeClr val="tx1"/>
              </a:solidFill>
            </a:rPr>
            <a:t>Print</a:t>
          </a:r>
          <a:endParaRPr lang="en-US" sz="4800" kern="1200" dirty="0">
            <a:solidFill>
              <a:schemeClr val="tx1"/>
            </a:solidFill>
          </a:endParaRPr>
        </a:p>
      </dsp:txBody>
      <dsp:txXfrm>
        <a:off x="7189533" y="1900011"/>
        <a:ext cx="2054200" cy="20542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01FBC-406D-49A9-9299-174F089F6931}">
      <dsp:nvSpPr>
        <dsp:cNvPr id="0" name=""/>
        <dsp:cNvSpPr/>
      </dsp:nvSpPr>
      <dsp:spPr>
        <a:xfrm>
          <a:off x="5025074" y="1653078"/>
          <a:ext cx="201987" cy="25315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31572"/>
              </a:lnTo>
              <a:lnTo>
                <a:pt x="201987" y="253157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E7579F-6DD0-400E-ADBE-E626749C776F}">
      <dsp:nvSpPr>
        <dsp:cNvPr id="0" name=""/>
        <dsp:cNvSpPr/>
      </dsp:nvSpPr>
      <dsp:spPr>
        <a:xfrm>
          <a:off x="5025074" y="1653078"/>
          <a:ext cx="201987" cy="15754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5499"/>
              </a:lnTo>
              <a:lnTo>
                <a:pt x="201987" y="157549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3E0AAE-F99D-42A4-89DE-CACC9714C8C4}">
      <dsp:nvSpPr>
        <dsp:cNvPr id="0" name=""/>
        <dsp:cNvSpPr/>
      </dsp:nvSpPr>
      <dsp:spPr>
        <a:xfrm>
          <a:off x="5025074" y="1653078"/>
          <a:ext cx="201987" cy="6194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9427"/>
              </a:lnTo>
              <a:lnTo>
                <a:pt x="201987" y="61942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C7BDF1-1283-4D53-9E7C-AC29A9FCEEC7}">
      <dsp:nvSpPr>
        <dsp:cNvPr id="0" name=""/>
        <dsp:cNvSpPr/>
      </dsp:nvSpPr>
      <dsp:spPr>
        <a:xfrm>
          <a:off x="3119662" y="697006"/>
          <a:ext cx="2444044" cy="282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1"/>
              </a:lnTo>
              <a:lnTo>
                <a:pt x="2444044" y="141391"/>
              </a:lnTo>
              <a:lnTo>
                <a:pt x="2444044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E42FF7-0C1F-41B1-8568-6C0D154F1289}">
      <dsp:nvSpPr>
        <dsp:cNvPr id="0" name=""/>
        <dsp:cNvSpPr/>
      </dsp:nvSpPr>
      <dsp:spPr>
        <a:xfrm>
          <a:off x="3119662" y="697006"/>
          <a:ext cx="814681" cy="282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1"/>
              </a:lnTo>
              <a:lnTo>
                <a:pt x="814681" y="141391"/>
              </a:lnTo>
              <a:lnTo>
                <a:pt x="814681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7BC1D3-C848-4ED8-BF31-BDF95EF3FCF5}">
      <dsp:nvSpPr>
        <dsp:cNvPr id="0" name=""/>
        <dsp:cNvSpPr/>
      </dsp:nvSpPr>
      <dsp:spPr>
        <a:xfrm>
          <a:off x="2304981" y="697006"/>
          <a:ext cx="814681" cy="282782"/>
        </a:xfrm>
        <a:custGeom>
          <a:avLst/>
          <a:gdLst/>
          <a:ahLst/>
          <a:cxnLst/>
          <a:rect l="0" t="0" r="0" b="0"/>
          <a:pathLst>
            <a:path>
              <a:moveTo>
                <a:pt x="814681" y="0"/>
              </a:moveTo>
              <a:lnTo>
                <a:pt x="814681" y="141391"/>
              </a:lnTo>
              <a:lnTo>
                <a:pt x="0" y="141391"/>
              </a:lnTo>
              <a:lnTo>
                <a:pt x="0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41DAFA-3E1B-49C2-9328-716F1FBB5025}">
      <dsp:nvSpPr>
        <dsp:cNvPr id="0" name=""/>
        <dsp:cNvSpPr/>
      </dsp:nvSpPr>
      <dsp:spPr>
        <a:xfrm>
          <a:off x="675618" y="697006"/>
          <a:ext cx="2444044" cy="282782"/>
        </a:xfrm>
        <a:custGeom>
          <a:avLst/>
          <a:gdLst/>
          <a:ahLst/>
          <a:cxnLst/>
          <a:rect l="0" t="0" r="0" b="0"/>
          <a:pathLst>
            <a:path>
              <a:moveTo>
                <a:pt x="2444044" y="0"/>
              </a:moveTo>
              <a:lnTo>
                <a:pt x="2444044" y="141391"/>
              </a:lnTo>
              <a:lnTo>
                <a:pt x="0" y="141391"/>
              </a:lnTo>
              <a:lnTo>
                <a:pt x="0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AD8690-5DAD-474D-84EC-3FECA88802A9}">
      <dsp:nvSpPr>
        <dsp:cNvPr id="0" name=""/>
        <dsp:cNvSpPr/>
      </dsp:nvSpPr>
      <dsp:spPr>
        <a:xfrm>
          <a:off x="2446372" y="23715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3D printing magnetics</a:t>
          </a:r>
          <a:endParaRPr lang="en-DK" sz="1600" kern="1200" dirty="0"/>
        </a:p>
      </dsp:txBody>
      <dsp:txXfrm>
        <a:off x="2446372" y="23715"/>
        <a:ext cx="1346580" cy="673290"/>
      </dsp:txXfrm>
    </dsp:sp>
    <dsp:sp modelId="{CF7D6F96-10C0-4899-B31B-605C6D515E09}">
      <dsp:nvSpPr>
        <dsp:cNvPr id="0" name=""/>
        <dsp:cNvSpPr/>
      </dsp:nvSpPr>
      <dsp:spPr>
        <a:xfrm>
          <a:off x="2327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Vat polymerization</a:t>
          </a:r>
          <a:endParaRPr lang="en-DK" sz="1600" kern="1200" dirty="0"/>
        </a:p>
      </dsp:txBody>
      <dsp:txXfrm>
        <a:off x="2327" y="979788"/>
        <a:ext cx="1346580" cy="673290"/>
      </dsp:txXfrm>
    </dsp:sp>
    <dsp:sp modelId="{871A6ED8-8A9A-480E-8365-20FD2D07CB7C}">
      <dsp:nvSpPr>
        <dsp:cNvPr id="0" name=""/>
        <dsp:cNvSpPr/>
      </dsp:nvSpPr>
      <dsp:spPr>
        <a:xfrm>
          <a:off x="1631690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Powder bed fusion</a:t>
          </a:r>
          <a:endParaRPr lang="en-DK" sz="1600" kern="1200" dirty="0"/>
        </a:p>
      </dsp:txBody>
      <dsp:txXfrm>
        <a:off x="1631690" y="979788"/>
        <a:ext cx="1346580" cy="673290"/>
      </dsp:txXfrm>
    </dsp:sp>
    <dsp:sp modelId="{CB1FE7C7-E636-467B-8529-FE2557051543}">
      <dsp:nvSpPr>
        <dsp:cNvPr id="0" name=""/>
        <dsp:cNvSpPr/>
      </dsp:nvSpPr>
      <dsp:spPr>
        <a:xfrm>
          <a:off x="3261053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Binder jetting</a:t>
          </a:r>
          <a:endParaRPr lang="en-DK" sz="1600" kern="1200" dirty="0"/>
        </a:p>
      </dsp:txBody>
      <dsp:txXfrm>
        <a:off x="3261053" y="979788"/>
        <a:ext cx="1346580" cy="673290"/>
      </dsp:txXfrm>
    </dsp:sp>
    <dsp:sp modelId="{17F839CA-601E-4CD0-ACD0-EB374AD36C4B}">
      <dsp:nvSpPr>
        <dsp:cNvPr id="0" name=""/>
        <dsp:cNvSpPr/>
      </dsp:nvSpPr>
      <dsp:spPr>
        <a:xfrm>
          <a:off x="4890416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Material extrusion</a:t>
          </a:r>
          <a:endParaRPr lang="en-DK" sz="1600" kern="1200" dirty="0"/>
        </a:p>
      </dsp:txBody>
      <dsp:txXfrm>
        <a:off x="4890416" y="979788"/>
        <a:ext cx="1346580" cy="673290"/>
      </dsp:txXfrm>
    </dsp:sp>
    <dsp:sp modelId="{8D9D5234-8E0C-4A6E-AEC2-F5679278FC45}">
      <dsp:nvSpPr>
        <dsp:cNvPr id="0" name=""/>
        <dsp:cNvSpPr/>
      </dsp:nvSpPr>
      <dsp:spPr>
        <a:xfrm>
          <a:off x="5227062" y="1935860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deposition modeling</a:t>
          </a:r>
          <a:endParaRPr lang="en-DK" sz="1600" kern="1200" dirty="0"/>
        </a:p>
      </dsp:txBody>
      <dsp:txXfrm>
        <a:off x="5227062" y="1935860"/>
        <a:ext cx="1346580" cy="673290"/>
      </dsp:txXfrm>
    </dsp:sp>
    <dsp:sp modelId="{2E4C9DF0-5B10-4844-A70F-01E45CC6FABD}">
      <dsp:nvSpPr>
        <dsp:cNvPr id="0" name=""/>
        <dsp:cNvSpPr/>
      </dsp:nvSpPr>
      <dsp:spPr>
        <a:xfrm>
          <a:off x="5227062" y="2891933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Direct ink writing</a:t>
          </a:r>
          <a:endParaRPr lang="en-DK" sz="1600" kern="1200" dirty="0"/>
        </a:p>
      </dsp:txBody>
      <dsp:txXfrm>
        <a:off x="5227062" y="2891933"/>
        <a:ext cx="1346580" cy="673290"/>
      </dsp:txXfrm>
    </dsp:sp>
    <dsp:sp modelId="{3D326CBC-754A-4891-8CBB-52CAE366C635}">
      <dsp:nvSpPr>
        <dsp:cNvPr id="0" name=""/>
        <dsp:cNvSpPr/>
      </dsp:nvSpPr>
      <dsp:spPr>
        <a:xfrm>
          <a:off x="5227062" y="3848005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granulate fabrication</a:t>
          </a:r>
          <a:endParaRPr lang="en-DK" sz="1600" kern="1200" dirty="0"/>
        </a:p>
      </dsp:txBody>
      <dsp:txXfrm>
        <a:off x="5227062" y="3848005"/>
        <a:ext cx="1346580" cy="6732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01FBC-406D-49A9-9299-174F089F6931}">
      <dsp:nvSpPr>
        <dsp:cNvPr id="0" name=""/>
        <dsp:cNvSpPr/>
      </dsp:nvSpPr>
      <dsp:spPr>
        <a:xfrm>
          <a:off x="5025074" y="1653078"/>
          <a:ext cx="201987" cy="25315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31572"/>
              </a:lnTo>
              <a:lnTo>
                <a:pt x="201987" y="253157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E7579F-6DD0-400E-ADBE-E626749C776F}">
      <dsp:nvSpPr>
        <dsp:cNvPr id="0" name=""/>
        <dsp:cNvSpPr/>
      </dsp:nvSpPr>
      <dsp:spPr>
        <a:xfrm>
          <a:off x="5025074" y="1653078"/>
          <a:ext cx="201987" cy="15754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5499"/>
              </a:lnTo>
              <a:lnTo>
                <a:pt x="201987" y="157549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3E0AAE-F99D-42A4-89DE-CACC9714C8C4}">
      <dsp:nvSpPr>
        <dsp:cNvPr id="0" name=""/>
        <dsp:cNvSpPr/>
      </dsp:nvSpPr>
      <dsp:spPr>
        <a:xfrm>
          <a:off x="5025074" y="1653078"/>
          <a:ext cx="201987" cy="6194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9427"/>
              </a:lnTo>
              <a:lnTo>
                <a:pt x="201987" y="61942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C7BDF1-1283-4D53-9E7C-AC29A9FCEEC7}">
      <dsp:nvSpPr>
        <dsp:cNvPr id="0" name=""/>
        <dsp:cNvSpPr/>
      </dsp:nvSpPr>
      <dsp:spPr>
        <a:xfrm>
          <a:off x="3119662" y="697006"/>
          <a:ext cx="2444044" cy="282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1"/>
              </a:lnTo>
              <a:lnTo>
                <a:pt x="2444044" y="141391"/>
              </a:lnTo>
              <a:lnTo>
                <a:pt x="2444044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E42FF7-0C1F-41B1-8568-6C0D154F1289}">
      <dsp:nvSpPr>
        <dsp:cNvPr id="0" name=""/>
        <dsp:cNvSpPr/>
      </dsp:nvSpPr>
      <dsp:spPr>
        <a:xfrm>
          <a:off x="3119662" y="697006"/>
          <a:ext cx="814681" cy="282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1"/>
              </a:lnTo>
              <a:lnTo>
                <a:pt x="814681" y="141391"/>
              </a:lnTo>
              <a:lnTo>
                <a:pt x="814681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7BC1D3-C848-4ED8-BF31-BDF95EF3FCF5}">
      <dsp:nvSpPr>
        <dsp:cNvPr id="0" name=""/>
        <dsp:cNvSpPr/>
      </dsp:nvSpPr>
      <dsp:spPr>
        <a:xfrm>
          <a:off x="2304981" y="697006"/>
          <a:ext cx="814681" cy="282782"/>
        </a:xfrm>
        <a:custGeom>
          <a:avLst/>
          <a:gdLst/>
          <a:ahLst/>
          <a:cxnLst/>
          <a:rect l="0" t="0" r="0" b="0"/>
          <a:pathLst>
            <a:path>
              <a:moveTo>
                <a:pt x="814681" y="0"/>
              </a:moveTo>
              <a:lnTo>
                <a:pt x="814681" y="141391"/>
              </a:lnTo>
              <a:lnTo>
                <a:pt x="0" y="141391"/>
              </a:lnTo>
              <a:lnTo>
                <a:pt x="0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41DAFA-3E1B-49C2-9328-716F1FBB5025}">
      <dsp:nvSpPr>
        <dsp:cNvPr id="0" name=""/>
        <dsp:cNvSpPr/>
      </dsp:nvSpPr>
      <dsp:spPr>
        <a:xfrm>
          <a:off x="675618" y="697006"/>
          <a:ext cx="2444044" cy="282782"/>
        </a:xfrm>
        <a:custGeom>
          <a:avLst/>
          <a:gdLst/>
          <a:ahLst/>
          <a:cxnLst/>
          <a:rect l="0" t="0" r="0" b="0"/>
          <a:pathLst>
            <a:path>
              <a:moveTo>
                <a:pt x="2444044" y="0"/>
              </a:moveTo>
              <a:lnTo>
                <a:pt x="2444044" y="141391"/>
              </a:lnTo>
              <a:lnTo>
                <a:pt x="0" y="141391"/>
              </a:lnTo>
              <a:lnTo>
                <a:pt x="0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AD8690-5DAD-474D-84EC-3FECA88802A9}">
      <dsp:nvSpPr>
        <dsp:cNvPr id="0" name=""/>
        <dsp:cNvSpPr/>
      </dsp:nvSpPr>
      <dsp:spPr>
        <a:xfrm>
          <a:off x="2446372" y="23715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3D printing magnetics</a:t>
          </a:r>
          <a:endParaRPr lang="en-DK" sz="1600" kern="1200" dirty="0"/>
        </a:p>
      </dsp:txBody>
      <dsp:txXfrm>
        <a:off x="2446372" y="23715"/>
        <a:ext cx="1346580" cy="673290"/>
      </dsp:txXfrm>
    </dsp:sp>
    <dsp:sp modelId="{CF7D6F96-10C0-4899-B31B-605C6D515E09}">
      <dsp:nvSpPr>
        <dsp:cNvPr id="0" name=""/>
        <dsp:cNvSpPr/>
      </dsp:nvSpPr>
      <dsp:spPr>
        <a:xfrm>
          <a:off x="2327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Vat polymerization</a:t>
          </a:r>
          <a:endParaRPr lang="en-DK" sz="1600" kern="1200" dirty="0"/>
        </a:p>
      </dsp:txBody>
      <dsp:txXfrm>
        <a:off x="2327" y="979788"/>
        <a:ext cx="1346580" cy="673290"/>
      </dsp:txXfrm>
    </dsp:sp>
    <dsp:sp modelId="{871A6ED8-8A9A-480E-8365-20FD2D07CB7C}">
      <dsp:nvSpPr>
        <dsp:cNvPr id="0" name=""/>
        <dsp:cNvSpPr/>
      </dsp:nvSpPr>
      <dsp:spPr>
        <a:xfrm>
          <a:off x="1631690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Powder bed fusion</a:t>
          </a:r>
          <a:endParaRPr lang="en-DK" sz="1600" kern="1200" dirty="0"/>
        </a:p>
      </dsp:txBody>
      <dsp:txXfrm>
        <a:off x="1631690" y="979788"/>
        <a:ext cx="1346580" cy="673290"/>
      </dsp:txXfrm>
    </dsp:sp>
    <dsp:sp modelId="{CB1FE7C7-E636-467B-8529-FE2557051543}">
      <dsp:nvSpPr>
        <dsp:cNvPr id="0" name=""/>
        <dsp:cNvSpPr/>
      </dsp:nvSpPr>
      <dsp:spPr>
        <a:xfrm>
          <a:off x="3261053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Binder jetting</a:t>
          </a:r>
          <a:endParaRPr lang="en-DK" sz="1600" kern="1200" dirty="0"/>
        </a:p>
      </dsp:txBody>
      <dsp:txXfrm>
        <a:off x="3261053" y="979788"/>
        <a:ext cx="1346580" cy="673290"/>
      </dsp:txXfrm>
    </dsp:sp>
    <dsp:sp modelId="{17F839CA-601E-4CD0-ACD0-EB374AD36C4B}">
      <dsp:nvSpPr>
        <dsp:cNvPr id="0" name=""/>
        <dsp:cNvSpPr/>
      </dsp:nvSpPr>
      <dsp:spPr>
        <a:xfrm>
          <a:off x="4890416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Material extrusion</a:t>
          </a:r>
          <a:endParaRPr lang="en-DK" sz="1600" kern="1200" dirty="0"/>
        </a:p>
      </dsp:txBody>
      <dsp:txXfrm>
        <a:off x="4890416" y="979788"/>
        <a:ext cx="1346580" cy="673290"/>
      </dsp:txXfrm>
    </dsp:sp>
    <dsp:sp modelId="{8D9D5234-8E0C-4A6E-AEC2-F5679278FC45}">
      <dsp:nvSpPr>
        <dsp:cNvPr id="0" name=""/>
        <dsp:cNvSpPr/>
      </dsp:nvSpPr>
      <dsp:spPr>
        <a:xfrm>
          <a:off x="5227062" y="1935860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deposition modeling</a:t>
          </a:r>
          <a:endParaRPr lang="en-DK" sz="1600" kern="1200" dirty="0"/>
        </a:p>
      </dsp:txBody>
      <dsp:txXfrm>
        <a:off x="5227062" y="1935860"/>
        <a:ext cx="1346580" cy="673290"/>
      </dsp:txXfrm>
    </dsp:sp>
    <dsp:sp modelId="{2E4C9DF0-5B10-4844-A70F-01E45CC6FABD}">
      <dsp:nvSpPr>
        <dsp:cNvPr id="0" name=""/>
        <dsp:cNvSpPr/>
      </dsp:nvSpPr>
      <dsp:spPr>
        <a:xfrm>
          <a:off x="5227062" y="2891933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Direct ink writing</a:t>
          </a:r>
          <a:endParaRPr lang="en-DK" sz="1600" kern="1200" dirty="0"/>
        </a:p>
      </dsp:txBody>
      <dsp:txXfrm>
        <a:off x="5227062" y="2891933"/>
        <a:ext cx="1346580" cy="673290"/>
      </dsp:txXfrm>
    </dsp:sp>
    <dsp:sp modelId="{3D326CBC-754A-4891-8CBB-52CAE366C635}">
      <dsp:nvSpPr>
        <dsp:cNvPr id="0" name=""/>
        <dsp:cNvSpPr/>
      </dsp:nvSpPr>
      <dsp:spPr>
        <a:xfrm>
          <a:off x="5227062" y="3848005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granulate fabrication</a:t>
          </a:r>
          <a:endParaRPr lang="en-DK" sz="1600" kern="1200" dirty="0"/>
        </a:p>
      </dsp:txBody>
      <dsp:txXfrm>
        <a:off x="5227062" y="3848005"/>
        <a:ext cx="1346580" cy="6732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01FBC-406D-49A9-9299-174F089F6931}">
      <dsp:nvSpPr>
        <dsp:cNvPr id="0" name=""/>
        <dsp:cNvSpPr/>
      </dsp:nvSpPr>
      <dsp:spPr>
        <a:xfrm>
          <a:off x="5025074" y="1653078"/>
          <a:ext cx="201987" cy="25315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31572"/>
              </a:lnTo>
              <a:lnTo>
                <a:pt x="201987" y="253157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E7579F-6DD0-400E-ADBE-E626749C776F}">
      <dsp:nvSpPr>
        <dsp:cNvPr id="0" name=""/>
        <dsp:cNvSpPr/>
      </dsp:nvSpPr>
      <dsp:spPr>
        <a:xfrm>
          <a:off x="5025074" y="1653078"/>
          <a:ext cx="201987" cy="15754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5499"/>
              </a:lnTo>
              <a:lnTo>
                <a:pt x="201987" y="157549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3E0AAE-F99D-42A4-89DE-CACC9714C8C4}">
      <dsp:nvSpPr>
        <dsp:cNvPr id="0" name=""/>
        <dsp:cNvSpPr/>
      </dsp:nvSpPr>
      <dsp:spPr>
        <a:xfrm>
          <a:off x="5025074" y="1653078"/>
          <a:ext cx="201987" cy="6194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9427"/>
              </a:lnTo>
              <a:lnTo>
                <a:pt x="201987" y="61942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C7BDF1-1283-4D53-9E7C-AC29A9FCEEC7}">
      <dsp:nvSpPr>
        <dsp:cNvPr id="0" name=""/>
        <dsp:cNvSpPr/>
      </dsp:nvSpPr>
      <dsp:spPr>
        <a:xfrm>
          <a:off x="3119662" y="697006"/>
          <a:ext cx="2444044" cy="282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1"/>
              </a:lnTo>
              <a:lnTo>
                <a:pt x="2444044" y="141391"/>
              </a:lnTo>
              <a:lnTo>
                <a:pt x="2444044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E42FF7-0C1F-41B1-8568-6C0D154F1289}">
      <dsp:nvSpPr>
        <dsp:cNvPr id="0" name=""/>
        <dsp:cNvSpPr/>
      </dsp:nvSpPr>
      <dsp:spPr>
        <a:xfrm>
          <a:off x="3119662" y="697006"/>
          <a:ext cx="814681" cy="282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1"/>
              </a:lnTo>
              <a:lnTo>
                <a:pt x="814681" y="141391"/>
              </a:lnTo>
              <a:lnTo>
                <a:pt x="814681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7BC1D3-C848-4ED8-BF31-BDF95EF3FCF5}">
      <dsp:nvSpPr>
        <dsp:cNvPr id="0" name=""/>
        <dsp:cNvSpPr/>
      </dsp:nvSpPr>
      <dsp:spPr>
        <a:xfrm>
          <a:off x="2304981" y="697006"/>
          <a:ext cx="814681" cy="282782"/>
        </a:xfrm>
        <a:custGeom>
          <a:avLst/>
          <a:gdLst/>
          <a:ahLst/>
          <a:cxnLst/>
          <a:rect l="0" t="0" r="0" b="0"/>
          <a:pathLst>
            <a:path>
              <a:moveTo>
                <a:pt x="814681" y="0"/>
              </a:moveTo>
              <a:lnTo>
                <a:pt x="814681" y="141391"/>
              </a:lnTo>
              <a:lnTo>
                <a:pt x="0" y="141391"/>
              </a:lnTo>
              <a:lnTo>
                <a:pt x="0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41DAFA-3E1B-49C2-9328-716F1FBB5025}">
      <dsp:nvSpPr>
        <dsp:cNvPr id="0" name=""/>
        <dsp:cNvSpPr/>
      </dsp:nvSpPr>
      <dsp:spPr>
        <a:xfrm>
          <a:off x="675618" y="697006"/>
          <a:ext cx="2444044" cy="282782"/>
        </a:xfrm>
        <a:custGeom>
          <a:avLst/>
          <a:gdLst/>
          <a:ahLst/>
          <a:cxnLst/>
          <a:rect l="0" t="0" r="0" b="0"/>
          <a:pathLst>
            <a:path>
              <a:moveTo>
                <a:pt x="2444044" y="0"/>
              </a:moveTo>
              <a:lnTo>
                <a:pt x="2444044" y="141391"/>
              </a:lnTo>
              <a:lnTo>
                <a:pt x="0" y="141391"/>
              </a:lnTo>
              <a:lnTo>
                <a:pt x="0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AD8690-5DAD-474D-84EC-3FECA88802A9}">
      <dsp:nvSpPr>
        <dsp:cNvPr id="0" name=""/>
        <dsp:cNvSpPr/>
      </dsp:nvSpPr>
      <dsp:spPr>
        <a:xfrm>
          <a:off x="2446372" y="23715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3D printing magnetics</a:t>
          </a:r>
          <a:endParaRPr lang="en-DK" sz="1600" kern="1200" dirty="0"/>
        </a:p>
      </dsp:txBody>
      <dsp:txXfrm>
        <a:off x="2446372" y="23715"/>
        <a:ext cx="1346580" cy="673290"/>
      </dsp:txXfrm>
    </dsp:sp>
    <dsp:sp modelId="{CF7D6F96-10C0-4899-B31B-605C6D515E09}">
      <dsp:nvSpPr>
        <dsp:cNvPr id="0" name=""/>
        <dsp:cNvSpPr/>
      </dsp:nvSpPr>
      <dsp:spPr>
        <a:xfrm>
          <a:off x="2327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Vat polymerization</a:t>
          </a:r>
          <a:endParaRPr lang="en-DK" sz="1600" kern="1200" dirty="0"/>
        </a:p>
      </dsp:txBody>
      <dsp:txXfrm>
        <a:off x="2327" y="979788"/>
        <a:ext cx="1346580" cy="673290"/>
      </dsp:txXfrm>
    </dsp:sp>
    <dsp:sp modelId="{871A6ED8-8A9A-480E-8365-20FD2D07CB7C}">
      <dsp:nvSpPr>
        <dsp:cNvPr id="0" name=""/>
        <dsp:cNvSpPr/>
      </dsp:nvSpPr>
      <dsp:spPr>
        <a:xfrm>
          <a:off x="1631690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Powder bed fusion</a:t>
          </a:r>
          <a:endParaRPr lang="en-DK" sz="1600" kern="1200" dirty="0"/>
        </a:p>
      </dsp:txBody>
      <dsp:txXfrm>
        <a:off x="1631690" y="979788"/>
        <a:ext cx="1346580" cy="673290"/>
      </dsp:txXfrm>
    </dsp:sp>
    <dsp:sp modelId="{CB1FE7C7-E636-467B-8529-FE2557051543}">
      <dsp:nvSpPr>
        <dsp:cNvPr id="0" name=""/>
        <dsp:cNvSpPr/>
      </dsp:nvSpPr>
      <dsp:spPr>
        <a:xfrm>
          <a:off x="3261053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Binder jetting</a:t>
          </a:r>
          <a:endParaRPr lang="en-DK" sz="1600" kern="1200" dirty="0"/>
        </a:p>
      </dsp:txBody>
      <dsp:txXfrm>
        <a:off x="3261053" y="979788"/>
        <a:ext cx="1346580" cy="673290"/>
      </dsp:txXfrm>
    </dsp:sp>
    <dsp:sp modelId="{17F839CA-601E-4CD0-ACD0-EB374AD36C4B}">
      <dsp:nvSpPr>
        <dsp:cNvPr id="0" name=""/>
        <dsp:cNvSpPr/>
      </dsp:nvSpPr>
      <dsp:spPr>
        <a:xfrm>
          <a:off x="4890416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Material extrusion</a:t>
          </a:r>
          <a:endParaRPr lang="en-DK" sz="1600" kern="1200" dirty="0"/>
        </a:p>
      </dsp:txBody>
      <dsp:txXfrm>
        <a:off x="4890416" y="979788"/>
        <a:ext cx="1346580" cy="673290"/>
      </dsp:txXfrm>
    </dsp:sp>
    <dsp:sp modelId="{8D9D5234-8E0C-4A6E-AEC2-F5679278FC45}">
      <dsp:nvSpPr>
        <dsp:cNvPr id="0" name=""/>
        <dsp:cNvSpPr/>
      </dsp:nvSpPr>
      <dsp:spPr>
        <a:xfrm>
          <a:off x="5227062" y="1935860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deposition modeling</a:t>
          </a:r>
          <a:endParaRPr lang="en-DK" sz="1600" kern="1200" dirty="0"/>
        </a:p>
      </dsp:txBody>
      <dsp:txXfrm>
        <a:off x="5227062" y="1935860"/>
        <a:ext cx="1346580" cy="673290"/>
      </dsp:txXfrm>
    </dsp:sp>
    <dsp:sp modelId="{2E4C9DF0-5B10-4844-A70F-01E45CC6FABD}">
      <dsp:nvSpPr>
        <dsp:cNvPr id="0" name=""/>
        <dsp:cNvSpPr/>
      </dsp:nvSpPr>
      <dsp:spPr>
        <a:xfrm>
          <a:off x="5227062" y="2891933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Direct ink writing</a:t>
          </a:r>
          <a:endParaRPr lang="en-DK" sz="1600" kern="1200" dirty="0"/>
        </a:p>
      </dsp:txBody>
      <dsp:txXfrm>
        <a:off x="5227062" y="2891933"/>
        <a:ext cx="1346580" cy="673290"/>
      </dsp:txXfrm>
    </dsp:sp>
    <dsp:sp modelId="{3D326CBC-754A-4891-8CBB-52CAE366C635}">
      <dsp:nvSpPr>
        <dsp:cNvPr id="0" name=""/>
        <dsp:cNvSpPr/>
      </dsp:nvSpPr>
      <dsp:spPr>
        <a:xfrm>
          <a:off x="5227062" y="3848005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granulate fabrication</a:t>
          </a:r>
          <a:endParaRPr lang="en-DK" sz="1600" kern="1200" dirty="0"/>
        </a:p>
      </dsp:txBody>
      <dsp:txXfrm>
        <a:off x="5227062" y="3848005"/>
        <a:ext cx="1346580" cy="67329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01FBC-406D-49A9-9299-174F089F6931}">
      <dsp:nvSpPr>
        <dsp:cNvPr id="0" name=""/>
        <dsp:cNvSpPr/>
      </dsp:nvSpPr>
      <dsp:spPr>
        <a:xfrm>
          <a:off x="5025074" y="1653078"/>
          <a:ext cx="201987" cy="25315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31572"/>
              </a:lnTo>
              <a:lnTo>
                <a:pt x="201987" y="253157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E7579F-6DD0-400E-ADBE-E626749C776F}">
      <dsp:nvSpPr>
        <dsp:cNvPr id="0" name=""/>
        <dsp:cNvSpPr/>
      </dsp:nvSpPr>
      <dsp:spPr>
        <a:xfrm>
          <a:off x="5025074" y="1653078"/>
          <a:ext cx="201987" cy="15754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5499"/>
              </a:lnTo>
              <a:lnTo>
                <a:pt x="201987" y="157549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3E0AAE-F99D-42A4-89DE-CACC9714C8C4}">
      <dsp:nvSpPr>
        <dsp:cNvPr id="0" name=""/>
        <dsp:cNvSpPr/>
      </dsp:nvSpPr>
      <dsp:spPr>
        <a:xfrm>
          <a:off x="5025074" y="1653078"/>
          <a:ext cx="201987" cy="6194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9427"/>
              </a:lnTo>
              <a:lnTo>
                <a:pt x="201987" y="61942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C7BDF1-1283-4D53-9E7C-AC29A9FCEEC7}">
      <dsp:nvSpPr>
        <dsp:cNvPr id="0" name=""/>
        <dsp:cNvSpPr/>
      </dsp:nvSpPr>
      <dsp:spPr>
        <a:xfrm>
          <a:off x="3119662" y="697006"/>
          <a:ext cx="2444044" cy="282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1"/>
              </a:lnTo>
              <a:lnTo>
                <a:pt x="2444044" y="141391"/>
              </a:lnTo>
              <a:lnTo>
                <a:pt x="2444044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E42FF7-0C1F-41B1-8568-6C0D154F1289}">
      <dsp:nvSpPr>
        <dsp:cNvPr id="0" name=""/>
        <dsp:cNvSpPr/>
      </dsp:nvSpPr>
      <dsp:spPr>
        <a:xfrm>
          <a:off x="3119662" y="697006"/>
          <a:ext cx="814681" cy="282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1"/>
              </a:lnTo>
              <a:lnTo>
                <a:pt x="814681" y="141391"/>
              </a:lnTo>
              <a:lnTo>
                <a:pt x="814681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7BC1D3-C848-4ED8-BF31-BDF95EF3FCF5}">
      <dsp:nvSpPr>
        <dsp:cNvPr id="0" name=""/>
        <dsp:cNvSpPr/>
      </dsp:nvSpPr>
      <dsp:spPr>
        <a:xfrm>
          <a:off x="2304981" y="697006"/>
          <a:ext cx="814681" cy="282782"/>
        </a:xfrm>
        <a:custGeom>
          <a:avLst/>
          <a:gdLst/>
          <a:ahLst/>
          <a:cxnLst/>
          <a:rect l="0" t="0" r="0" b="0"/>
          <a:pathLst>
            <a:path>
              <a:moveTo>
                <a:pt x="814681" y="0"/>
              </a:moveTo>
              <a:lnTo>
                <a:pt x="814681" y="141391"/>
              </a:lnTo>
              <a:lnTo>
                <a:pt x="0" y="141391"/>
              </a:lnTo>
              <a:lnTo>
                <a:pt x="0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41DAFA-3E1B-49C2-9328-716F1FBB5025}">
      <dsp:nvSpPr>
        <dsp:cNvPr id="0" name=""/>
        <dsp:cNvSpPr/>
      </dsp:nvSpPr>
      <dsp:spPr>
        <a:xfrm>
          <a:off x="675618" y="697006"/>
          <a:ext cx="2444044" cy="282782"/>
        </a:xfrm>
        <a:custGeom>
          <a:avLst/>
          <a:gdLst/>
          <a:ahLst/>
          <a:cxnLst/>
          <a:rect l="0" t="0" r="0" b="0"/>
          <a:pathLst>
            <a:path>
              <a:moveTo>
                <a:pt x="2444044" y="0"/>
              </a:moveTo>
              <a:lnTo>
                <a:pt x="2444044" y="141391"/>
              </a:lnTo>
              <a:lnTo>
                <a:pt x="0" y="141391"/>
              </a:lnTo>
              <a:lnTo>
                <a:pt x="0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AD8690-5DAD-474D-84EC-3FECA88802A9}">
      <dsp:nvSpPr>
        <dsp:cNvPr id="0" name=""/>
        <dsp:cNvSpPr/>
      </dsp:nvSpPr>
      <dsp:spPr>
        <a:xfrm>
          <a:off x="2446372" y="23715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3D printing magnetics</a:t>
          </a:r>
          <a:endParaRPr lang="en-DK" sz="1600" kern="1200" dirty="0"/>
        </a:p>
      </dsp:txBody>
      <dsp:txXfrm>
        <a:off x="2446372" y="23715"/>
        <a:ext cx="1346580" cy="673290"/>
      </dsp:txXfrm>
    </dsp:sp>
    <dsp:sp modelId="{CF7D6F96-10C0-4899-B31B-605C6D515E09}">
      <dsp:nvSpPr>
        <dsp:cNvPr id="0" name=""/>
        <dsp:cNvSpPr/>
      </dsp:nvSpPr>
      <dsp:spPr>
        <a:xfrm>
          <a:off x="2327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Vat polymerization</a:t>
          </a:r>
          <a:endParaRPr lang="en-DK" sz="1600" kern="1200" dirty="0"/>
        </a:p>
      </dsp:txBody>
      <dsp:txXfrm>
        <a:off x="2327" y="979788"/>
        <a:ext cx="1346580" cy="673290"/>
      </dsp:txXfrm>
    </dsp:sp>
    <dsp:sp modelId="{871A6ED8-8A9A-480E-8365-20FD2D07CB7C}">
      <dsp:nvSpPr>
        <dsp:cNvPr id="0" name=""/>
        <dsp:cNvSpPr/>
      </dsp:nvSpPr>
      <dsp:spPr>
        <a:xfrm>
          <a:off x="1631690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Powder bed fusion</a:t>
          </a:r>
          <a:endParaRPr lang="en-DK" sz="1600" kern="1200" dirty="0"/>
        </a:p>
      </dsp:txBody>
      <dsp:txXfrm>
        <a:off x="1631690" y="979788"/>
        <a:ext cx="1346580" cy="673290"/>
      </dsp:txXfrm>
    </dsp:sp>
    <dsp:sp modelId="{CB1FE7C7-E636-467B-8529-FE2557051543}">
      <dsp:nvSpPr>
        <dsp:cNvPr id="0" name=""/>
        <dsp:cNvSpPr/>
      </dsp:nvSpPr>
      <dsp:spPr>
        <a:xfrm>
          <a:off x="3261053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Binder jetting</a:t>
          </a:r>
          <a:endParaRPr lang="en-DK" sz="1600" kern="1200" dirty="0"/>
        </a:p>
      </dsp:txBody>
      <dsp:txXfrm>
        <a:off x="3261053" y="979788"/>
        <a:ext cx="1346580" cy="673290"/>
      </dsp:txXfrm>
    </dsp:sp>
    <dsp:sp modelId="{17F839CA-601E-4CD0-ACD0-EB374AD36C4B}">
      <dsp:nvSpPr>
        <dsp:cNvPr id="0" name=""/>
        <dsp:cNvSpPr/>
      </dsp:nvSpPr>
      <dsp:spPr>
        <a:xfrm>
          <a:off x="4890416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Material extrusion</a:t>
          </a:r>
          <a:endParaRPr lang="en-DK" sz="1600" kern="1200" dirty="0"/>
        </a:p>
      </dsp:txBody>
      <dsp:txXfrm>
        <a:off x="4890416" y="979788"/>
        <a:ext cx="1346580" cy="673290"/>
      </dsp:txXfrm>
    </dsp:sp>
    <dsp:sp modelId="{8D9D5234-8E0C-4A6E-AEC2-F5679278FC45}">
      <dsp:nvSpPr>
        <dsp:cNvPr id="0" name=""/>
        <dsp:cNvSpPr/>
      </dsp:nvSpPr>
      <dsp:spPr>
        <a:xfrm>
          <a:off x="5227062" y="1935860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deposition modeling</a:t>
          </a:r>
          <a:endParaRPr lang="en-DK" sz="1600" kern="1200" dirty="0"/>
        </a:p>
      </dsp:txBody>
      <dsp:txXfrm>
        <a:off x="5227062" y="1935860"/>
        <a:ext cx="1346580" cy="673290"/>
      </dsp:txXfrm>
    </dsp:sp>
    <dsp:sp modelId="{2E4C9DF0-5B10-4844-A70F-01E45CC6FABD}">
      <dsp:nvSpPr>
        <dsp:cNvPr id="0" name=""/>
        <dsp:cNvSpPr/>
      </dsp:nvSpPr>
      <dsp:spPr>
        <a:xfrm>
          <a:off x="5227062" y="2891933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Direct ink writing</a:t>
          </a:r>
          <a:endParaRPr lang="en-DK" sz="1600" kern="1200" dirty="0"/>
        </a:p>
      </dsp:txBody>
      <dsp:txXfrm>
        <a:off x="5227062" y="2891933"/>
        <a:ext cx="1346580" cy="673290"/>
      </dsp:txXfrm>
    </dsp:sp>
    <dsp:sp modelId="{3D326CBC-754A-4891-8CBB-52CAE366C635}">
      <dsp:nvSpPr>
        <dsp:cNvPr id="0" name=""/>
        <dsp:cNvSpPr/>
      </dsp:nvSpPr>
      <dsp:spPr>
        <a:xfrm>
          <a:off x="5227062" y="3848005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granulate fabrication</a:t>
          </a:r>
          <a:endParaRPr lang="en-DK" sz="1600" kern="1200" dirty="0"/>
        </a:p>
      </dsp:txBody>
      <dsp:txXfrm>
        <a:off x="5227062" y="3848005"/>
        <a:ext cx="1346580" cy="6732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01FBC-406D-49A9-9299-174F089F6931}">
      <dsp:nvSpPr>
        <dsp:cNvPr id="0" name=""/>
        <dsp:cNvSpPr/>
      </dsp:nvSpPr>
      <dsp:spPr>
        <a:xfrm>
          <a:off x="5025074" y="1653078"/>
          <a:ext cx="201987" cy="25315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31572"/>
              </a:lnTo>
              <a:lnTo>
                <a:pt x="201987" y="253157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E7579F-6DD0-400E-ADBE-E626749C776F}">
      <dsp:nvSpPr>
        <dsp:cNvPr id="0" name=""/>
        <dsp:cNvSpPr/>
      </dsp:nvSpPr>
      <dsp:spPr>
        <a:xfrm>
          <a:off x="5025074" y="1653078"/>
          <a:ext cx="201987" cy="15754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5499"/>
              </a:lnTo>
              <a:lnTo>
                <a:pt x="201987" y="157549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3E0AAE-F99D-42A4-89DE-CACC9714C8C4}">
      <dsp:nvSpPr>
        <dsp:cNvPr id="0" name=""/>
        <dsp:cNvSpPr/>
      </dsp:nvSpPr>
      <dsp:spPr>
        <a:xfrm>
          <a:off x="5025074" y="1653078"/>
          <a:ext cx="201987" cy="6194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9427"/>
              </a:lnTo>
              <a:lnTo>
                <a:pt x="201987" y="61942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C7BDF1-1283-4D53-9E7C-AC29A9FCEEC7}">
      <dsp:nvSpPr>
        <dsp:cNvPr id="0" name=""/>
        <dsp:cNvSpPr/>
      </dsp:nvSpPr>
      <dsp:spPr>
        <a:xfrm>
          <a:off x="3119662" y="697006"/>
          <a:ext cx="2444044" cy="282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1"/>
              </a:lnTo>
              <a:lnTo>
                <a:pt x="2444044" y="141391"/>
              </a:lnTo>
              <a:lnTo>
                <a:pt x="2444044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E42FF7-0C1F-41B1-8568-6C0D154F1289}">
      <dsp:nvSpPr>
        <dsp:cNvPr id="0" name=""/>
        <dsp:cNvSpPr/>
      </dsp:nvSpPr>
      <dsp:spPr>
        <a:xfrm>
          <a:off x="3119662" y="697006"/>
          <a:ext cx="814681" cy="282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1"/>
              </a:lnTo>
              <a:lnTo>
                <a:pt x="814681" y="141391"/>
              </a:lnTo>
              <a:lnTo>
                <a:pt x="814681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7BC1D3-C848-4ED8-BF31-BDF95EF3FCF5}">
      <dsp:nvSpPr>
        <dsp:cNvPr id="0" name=""/>
        <dsp:cNvSpPr/>
      </dsp:nvSpPr>
      <dsp:spPr>
        <a:xfrm>
          <a:off x="2304981" y="697006"/>
          <a:ext cx="814681" cy="282782"/>
        </a:xfrm>
        <a:custGeom>
          <a:avLst/>
          <a:gdLst/>
          <a:ahLst/>
          <a:cxnLst/>
          <a:rect l="0" t="0" r="0" b="0"/>
          <a:pathLst>
            <a:path>
              <a:moveTo>
                <a:pt x="814681" y="0"/>
              </a:moveTo>
              <a:lnTo>
                <a:pt x="814681" y="141391"/>
              </a:lnTo>
              <a:lnTo>
                <a:pt x="0" y="141391"/>
              </a:lnTo>
              <a:lnTo>
                <a:pt x="0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41DAFA-3E1B-49C2-9328-716F1FBB5025}">
      <dsp:nvSpPr>
        <dsp:cNvPr id="0" name=""/>
        <dsp:cNvSpPr/>
      </dsp:nvSpPr>
      <dsp:spPr>
        <a:xfrm>
          <a:off x="675618" y="697006"/>
          <a:ext cx="2444044" cy="282782"/>
        </a:xfrm>
        <a:custGeom>
          <a:avLst/>
          <a:gdLst/>
          <a:ahLst/>
          <a:cxnLst/>
          <a:rect l="0" t="0" r="0" b="0"/>
          <a:pathLst>
            <a:path>
              <a:moveTo>
                <a:pt x="2444044" y="0"/>
              </a:moveTo>
              <a:lnTo>
                <a:pt x="2444044" y="141391"/>
              </a:lnTo>
              <a:lnTo>
                <a:pt x="0" y="141391"/>
              </a:lnTo>
              <a:lnTo>
                <a:pt x="0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AD8690-5DAD-474D-84EC-3FECA88802A9}">
      <dsp:nvSpPr>
        <dsp:cNvPr id="0" name=""/>
        <dsp:cNvSpPr/>
      </dsp:nvSpPr>
      <dsp:spPr>
        <a:xfrm>
          <a:off x="2446372" y="23715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3D printing magnetics</a:t>
          </a:r>
          <a:endParaRPr lang="en-DK" sz="1600" kern="1200" dirty="0"/>
        </a:p>
      </dsp:txBody>
      <dsp:txXfrm>
        <a:off x="2446372" y="23715"/>
        <a:ext cx="1346580" cy="673290"/>
      </dsp:txXfrm>
    </dsp:sp>
    <dsp:sp modelId="{CF7D6F96-10C0-4899-B31B-605C6D515E09}">
      <dsp:nvSpPr>
        <dsp:cNvPr id="0" name=""/>
        <dsp:cNvSpPr/>
      </dsp:nvSpPr>
      <dsp:spPr>
        <a:xfrm>
          <a:off x="2327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Vat polymerization</a:t>
          </a:r>
          <a:endParaRPr lang="en-DK" sz="1600" kern="1200" dirty="0"/>
        </a:p>
      </dsp:txBody>
      <dsp:txXfrm>
        <a:off x="2327" y="979788"/>
        <a:ext cx="1346580" cy="673290"/>
      </dsp:txXfrm>
    </dsp:sp>
    <dsp:sp modelId="{871A6ED8-8A9A-480E-8365-20FD2D07CB7C}">
      <dsp:nvSpPr>
        <dsp:cNvPr id="0" name=""/>
        <dsp:cNvSpPr/>
      </dsp:nvSpPr>
      <dsp:spPr>
        <a:xfrm>
          <a:off x="1631690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Powder bed fusion</a:t>
          </a:r>
          <a:endParaRPr lang="en-DK" sz="1600" kern="1200" dirty="0"/>
        </a:p>
      </dsp:txBody>
      <dsp:txXfrm>
        <a:off x="1631690" y="979788"/>
        <a:ext cx="1346580" cy="673290"/>
      </dsp:txXfrm>
    </dsp:sp>
    <dsp:sp modelId="{CB1FE7C7-E636-467B-8529-FE2557051543}">
      <dsp:nvSpPr>
        <dsp:cNvPr id="0" name=""/>
        <dsp:cNvSpPr/>
      </dsp:nvSpPr>
      <dsp:spPr>
        <a:xfrm>
          <a:off x="3261053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Binder jetting</a:t>
          </a:r>
          <a:endParaRPr lang="en-DK" sz="1600" kern="1200" dirty="0"/>
        </a:p>
      </dsp:txBody>
      <dsp:txXfrm>
        <a:off x="3261053" y="979788"/>
        <a:ext cx="1346580" cy="673290"/>
      </dsp:txXfrm>
    </dsp:sp>
    <dsp:sp modelId="{17F839CA-601E-4CD0-ACD0-EB374AD36C4B}">
      <dsp:nvSpPr>
        <dsp:cNvPr id="0" name=""/>
        <dsp:cNvSpPr/>
      </dsp:nvSpPr>
      <dsp:spPr>
        <a:xfrm>
          <a:off x="4890416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Material extrusion</a:t>
          </a:r>
          <a:endParaRPr lang="en-DK" sz="1600" kern="1200" dirty="0"/>
        </a:p>
      </dsp:txBody>
      <dsp:txXfrm>
        <a:off x="4890416" y="979788"/>
        <a:ext cx="1346580" cy="673290"/>
      </dsp:txXfrm>
    </dsp:sp>
    <dsp:sp modelId="{8D9D5234-8E0C-4A6E-AEC2-F5679278FC45}">
      <dsp:nvSpPr>
        <dsp:cNvPr id="0" name=""/>
        <dsp:cNvSpPr/>
      </dsp:nvSpPr>
      <dsp:spPr>
        <a:xfrm>
          <a:off x="5227062" y="1935860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deposition modeling</a:t>
          </a:r>
          <a:endParaRPr lang="en-DK" sz="1600" kern="1200" dirty="0"/>
        </a:p>
      </dsp:txBody>
      <dsp:txXfrm>
        <a:off x="5227062" y="1935860"/>
        <a:ext cx="1346580" cy="673290"/>
      </dsp:txXfrm>
    </dsp:sp>
    <dsp:sp modelId="{2E4C9DF0-5B10-4844-A70F-01E45CC6FABD}">
      <dsp:nvSpPr>
        <dsp:cNvPr id="0" name=""/>
        <dsp:cNvSpPr/>
      </dsp:nvSpPr>
      <dsp:spPr>
        <a:xfrm>
          <a:off x="5227062" y="2891933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Direct ink writing</a:t>
          </a:r>
          <a:endParaRPr lang="en-DK" sz="1600" kern="1200" dirty="0"/>
        </a:p>
      </dsp:txBody>
      <dsp:txXfrm>
        <a:off x="5227062" y="2891933"/>
        <a:ext cx="1346580" cy="673290"/>
      </dsp:txXfrm>
    </dsp:sp>
    <dsp:sp modelId="{3D326CBC-754A-4891-8CBB-52CAE366C635}">
      <dsp:nvSpPr>
        <dsp:cNvPr id="0" name=""/>
        <dsp:cNvSpPr/>
      </dsp:nvSpPr>
      <dsp:spPr>
        <a:xfrm>
          <a:off x="5227062" y="3848005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granulate fabrication</a:t>
          </a:r>
          <a:endParaRPr lang="en-DK" sz="1600" kern="1200" dirty="0"/>
        </a:p>
      </dsp:txBody>
      <dsp:txXfrm>
        <a:off x="5227062" y="3848005"/>
        <a:ext cx="1346580" cy="67329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01FBC-406D-49A9-9299-174F089F6931}">
      <dsp:nvSpPr>
        <dsp:cNvPr id="0" name=""/>
        <dsp:cNvSpPr/>
      </dsp:nvSpPr>
      <dsp:spPr>
        <a:xfrm>
          <a:off x="5025074" y="1653078"/>
          <a:ext cx="201987" cy="25315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31572"/>
              </a:lnTo>
              <a:lnTo>
                <a:pt x="201987" y="253157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E7579F-6DD0-400E-ADBE-E626749C776F}">
      <dsp:nvSpPr>
        <dsp:cNvPr id="0" name=""/>
        <dsp:cNvSpPr/>
      </dsp:nvSpPr>
      <dsp:spPr>
        <a:xfrm>
          <a:off x="5025074" y="1653078"/>
          <a:ext cx="201987" cy="15754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5499"/>
              </a:lnTo>
              <a:lnTo>
                <a:pt x="201987" y="157549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3E0AAE-F99D-42A4-89DE-CACC9714C8C4}">
      <dsp:nvSpPr>
        <dsp:cNvPr id="0" name=""/>
        <dsp:cNvSpPr/>
      </dsp:nvSpPr>
      <dsp:spPr>
        <a:xfrm>
          <a:off x="5025074" y="1653078"/>
          <a:ext cx="201987" cy="6194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9427"/>
              </a:lnTo>
              <a:lnTo>
                <a:pt x="201987" y="61942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C7BDF1-1283-4D53-9E7C-AC29A9FCEEC7}">
      <dsp:nvSpPr>
        <dsp:cNvPr id="0" name=""/>
        <dsp:cNvSpPr/>
      </dsp:nvSpPr>
      <dsp:spPr>
        <a:xfrm>
          <a:off x="3119662" y="697006"/>
          <a:ext cx="2444044" cy="282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1"/>
              </a:lnTo>
              <a:lnTo>
                <a:pt x="2444044" y="141391"/>
              </a:lnTo>
              <a:lnTo>
                <a:pt x="2444044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E42FF7-0C1F-41B1-8568-6C0D154F1289}">
      <dsp:nvSpPr>
        <dsp:cNvPr id="0" name=""/>
        <dsp:cNvSpPr/>
      </dsp:nvSpPr>
      <dsp:spPr>
        <a:xfrm>
          <a:off x="3119662" y="697006"/>
          <a:ext cx="814681" cy="282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1"/>
              </a:lnTo>
              <a:lnTo>
                <a:pt x="814681" y="141391"/>
              </a:lnTo>
              <a:lnTo>
                <a:pt x="814681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7BC1D3-C848-4ED8-BF31-BDF95EF3FCF5}">
      <dsp:nvSpPr>
        <dsp:cNvPr id="0" name=""/>
        <dsp:cNvSpPr/>
      </dsp:nvSpPr>
      <dsp:spPr>
        <a:xfrm>
          <a:off x="2304981" y="697006"/>
          <a:ext cx="814681" cy="282782"/>
        </a:xfrm>
        <a:custGeom>
          <a:avLst/>
          <a:gdLst/>
          <a:ahLst/>
          <a:cxnLst/>
          <a:rect l="0" t="0" r="0" b="0"/>
          <a:pathLst>
            <a:path>
              <a:moveTo>
                <a:pt x="814681" y="0"/>
              </a:moveTo>
              <a:lnTo>
                <a:pt x="814681" y="141391"/>
              </a:lnTo>
              <a:lnTo>
                <a:pt x="0" y="141391"/>
              </a:lnTo>
              <a:lnTo>
                <a:pt x="0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41DAFA-3E1B-49C2-9328-716F1FBB5025}">
      <dsp:nvSpPr>
        <dsp:cNvPr id="0" name=""/>
        <dsp:cNvSpPr/>
      </dsp:nvSpPr>
      <dsp:spPr>
        <a:xfrm>
          <a:off x="675618" y="697006"/>
          <a:ext cx="2444044" cy="282782"/>
        </a:xfrm>
        <a:custGeom>
          <a:avLst/>
          <a:gdLst/>
          <a:ahLst/>
          <a:cxnLst/>
          <a:rect l="0" t="0" r="0" b="0"/>
          <a:pathLst>
            <a:path>
              <a:moveTo>
                <a:pt x="2444044" y="0"/>
              </a:moveTo>
              <a:lnTo>
                <a:pt x="2444044" y="141391"/>
              </a:lnTo>
              <a:lnTo>
                <a:pt x="0" y="141391"/>
              </a:lnTo>
              <a:lnTo>
                <a:pt x="0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AD8690-5DAD-474D-84EC-3FECA88802A9}">
      <dsp:nvSpPr>
        <dsp:cNvPr id="0" name=""/>
        <dsp:cNvSpPr/>
      </dsp:nvSpPr>
      <dsp:spPr>
        <a:xfrm>
          <a:off x="2446372" y="23715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3D printing magnetics</a:t>
          </a:r>
          <a:endParaRPr lang="en-DK" sz="1600" kern="1200" dirty="0"/>
        </a:p>
      </dsp:txBody>
      <dsp:txXfrm>
        <a:off x="2446372" y="23715"/>
        <a:ext cx="1346580" cy="673290"/>
      </dsp:txXfrm>
    </dsp:sp>
    <dsp:sp modelId="{CF7D6F96-10C0-4899-B31B-605C6D515E09}">
      <dsp:nvSpPr>
        <dsp:cNvPr id="0" name=""/>
        <dsp:cNvSpPr/>
      </dsp:nvSpPr>
      <dsp:spPr>
        <a:xfrm>
          <a:off x="2327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Vat polymerization</a:t>
          </a:r>
          <a:endParaRPr lang="en-DK" sz="1600" kern="1200" dirty="0"/>
        </a:p>
      </dsp:txBody>
      <dsp:txXfrm>
        <a:off x="2327" y="979788"/>
        <a:ext cx="1346580" cy="673290"/>
      </dsp:txXfrm>
    </dsp:sp>
    <dsp:sp modelId="{871A6ED8-8A9A-480E-8365-20FD2D07CB7C}">
      <dsp:nvSpPr>
        <dsp:cNvPr id="0" name=""/>
        <dsp:cNvSpPr/>
      </dsp:nvSpPr>
      <dsp:spPr>
        <a:xfrm>
          <a:off x="1631690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Powder bed fusion</a:t>
          </a:r>
          <a:endParaRPr lang="en-DK" sz="1600" kern="1200" dirty="0"/>
        </a:p>
      </dsp:txBody>
      <dsp:txXfrm>
        <a:off x="1631690" y="979788"/>
        <a:ext cx="1346580" cy="673290"/>
      </dsp:txXfrm>
    </dsp:sp>
    <dsp:sp modelId="{CB1FE7C7-E636-467B-8529-FE2557051543}">
      <dsp:nvSpPr>
        <dsp:cNvPr id="0" name=""/>
        <dsp:cNvSpPr/>
      </dsp:nvSpPr>
      <dsp:spPr>
        <a:xfrm>
          <a:off x="3261053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Binder jetting</a:t>
          </a:r>
          <a:endParaRPr lang="en-DK" sz="1600" kern="1200" dirty="0"/>
        </a:p>
      </dsp:txBody>
      <dsp:txXfrm>
        <a:off x="3261053" y="979788"/>
        <a:ext cx="1346580" cy="673290"/>
      </dsp:txXfrm>
    </dsp:sp>
    <dsp:sp modelId="{17F839CA-601E-4CD0-ACD0-EB374AD36C4B}">
      <dsp:nvSpPr>
        <dsp:cNvPr id="0" name=""/>
        <dsp:cNvSpPr/>
      </dsp:nvSpPr>
      <dsp:spPr>
        <a:xfrm>
          <a:off x="4890416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Material extrusion</a:t>
          </a:r>
          <a:endParaRPr lang="en-DK" sz="1600" kern="1200" dirty="0"/>
        </a:p>
      </dsp:txBody>
      <dsp:txXfrm>
        <a:off x="4890416" y="979788"/>
        <a:ext cx="1346580" cy="673290"/>
      </dsp:txXfrm>
    </dsp:sp>
    <dsp:sp modelId="{8D9D5234-8E0C-4A6E-AEC2-F5679278FC45}">
      <dsp:nvSpPr>
        <dsp:cNvPr id="0" name=""/>
        <dsp:cNvSpPr/>
      </dsp:nvSpPr>
      <dsp:spPr>
        <a:xfrm>
          <a:off x="5227062" y="1935860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deposition modeling</a:t>
          </a:r>
          <a:endParaRPr lang="en-DK" sz="1600" kern="1200" dirty="0"/>
        </a:p>
      </dsp:txBody>
      <dsp:txXfrm>
        <a:off x="5227062" y="1935860"/>
        <a:ext cx="1346580" cy="673290"/>
      </dsp:txXfrm>
    </dsp:sp>
    <dsp:sp modelId="{2E4C9DF0-5B10-4844-A70F-01E45CC6FABD}">
      <dsp:nvSpPr>
        <dsp:cNvPr id="0" name=""/>
        <dsp:cNvSpPr/>
      </dsp:nvSpPr>
      <dsp:spPr>
        <a:xfrm>
          <a:off x="5227062" y="2891933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Direct ink writing</a:t>
          </a:r>
          <a:endParaRPr lang="en-DK" sz="1600" kern="1200" dirty="0"/>
        </a:p>
      </dsp:txBody>
      <dsp:txXfrm>
        <a:off x="5227062" y="2891933"/>
        <a:ext cx="1346580" cy="673290"/>
      </dsp:txXfrm>
    </dsp:sp>
    <dsp:sp modelId="{3D326CBC-754A-4891-8CBB-52CAE366C635}">
      <dsp:nvSpPr>
        <dsp:cNvPr id="0" name=""/>
        <dsp:cNvSpPr/>
      </dsp:nvSpPr>
      <dsp:spPr>
        <a:xfrm>
          <a:off x="5227062" y="3848005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granulate fabrication</a:t>
          </a:r>
          <a:endParaRPr lang="en-DK" sz="1600" kern="1200" dirty="0"/>
        </a:p>
      </dsp:txBody>
      <dsp:txXfrm>
        <a:off x="5227062" y="3848005"/>
        <a:ext cx="1346580" cy="67329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413634-D1ED-4A57-8216-C8E25BA61D72}">
      <dsp:nvSpPr>
        <dsp:cNvPr id="0" name=""/>
        <dsp:cNvSpPr/>
      </dsp:nvSpPr>
      <dsp:spPr>
        <a:xfrm>
          <a:off x="5724635" y="2903483"/>
          <a:ext cx="4350394" cy="5033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1675"/>
              </a:lnTo>
              <a:lnTo>
                <a:pt x="4350394" y="251675"/>
              </a:lnTo>
              <a:lnTo>
                <a:pt x="4350394" y="5033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861CE9-8287-4549-945B-DA52A778CCF9}">
      <dsp:nvSpPr>
        <dsp:cNvPr id="0" name=""/>
        <dsp:cNvSpPr/>
      </dsp:nvSpPr>
      <dsp:spPr>
        <a:xfrm>
          <a:off x="5724635" y="2903483"/>
          <a:ext cx="1447135" cy="5041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442"/>
              </a:lnTo>
              <a:lnTo>
                <a:pt x="1447135" y="252442"/>
              </a:lnTo>
              <a:lnTo>
                <a:pt x="1447135" y="50411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AA28C4-FB2B-4DA1-9DD8-65A16A2CF43C}">
      <dsp:nvSpPr>
        <dsp:cNvPr id="0" name=""/>
        <dsp:cNvSpPr/>
      </dsp:nvSpPr>
      <dsp:spPr>
        <a:xfrm>
          <a:off x="4274504" y="2903483"/>
          <a:ext cx="1450131" cy="503351"/>
        </a:xfrm>
        <a:custGeom>
          <a:avLst/>
          <a:gdLst/>
          <a:ahLst/>
          <a:cxnLst/>
          <a:rect l="0" t="0" r="0" b="0"/>
          <a:pathLst>
            <a:path>
              <a:moveTo>
                <a:pt x="1450131" y="0"/>
              </a:moveTo>
              <a:lnTo>
                <a:pt x="1450131" y="251675"/>
              </a:lnTo>
              <a:lnTo>
                <a:pt x="0" y="251675"/>
              </a:lnTo>
              <a:lnTo>
                <a:pt x="0" y="5033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75107A-78E4-4C8A-BB25-D81F6363075D}">
      <dsp:nvSpPr>
        <dsp:cNvPr id="0" name=""/>
        <dsp:cNvSpPr/>
      </dsp:nvSpPr>
      <dsp:spPr>
        <a:xfrm>
          <a:off x="1374241" y="2903483"/>
          <a:ext cx="4350394" cy="503351"/>
        </a:xfrm>
        <a:custGeom>
          <a:avLst/>
          <a:gdLst/>
          <a:ahLst/>
          <a:cxnLst/>
          <a:rect l="0" t="0" r="0" b="0"/>
          <a:pathLst>
            <a:path>
              <a:moveTo>
                <a:pt x="4350394" y="0"/>
              </a:moveTo>
              <a:lnTo>
                <a:pt x="4350394" y="251675"/>
              </a:lnTo>
              <a:lnTo>
                <a:pt x="0" y="251675"/>
              </a:lnTo>
              <a:lnTo>
                <a:pt x="0" y="5033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DCE563-DD7C-4763-A6CC-FF2B0444FEFA}">
      <dsp:nvSpPr>
        <dsp:cNvPr id="0" name=""/>
        <dsp:cNvSpPr/>
      </dsp:nvSpPr>
      <dsp:spPr>
        <a:xfrm>
          <a:off x="4274504" y="1201676"/>
          <a:ext cx="1450131" cy="5033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1675"/>
              </a:lnTo>
              <a:lnTo>
                <a:pt x="1450131" y="251675"/>
              </a:lnTo>
              <a:lnTo>
                <a:pt x="1450131" y="5033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4AD64A-6686-4F00-B6D6-6F1BCBF63DD9}">
      <dsp:nvSpPr>
        <dsp:cNvPr id="0" name=""/>
        <dsp:cNvSpPr/>
      </dsp:nvSpPr>
      <dsp:spPr>
        <a:xfrm>
          <a:off x="2824372" y="1201676"/>
          <a:ext cx="1450131" cy="503351"/>
        </a:xfrm>
        <a:custGeom>
          <a:avLst/>
          <a:gdLst/>
          <a:ahLst/>
          <a:cxnLst/>
          <a:rect l="0" t="0" r="0" b="0"/>
          <a:pathLst>
            <a:path>
              <a:moveTo>
                <a:pt x="1450131" y="0"/>
              </a:moveTo>
              <a:lnTo>
                <a:pt x="1450131" y="251675"/>
              </a:lnTo>
              <a:lnTo>
                <a:pt x="0" y="251675"/>
              </a:lnTo>
              <a:lnTo>
                <a:pt x="0" y="5033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4C5E26-AB69-441C-8192-BD08F1DDCA56}">
      <dsp:nvSpPr>
        <dsp:cNvPr id="0" name=""/>
        <dsp:cNvSpPr/>
      </dsp:nvSpPr>
      <dsp:spPr>
        <a:xfrm>
          <a:off x="570220" y="3220"/>
          <a:ext cx="7408566" cy="1198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 dirty="0"/>
            <a:t>Can varying the blend ratio of magnetic-filled and unfilled polymer pellets produce reproducible changes in the permeability of a soft-magnetic composite manufactured using a commercial pellet extruder?</a:t>
          </a:r>
          <a:endParaRPr lang="en-DK" sz="1800" kern="1200" dirty="0"/>
        </a:p>
      </dsp:txBody>
      <dsp:txXfrm>
        <a:off x="570220" y="3220"/>
        <a:ext cx="7408566" cy="1198455"/>
      </dsp:txXfrm>
    </dsp:sp>
    <dsp:sp modelId="{624CD51B-2E2C-4480-BA21-9A78B56367A0}">
      <dsp:nvSpPr>
        <dsp:cNvPr id="0" name=""/>
        <dsp:cNvSpPr/>
      </dsp:nvSpPr>
      <dsp:spPr>
        <a:xfrm>
          <a:off x="1625916" y="1705028"/>
          <a:ext cx="2396911" cy="1198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Process</a:t>
          </a:r>
          <a:endParaRPr lang="en-DK" sz="2400" kern="1200" dirty="0"/>
        </a:p>
      </dsp:txBody>
      <dsp:txXfrm>
        <a:off x="1625916" y="1705028"/>
        <a:ext cx="2396911" cy="1198455"/>
      </dsp:txXfrm>
    </dsp:sp>
    <dsp:sp modelId="{5568DB6C-E7D0-49AF-9A85-13823694FBB8}">
      <dsp:nvSpPr>
        <dsp:cNvPr id="0" name=""/>
        <dsp:cNvSpPr/>
      </dsp:nvSpPr>
      <dsp:spPr>
        <a:xfrm>
          <a:off x="4526180" y="1705028"/>
          <a:ext cx="2396911" cy="1198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Specimen</a:t>
          </a:r>
          <a:endParaRPr lang="en-DK" sz="2400" kern="1200" dirty="0"/>
        </a:p>
      </dsp:txBody>
      <dsp:txXfrm>
        <a:off x="4526180" y="1705028"/>
        <a:ext cx="2396911" cy="1198455"/>
      </dsp:txXfrm>
    </dsp:sp>
    <dsp:sp modelId="{B7E76125-2071-4DB9-AF55-12E428DB4D06}">
      <dsp:nvSpPr>
        <dsp:cNvPr id="0" name=""/>
        <dsp:cNvSpPr/>
      </dsp:nvSpPr>
      <dsp:spPr>
        <a:xfrm>
          <a:off x="175785" y="3406835"/>
          <a:ext cx="2396911" cy="1198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Permeability</a:t>
          </a:r>
          <a:endParaRPr lang="en-DK" sz="2400" kern="1200" dirty="0"/>
        </a:p>
      </dsp:txBody>
      <dsp:txXfrm>
        <a:off x="175785" y="3406835"/>
        <a:ext cx="2396911" cy="1198455"/>
      </dsp:txXfrm>
    </dsp:sp>
    <dsp:sp modelId="{EC8850D5-8956-4460-99E5-0D44F7D12350}">
      <dsp:nvSpPr>
        <dsp:cNvPr id="0" name=""/>
        <dsp:cNvSpPr/>
      </dsp:nvSpPr>
      <dsp:spPr>
        <a:xfrm>
          <a:off x="3076048" y="3406835"/>
          <a:ext cx="2396911" cy="1198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Filler amount</a:t>
          </a:r>
          <a:endParaRPr lang="en-DK" sz="2400" kern="1200" dirty="0"/>
        </a:p>
      </dsp:txBody>
      <dsp:txXfrm>
        <a:off x="3076048" y="3406835"/>
        <a:ext cx="2396911" cy="1198455"/>
      </dsp:txXfrm>
    </dsp:sp>
    <dsp:sp modelId="{BEA979E8-D671-4018-AF44-4BA674894716}">
      <dsp:nvSpPr>
        <dsp:cNvPr id="0" name=""/>
        <dsp:cNvSpPr/>
      </dsp:nvSpPr>
      <dsp:spPr>
        <a:xfrm>
          <a:off x="5973315" y="3407602"/>
          <a:ext cx="2396911" cy="1198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Filler uniformity</a:t>
          </a:r>
          <a:endParaRPr lang="en-DK" sz="2400" kern="1200" dirty="0"/>
        </a:p>
      </dsp:txBody>
      <dsp:txXfrm>
        <a:off x="5973315" y="3407602"/>
        <a:ext cx="2396911" cy="1198455"/>
      </dsp:txXfrm>
    </dsp:sp>
    <dsp:sp modelId="{1E88917D-9D47-45AA-9DD5-780B1953AED0}">
      <dsp:nvSpPr>
        <dsp:cNvPr id="0" name=""/>
        <dsp:cNvSpPr/>
      </dsp:nvSpPr>
      <dsp:spPr>
        <a:xfrm>
          <a:off x="8876575" y="3406835"/>
          <a:ext cx="2396911" cy="1198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Correlation?</a:t>
          </a:r>
          <a:endParaRPr lang="en-DK" sz="2400" kern="1200" dirty="0"/>
        </a:p>
      </dsp:txBody>
      <dsp:txXfrm>
        <a:off x="8876575" y="3406835"/>
        <a:ext cx="2396911" cy="119845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5FDE64-884E-4ED0-835A-3F14DF8E4979}">
      <dsp:nvSpPr>
        <dsp:cNvPr id="0" name=""/>
        <dsp:cNvSpPr/>
      </dsp:nvSpPr>
      <dsp:spPr>
        <a:xfrm>
          <a:off x="5724635" y="1728194"/>
          <a:ext cx="4909520" cy="3408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413"/>
              </a:lnTo>
              <a:lnTo>
                <a:pt x="4909520" y="170413"/>
              </a:lnTo>
              <a:lnTo>
                <a:pt x="4909520" y="3408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64D2B7-C79F-4A27-BF33-B7746A5AA961}">
      <dsp:nvSpPr>
        <dsp:cNvPr id="0" name=""/>
        <dsp:cNvSpPr/>
      </dsp:nvSpPr>
      <dsp:spPr>
        <a:xfrm>
          <a:off x="8670348" y="2880511"/>
          <a:ext cx="1963808" cy="3408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413"/>
              </a:lnTo>
              <a:lnTo>
                <a:pt x="1963808" y="170413"/>
              </a:lnTo>
              <a:lnTo>
                <a:pt x="1963808" y="3408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2363F2-A875-4E61-AA55-820B4BE7C3E7}">
      <dsp:nvSpPr>
        <dsp:cNvPr id="0" name=""/>
        <dsp:cNvSpPr/>
      </dsp:nvSpPr>
      <dsp:spPr>
        <a:xfrm>
          <a:off x="8624628" y="2880511"/>
          <a:ext cx="91440" cy="3408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408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9C2716-2A1E-4AA2-8722-002EA49B74CB}">
      <dsp:nvSpPr>
        <dsp:cNvPr id="0" name=""/>
        <dsp:cNvSpPr/>
      </dsp:nvSpPr>
      <dsp:spPr>
        <a:xfrm>
          <a:off x="6706540" y="2880511"/>
          <a:ext cx="1963808" cy="340826"/>
        </a:xfrm>
        <a:custGeom>
          <a:avLst/>
          <a:gdLst/>
          <a:ahLst/>
          <a:cxnLst/>
          <a:rect l="0" t="0" r="0" b="0"/>
          <a:pathLst>
            <a:path>
              <a:moveTo>
                <a:pt x="1963808" y="0"/>
              </a:moveTo>
              <a:lnTo>
                <a:pt x="1963808" y="170413"/>
              </a:lnTo>
              <a:lnTo>
                <a:pt x="0" y="170413"/>
              </a:lnTo>
              <a:lnTo>
                <a:pt x="0" y="3408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0C3DB7-D3EF-4827-97AD-80E0862461C5}">
      <dsp:nvSpPr>
        <dsp:cNvPr id="0" name=""/>
        <dsp:cNvSpPr/>
      </dsp:nvSpPr>
      <dsp:spPr>
        <a:xfrm>
          <a:off x="5724635" y="1728194"/>
          <a:ext cx="2945712" cy="3408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413"/>
              </a:lnTo>
              <a:lnTo>
                <a:pt x="2945712" y="170413"/>
              </a:lnTo>
              <a:lnTo>
                <a:pt x="2945712" y="3408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620A5B-53B2-4075-B2EF-4E2B5D91ED1D}">
      <dsp:nvSpPr>
        <dsp:cNvPr id="0" name=""/>
        <dsp:cNvSpPr/>
      </dsp:nvSpPr>
      <dsp:spPr>
        <a:xfrm>
          <a:off x="2778923" y="2880511"/>
          <a:ext cx="1963808" cy="3408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413"/>
              </a:lnTo>
              <a:lnTo>
                <a:pt x="1963808" y="170413"/>
              </a:lnTo>
              <a:lnTo>
                <a:pt x="1963808" y="3408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509B60-358F-4302-9D52-AD20D8DD6686}">
      <dsp:nvSpPr>
        <dsp:cNvPr id="0" name=""/>
        <dsp:cNvSpPr/>
      </dsp:nvSpPr>
      <dsp:spPr>
        <a:xfrm>
          <a:off x="2733203" y="2880511"/>
          <a:ext cx="91440" cy="3408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408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154024-13C7-49D0-8387-360BA3A6B8FE}">
      <dsp:nvSpPr>
        <dsp:cNvPr id="0" name=""/>
        <dsp:cNvSpPr/>
      </dsp:nvSpPr>
      <dsp:spPr>
        <a:xfrm>
          <a:off x="815115" y="2880511"/>
          <a:ext cx="1963808" cy="340826"/>
        </a:xfrm>
        <a:custGeom>
          <a:avLst/>
          <a:gdLst/>
          <a:ahLst/>
          <a:cxnLst/>
          <a:rect l="0" t="0" r="0" b="0"/>
          <a:pathLst>
            <a:path>
              <a:moveTo>
                <a:pt x="1963808" y="0"/>
              </a:moveTo>
              <a:lnTo>
                <a:pt x="1963808" y="170413"/>
              </a:lnTo>
              <a:lnTo>
                <a:pt x="0" y="170413"/>
              </a:lnTo>
              <a:lnTo>
                <a:pt x="0" y="3408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7C3F1F-86E2-4545-BBD7-E94028ABAE07}">
      <dsp:nvSpPr>
        <dsp:cNvPr id="0" name=""/>
        <dsp:cNvSpPr/>
      </dsp:nvSpPr>
      <dsp:spPr>
        <a:xfrm>
          <a:off x="2778923" y="1728194"/>
          <a:ext cx="2945712" cy="340826"/>
        </a:xfrm>
        <a:custGeom>
          <a:avLst/>
          <a:gdLst/>
          <a:ahLst/>
          <a:cxnLst/>
          <a:rect l="0" t="0" r="0" b="0"/>
          <a:pathLst>
            <a:path>
              <a:moveTo>
                <a:pt x="2945712" y="0"/>
              </a:moveTo>
              <a:lnTo>
                <a:pt x="2945712" y="170413"/>
              </a:lnTo>
              <a:lnTo>
                <a:pt x="0" y="170413"/>
              </a:lnTo>
              <a:lnTo>
                <a:pt x="0" y="3408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4AD64A-6686-4F00-B6D6-6F1BCBF63DD9}">
      <dsp:nvSpPr>
        <dsp:cNvPr id="0" name=""/>
        <dsp:cNvSpPr/>
      </dsp:nvSpPr>
      <dsp:spPr>
        <a:xfrm>
          <a:off x="815115" y="1728194"/>
          <a:ext cx="4909520" cy="340826"/>
        </a:xfrm>
        <a:custGeom>
          <a:avLst/>
          <a:gdLst/>
          <a:ahLst/>
          <a:cxnLst/>
          <a:rect l="0" t="0" r="0" b="0"/>
          <a:pathLst>
            <a:path>
              <a:moveTo>
                <a:pt x="4909520" y="0"/>
              </a:moveTo>
              <a:lnTo>
                <a:pt x="4909520" y="170413"/>
              </a:lnTo>
              <a:lnTo>
                <a:pt x="0" y="170413"/>
              </a:lnTo>
              <a:lnTo>
                <a:pt x="0" y="3408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4C5E26-AB69-441C-8192-BD08F1DDCA56}">
      <dsp:nvSpPr>
        <dsp:cNvPr id="0" name=""/>
        <dsp:cNvSpPr/>
      </dsp:nvSpPr>
      <dsp:spPr>
        <a:xfrm>
          <a:off x="1790406" y="575682"/>
          <a:ext cx="7868459" cy="11525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 dirty="0"/>
            <a:t>Can discrete permeability regions be fabricated by sequentially printing pre-blended pellet batches, using controlled purging to achieve distinct and reproducible material compositions?</a:t>
          </a:r>
          <a:endParaRPr lang="en-DK" sz="1800" kern="1200" dirty="0"/>
        </a:p>
      </dsp:txBody>
      <dsp:txXfrm>
        <a:off x="1790406" y="575682"/>
        <a:ext cx="7868459" cy="1152511"/>
      </dsp:txXfrm>
    </dsp:sp>
    <dsp:sp modelId="{624CD51B-2E2C-4480-BA21-9A78B56367A0}">
      <dsp:nvSpPr>
        <dsp:cNvPr id="0" name=""/>
        <dsp:cNvSpPr/>
      </dsp:nvSpPr>
      <dsp:spPr>
        <a:xfrm>
          <a:off x="3625" y="2069021"/>
          <a:ext cx="1622981" cy="8114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Purging</a:t>
          </a:r>
          <a:endParaRPr lang="en-DK" sz="1800" kern="1200" dirty="0"/>
        </a:p>
      </dsp:txBody>
      <dsp:txXfrm>
        <a:off x="3625" y="2069021"/>
        <a:ext cx="1622981" cy="811490"/>
      </dsp:txXfrm>
    </dsp:sp>
    <dsp:sp modelId="{E678E5B3-E569-4479-A16E-215F6C4A8BC2}">
      <dsp:nvSpPr>
        <dsp:cNvPr id="0" name=""/>
        <dsp:cNvSpPr/>
      </dsp:nvSpPr>
      <dsp:spPr>
        <a:xfrm>
          <a:off x="1967433" y="2069021"/>
          <a:ext cx="1622981" cy="8114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Single-permeability specimen</a:t>
          </a:r>
          <a:endParaRPr lang="en-DK" sz="1800" kern="1200" dirty="0"/>
        </a:p>
      </dsp:txBody>
      <dsp:txXfrm>
        <a:off x="1967433" y="2069021"/>
        <a:ext cx="1622981" cy="811490"/>
      </dsp:txXfrm>
    </dsp:sp>
    <dsp:sp modelId="{C7E7184D-3E20-4D22-9340-473DB5F96A26}">
      <dsp:nvSpPr>
        <dsp:cNvPr id="0" name=""/>
        <dsp:cNvSpPr/>
      </dsp:nvSpPr>
      <dsp:spPr>
        <a:xfrm>
          <a:off x="3625" y="3221338"/>
          <a:ext cx="1622981" cy="8114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Inductance</a:t>
          </a:r>
          <a:endParaRPr lang="en-DK" sz="1800" kern="1200" dirty="0"/>
        </a:p>
      </dsp:txBody>
      <dsp:txXfrm>
        <a:off x="3625" y="3221338"/>
        <a:ext cx="1622981" cy="811490"/>
      </dsp:txXfrm>
    </dsp:sp>
    <dsp:sp modelId="{D913A92D-A158-4C32-BDCD-326CF5C023EC}">
      <dsp:nvSpPr>
        <dsp:cNvPr id="0" name=""/>
        <dsp:cNvSpPr/>
      </dsp:nvSpPr>
      <dsp:spPr>
        <a:xfrm>
          <a:off x="1967433" y="3221338"/>
          <a:ext cx="1622981" cy="8114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Saturation </a:t>
          </a:r>
          <a:r>
            <a:rPr lang="en-US" sz="1800" kern="1200" dirty="0" err="1"/>
            <a:t>behaviour</a:t>
          </a:r>
          <a:endParaRPr lang="en-DK" sz="1800" kern="1200" dirty="0"/>
        </a:p>
      </dsp:txBody>
      <dsp:txXfrm>
        <a:off x="1967433" y="3221338"/>
        <a:ext cx="1622981" cy="811490"/>
      </dsp:txXfrm>
    </dsp:sp>
    <dsp:sp modelId="{383CA5EF-D346-438C-957D-6BC79C49FA86}">
      <dsp:nvSpPr>
        <dsp:cNvPr id="0" name=""/>
        <dsp:cNvSpPr/>
      </dsp:nvSpPr>
      <dsp:spPr>
        <a:xfrm>
          <a:off x="3931241" y="3221338"/>
          <a:ext cx="1622981" cy="8114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Core loss</a:t>
          </a:r>
          <a:endParaRPr lang="en-DK" sz="1800" kern="1200" dirty="0"/>
        </a:p>
      </dsp:txBody>
      <dsp:txXfrm>
        <a:off x="3931241" y="3221338"/>
        <a:ext cx="1622981" cy="811490"/>
      </dsp:txXfrm>
    </dsp:sp>
    <dsp:sp modelId="{CF94537F-A03D-4EAE-B8EF-DBF0936F7804}">
      <dsp:nvSpPr>
        <dsp:cNvPr id="0" name=""/>
        <dsp:cNvSpPr/>
      </dsp:nvSpPr>
      <dsp:spPr>
        <a:xfrm>
          <a:off x="7858857" y="2069021"/>
          <a:ext cx="1622981" cy="8114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Multi-permeability specimen</a:t>
          </a:r>
          <a:endParaRPr lang="en-DK" sz="1800" kern="1200" dirty="0"/>
        </a:p>
      </dsp:txBody>
      <dsp:txXfrm>
        <a:off x="7858857" y="2069021"/>
        <a:ext cx="1622981" cy="811490"/>
      </dsp:txXfrm>
    </dsp:sp>
    <dsp:sp modelId="{172F9D62-11F1-48C8-B4D3-5F9B72958F97}">
      <dsp:nvSpPr>
        <dsp:cNvPr id="0" name=""/>
        <dsp:cNvSpPr/>
      </dsp:nvSpPr>
      <dsp:spPr>
        <a:xfrm>
          <a:off x="5895049" y="3221338"/>
          <a:ext cx="1622981" cy="8114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Inductance</a:t>
          </a:r>
          <a:endParaRPr lang="en-DK" sz="1800" kern="1200" dirty="0"/>
        </a:p>
      </dsp:txBody>
      <dsp:txXfrm>
        <a:off x="5895049" y="3221338"/>
        <a:ext cx="1622981" cy="811490"/>
      </dsp:txXfrm>
    </dsp:sp>
    <dsp:sp modelId="{C6BD7BA8-3D9F-4B21-9073-183BBC533FBB}">
      <dsp:nvSpPr>
        <dsp:cNvPr id="0" name=""/>
        <dsp:cNvSpPr/>
      </dsp:nvSpPr>
      <dsp:spPr>
        <a:xfrm>
          <a:off x="7858857" y="3221338"/>
          <a:ext cx="1622981" cy="8114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Saturation </a:t>
          </a:r>
          <a:r>
            <a:rPr lang="en-US" sz="1800" kern="1200" dirty="0" err="1"/>
            <a:t>behaviour</a:t>
          </a:r>
          <a:endParaRPr lang="en-DK" sz="1800" kern="1200" dirty="0"/>
        </a:p>
      </dsp:txBody>
      <dsp:txXfrm>
        <a:off x="7858857" y="3221338"/>
        <a:ext cx="1622981" cy="811490"/>
      </dsp:txXfrm>
    </dsp:sp>
    <dsp:sp modelId="{BB05ECC5-3084-4DCE-A6AE-A59BEEDC0AB6}">
      <dsp:nvSpPr>
        <dsp:cNvPr id="0" name=""/>
        <dsp:cNvSpPr/>
      </dsp:nvSpPr>
      <dsp:spPr>
        <a:xfrm>
          <a:off x="9822665" y="3221338"/>
          <a:ext cx="1622981" cy="8114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Core loss</a:t>
          </a:r>
          <a:endParaRPr lang="en-DK" sz="1800" kern="1200" dirty="0"/>
        </a:p>
      </dsp:txBody>
      <dsp:txXfrm>
        <a:off x="9822665" y="3221338"/>
        <a:ext cx="1622981" cy="811490"/>
      </dsp:txXfrm>
    </dsp:sp>
    <dsp:sp modelId="{4C2D3CC6-EBAD-45D3-98BB-E5172BCE369A}">
      <dsp:nvSpPr>
        <dsp:cNvPr id="0" name=""/>
        <dsp:cNvSpPr/>
      </dsp:nvSpPr>
      <dsp:spPr>
        <a:xfrm>
          <a:off x="9822665" y="2069021"/>
          <a:ext cx="1622981" cy="8114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Comparisson</a:t>
          </a:r>
          <a:endParaRPr lang="en-DK" sz="1800" kern="1200" dirty="0"/>
        </a:p>
      </dsp:txBody>
      <dsp:txXfrm>
        <a:off x="9822665" y="2069021"/>
        <a:ext cx="1622981" cy="811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9F1F7C4A-2B31-4E5D-9C10-7A0E4B6D2F88}" type="datetime1">
              <a:rPr lang="en-GB"/>
              <a:t>26/10/2026</a:t>
            </a:fld>
            <a:endParaRPr lang="en-GB"/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en-GB" smtClean="0">
                <a:latin typeface="Arial" panose="020B0604020202020204" pitchFamily="34" charset="0"/>
              </a:rPr>
              <a:pPr/>
              <a:t>‹#›</a:t>
            </a:fld>
            <a:endParaRPr lang="en-GB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9F1F7C4A-2B31-4E5D-9C10-7A0E4B6D2F88}" type="datetime1">
              <a:rPr lang="en-GB"/>
              <a:t>26/10/2026</a:t>
            </a:fld>
            <a:endParaRPr lang="en-GB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err="1"/>
              <a:t>Click to edit Master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 err="1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2F3E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58E75EC-EF76-589D-0066-5EFD3256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511-03A0-407C-9AB0-197B93397DAD}" type="datetime1">
              <a:rPr lang="en-GB" smtClean="0"/>
              <a:t>26/10/2026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B2228E-DECD-A1FF-31EB-394A357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6E83F-35F3-7C0A-C83E-AFDCA3467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AEFD-D2EF-4E95-B6F7-1ADD4A6597E1}" type="datetime1">
              <a:rPr lang="en-GB" smtClean="0"/>
              <a:t>26/10/2026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2648B-3179-ABFE-F3AA-42761383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800" y="1706400"/>
            <a:ext cx="9312374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09954EC-B8D9-8075-FC9F-D3764E46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0F59C-5F3D-4D97-9078-7C0B90C981F3}" type="datetime1">
              <a:rPr lang="en-GB" smtClean="0"/>
              <a:t>26/10/2026</a:t>
            </a:fld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8AD440C-0797-9C1A-F3D9-3529DA26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775E03-BE23-9277-8686-60549E4E73B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F3A0CF7-8AAD-41EB-9C9E-5DEC083E413E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71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 userDrawn="1">
          <p15:clr>
            <a:srgbClr val="F26B43"/>
          </p15:clr>
        </p15:guide>
        <p15:guide id="2" pos="3896" userDrawn="1">
          <p15:clr>
            <a:srgbClr val="F26B43"/>
          </p15:clr>
        </p15:guide>
        <p15:guide id="3" pos="4205" userDrawn="1">
          <p15:clr>
            <a:srgbClr val="F26B43"/>
          </p15:clr>
        </p15:guide>
        <p15:guide id="4" pos="6984" userDrawn="1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6AB93-5959-29D5-C0C8-6B37FCF5F14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A6CEB261-FF26-4013-828D-E829D128BACB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45D79-EFF9-98D6-B066-40CEED6C2E2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4DF225E8-8987-4791-A54E-51EE2815FD94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DBA22-AE55-C68A-132F-A826D0B0C740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DFB9FCE2-5D22-4417-A88A-E5FDCCAF6551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33A1D-DD6A-46E6-9477-D1471332CB1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A38DE3E-309E-475D-BC77-B13943922463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183DE-20D3-DB32-ED9D-43A02E676CA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B506315-1001-4DBC-B935-2C599067E55D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A24D6D2E-088E-4ED5-9182-6852E04A50E3}" type="datetime1">
              <a:rPr lang="en-GB" smtClean="0"/>
              <a:t>26/10/2026</a:t>
            </a:fld>
            <a:endParaRPr lang="en-GB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2F3E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B115DC22-7054-4627-820C-E27A5E0F9E24}" type="datetime1">
              <a:rPr lang="en-GB" smtClean="0"/>
              <a:t>26/10/2026</a:t>
            </a:fld>
            <a:endParaRPr lang="en-GB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2F3EE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2F3EE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2F3E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3676" name="text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dirty="0">
                <a:solidFill>
                  <a:schemeClr val="bg1"/>
                </a:solidFill>
                <a:latin typeface="+mn-lt"/>
              </a:rPr>
              <a:t>Technical University of Denmark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4E9AE0-170F-0C2B-DFF5-DC7F65F4B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fld id="{D577F55D-3CD0-496C-BBD4-3CA0688F9099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jpg"/><Relationship Id="rId4" Type="http://schemas.openxmlformats.org/officeDocument/2006/relationships/image" Target="../media/image33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jp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7.png"/><Relationship Id="rId4" Type="http://schemas.openxmlformats.org/officeDocument/2006/relationships/image" Target="../media/image33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7.png"/><Relationship Id="rId4" Type="http://schemas.openxmlformats.org/officeDocument/2006/relationships/image" Target="../media/image33.jp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57.jpeg"/><Relationship Id="rId4" Type="http://schemas.openxmlformats.org/officeDocument/2006/relationships/image" Target="../media/image56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1393C32-4593-A727-A772-60975780A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0" dirty="0"/>
              <a:t>Towards Multi-Permeability Cores Through</a:t>
            </a:r>
            <a:br>
              <a:rPr lang="en-US" sz="4400" b="0" dirty="0"/>
            </a:br>
            <a:r>
              <a:rPr lang="en-US" sz="4400" b="0" dirty="0"/>
              <a:t>Composition-Controlled Pellet Extrusion</a:t>
            </a:r>
            <a:endParaRPr lang="en-GB" sz="4400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2A505916-C26B-4D8F-DD23-7BF9A136D3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Brainstorming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450" y="6541200"/>
            <a:ext cx="432600" cy="316800"/>
          </a:xfrm>
        </p:spPr>
        <p:txBody>
          <a:bodyPr/>
          <a:lstStyle/>
          <a:p>
            <a:fld id="{24C8C45C-947F-4981-8B3F-4F32E973C901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A068D229-C10D-E6D4-5477-85C69A8B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en-GB" dirty="0"/>
              <a:t>27/10/2026</a:t>
            </a:r>
          </a:p>
        </p:txBody>
      </p:sp>
    </p:spTree>
    <p:extLst>
      <p:ext uri="{BB962C8B-B14F-4D97-AF65-F5344CB8AC3E}">
        <p14:creationId xmlns:p14="http://schemas.microsoft.com/office/powerpoint/2010/main" val="2320714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5F25C04-C688-8745-55C1-FF305389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0DCCB2E-72B2-BC43-E1A5-5E43226B8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Who am I?</a:t>
            </a:r>
          </a:p>
          <a:p>
            <a:pPr marL="0" indent="0">
              <a:buNone/>
            </a:pPr>
            <a:r>
              <a:rPr lang="en-US" sz="2400" dirty="0"/>
              <a:t>Introduction to additive manufacturing (AM)</a:t>
            </a:r>
          </a:p>
          <a:p>
            <a:pPr marL="0" indent="0">
              <a:buNone/>
            </a:pPr>
            <a:r>
              <a:rPr lang="en-US" sz="2400" dirty="0"/>
              <a:t>My previous work</a:t>
            </a:r>
          </a:p>
          <a:p>
            <a:pPr marL="0" indent="0">
              <a:buNone/>
            </a:pPr>
            <a:r>
              <a:rPr lang="en-US" sz="2400" dirty="0"/>
              <a:t>Constant flux inductor (CFI)</a:t>
            </a:r>
          </a:p>
          <a:p>
            <a:pPr marL="0" indent="0">
              <a:buNone/>
            </a:pPr>
            <a:r>
              <a:rPr lang="en-US" sz="2400" dirty="0"/>
              <a:t>Multi-permeability magnetic cores</a:t>
            </a:r>
          </a:p>
          <a:p>
            <a:pPr marL="0" indent="0">
              <a:buNone/>
            </a:pPr>
            <a:r>
              <a:rPr lang="en-US" sz="2400" dirty="0"/>
              <a:t>Current field of 3D printing magnetics</a:t>
            </a:r>
          </a:p>
          <a:p>
            <a:pPr marL="0" indent="0">
              <a:buNone/>
            </a:pPr>
            <a:r>
              <a:rPr lang="en-US" sz="2400" dirty="0"/>
              <a:t>Outlined research direction</a:t>
            </a:r>
          </a:p>
          <a:p>
            <a:pPr marL="0" indent="0">
              <a:buNone/>
            </a:pPr>
            <a:r>
              <a:rPr lang="en-US" sz="2400" dirty="0"/>
              <a:t>Research questions</a:t>
            </a:r>
          </a:p>
          <a:p>
            <a:pPr marL="0" indent="0">
              <a:buNone/>
            </a:pPr>
            <a:r>
              <a:rPr lang="en-US" sz="2400" dirty="0"/>
              <a:t>Requirements and methodology</a:t>
            </a:r>
          </a:p>
          <a:p>
            <a:pPr marL="0" indent="0">
              <a:buNone/>
            </a:pPr>
            <a:r>
              <a:rPr lang="en-US" sz="2400" dirty="0"/>
              <a:t>Potential collaboration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C572E-2DBB-9E06-E5A2-04C6E7CFE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8E4F-06C2-4FC9-A188-24C8C0CDFA3E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D2C858-DF37-AC25-2E3B-A311E4A9A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</a:t>
            </a:fld>
            <a:endParaRPr lang="en-GB" dirty="0"/>
          </a:p>
        </p:txBody>
      </p:sp>
      <p:pic>
        <p:nvPicPr>
          <p:cNvPr id="8" name="Picture 7" descr="Agenda - Free files and folders icons">
            <a:extLst>
              <a:ext uri="{FF2B5EF4-FFF2-40B4-BE49-F238E27FC236}">
                <a16:creationId xmlns:a16="http://schemas.microsoft.com/office/drawing/2014/main" id="{BAFCBCCB-6578-4A11-E8F6-87442C667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232" y="1676684"/>
            <a:ext cx="4085393" cy="408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566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B3455F6-4A2A-6399-77AC-63B5A3DC4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am I?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8BC03D5-2149-B223-5926-4CD69110B1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08010" y="1706399"/>
            <a:ext cx="5080078" cy="454680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Artis Fils</a:t>
            </a:r>
          </a:p>
          <a:p>
            <a:pPr marL="0" indent="0">
              <a:buNone/>
            </a:pPr>
            <a:r>
              <a:rPr lang="en-US" sz="1600" dirty="0"/>
              <a:t>Experience:</a:t>
            </a:r>
          </a:p>
          <a:p>
            <a:r>
              <a:rPr lang="en-US" sz="1600" dirty="0"/>
              <a:t>BSc in Mechatronics from University of Southern Denmark (SDU)</a:t>
            </a:r>
          </a:p>
          <a:p>
            <a:r>
              <a:rPr lang="en-US" sz="1600" dirty="0"/>
              <a:t>MSc in Mechatronics from University of Southern Denmark (SDU)</a:t>
            </a:r>
          </a:p>
          <a:p>
            <a:r>
              <a:rPr lang="en-US" sz="1600" dirty="0"/>
              <a:t>Additive Manufacturing student worker for 4.5 years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Interests:</a:t>
            </a:r>
          </a:p>
          <a:p>
            <a:r>
              <a:rPr lang="en-US" sz="1600" dirty="0"/>
              <a:t>Additive manufacturing</a:t>
            </a:r>
          </a:p>
          <a:p>
            <a:r>
              <a:rPr lang="en-US" sz="1600" dirty="0"/>
              <a:t>3D printed electronics</a:t>
            </a:r>
          </a:p>
          <a:p>
            <a:r>
              <a:rPr lang="en-US" sz="1600" dirty="0"/>
              <a:t>Hybrid manufacturing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Currently:</a:t>
            </a:r>
          </a:p>
          <a:p>
            <a:pPr marL="0" indent="0">
              <a:buNone/>
            </a:pPr>
            <a:r>
              <a:rPr lang="en-US" sz="1600" dirty="0"/>
              <a:t>Research assistant focusing on 3D printing magnetics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52592AF-0459-743F-B57D-1D207559F0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89470" y="1556792"/>
            <a:ext cx="3031066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A889E-F502-E683-E7A9-E1D2500ADF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341B2-1528-CAF3-DC4F-672D8EA9704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05BE46F-3514-4ABD-B60D-51AEE8516A40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9553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D75E2-6DBC-7BCF-7FAF-8A8C3EF17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additive manufacturing?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227642-ED85-E762-C754-9D0AFF965E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B56A736-61FA-0ACC-DA7D-1BF124813C1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ED112F6-23F0-4B94-A331-D532CBD381CE}" type="datetime1">
              <a:rPr lang="en-GB" smtClean="0"/>
              <a:t>26/10/2026</a:t>
            </a:fld>
            <a:endParaRPr lang="en-GB"/>
          </a:p>
        </p:txBody>
      </p:sp>
      <p:pic>
        <p:nvPicPr>
          <p:cNvPr id="8" name="Content Placeholder 4" descr="A diagram of different types of metal&#10;&#10;Description automatically generated">
            <a:extLst>
              <a:ext uri="{FF2B5EF4-FFF2-40B4-BE49-F238E27FC236}">
                <a16:creationId xmlns:a16="http://schemas.microsoft.com/office/drawing/2014/main" id="{6D199EA2-0785-635C-747C-25D4B37DFB0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825" y="2566567"/>
            <a:ext cx="4410075" cy="2826591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94B804-8159-848D-2418-F8F10F49B9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72514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A267D-F2EA-EEB6-6E49-B7D29800E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BBEC8-23C5-1374-761B-84E16CD0C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additive manufacturing?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151BE-748D-5537-B235-90C3EEE6EA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7B32BB1-54B5-A696-189C-07EB6E0EA75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9FEBDE3-F679-47A7-9C70-2A444C78B620}" type="datetime1">
              <a:rPr lang="en-GB" smtClean="0"/>
              <a:t>26/10/2026</a:t>
            </a:fld>
            <a:endParaRPr lang="en-GB"/>
          </a:p>
        </p:txBody>
      </p:sp>
      <p:pic>
        <p:nvPicPr>
          <p:cNvPr id="8" name="Content Placeholder 4" descr="A diagram of different types of metal&#10;&#10;Description automatically generated">
            <a:extLst>
              <a:ext uri="{FF2B5EF4-FFF2-40B4-BE49-F238E27FC236}">
                <a16:creationId xmlns:a16="http://schemas.microsoft.com/office/drawing/2014/main" id="{FF276222-942F-843C-0378-E531AD065C1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825" y="2566567"/>
            <a:ext cx="4410075" cy="2826591"/>
          </a:xfrm>
          <a:prstGeom prst="rect">
            <a:avLst/>
          </a:prstGeom>
        </p:spPr>
      </p:pic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A10E0B02-4F96-A25E-7263-4E745B05261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78613" y="2573913"/>
            <a:ext cx="4408487" cy="281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659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27C7A-C28F-3CDE-576D-C5EA12C96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additive manufacturing?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D00DA-44C0-D3EB-EA68-71832A6B5B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Advantages</a:t>
            </a:r>
          </a:p>
          <a:p>
            <a:r>
              <a:rPr lang="en-US" sz="2400" dirty="0"/>
              <a:t>Fast design iterations</a:t>
            </a:r>
          </a:p>
          <a:p>
            <a:r>
              <a:rPr lang="en-US" sz="2400" dirty="0"/>
              <a:t>Cheaper failures</a:t>
            </a:r>
          </a:p>
          <a:p>
            <a:r>
              <a:rPr lang="en-US" sz="2400" dirty="0"/>
              <a:t>Complex geometries</a:t>
            </a:r>
          </a:p>
          <a:p>
            <a:r>
              <a:rPr lang="en-US" sz="2400" dirty="0"/>
              <a:t>Lighter stronger parts</a:t>
            </a:r>
          </a:p>
          <a:p>
            <a:r>
              <a:rPr lang="en-US" sz="2400" dirty="0"/>
              <a:t>On demand manufacturing</a:t>
            </a:r>
          </a:p>
          <a:p>
            <a:r>
              <a:rPr lang="en-US" sz="2400" dirty="0"/>
              <a:t>Waste reduction</a:t>
            </a:r>
          </a:p>
          <a:p>
            <a:r>
              <a:rPr lang="en-US" sz="2400" dirty="0"/>
              <a:t>Multi material capabilities</a:t>
            </a:r>
            <a:endParaRPr lang="en-DK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433EE8-CFB4-257F-83CB-EAF0EF05D4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Disadvantages</a:t>
            </a:r>
          </a:p>
          <a:p>
            <a:r>
              <a:rPr lang="en-US" sz="2400" dirty="0"/>
              <a:t>Slow</a:t>
            </a:r>
          </a:p>
          <a:p>
            <a:r>
              <a:rPr lang="en-US" sz="2400" dirty="0"/>
              <a:t>Resolution &amp; surface finish</a:t>
            </a:r>
          </a:p>
          <a:p>
            <a:r>
              <a:rPr lang="en-US" sz="2400" dirty="0"/>
              <a:t>Size constraints</a:t>
            </a:r>
          </a:p>
          <a:p>
            <a:r>
              <a:rPr lang="en-US" sz="2400" dirty="0"/>
              <a:t>Hardware reliability</a:t>
            </a:r>
          </a:p>
          <a:p>
            <a:r>
              <a:rPr lang="en-US" sz="2400" dirty="0"/>
              <a:t>Material limitations</a:t>
            </a:r>
          </a:p>
          <a:p>
            <a:r>
              <a:rPr lang="en-US" sz="2400" dirty="0"/>
              <a:t>Expensive at scale</a:t>
            </a:r>
            <a:endParaRPr lang="en-DK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AFAFAE-9A5A-EE25-DA6C-AD30386FE5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81635DC-0B3D-1702-F8C8-0F28E6395E2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318546-C0A2-4350-8016-B37848FB9D79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224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4B855F8-A169-6BE9-ADFA-351D8CDB2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printing vs additive manufacturing</a:t>
            </a:r>
            <a:endParaRPr lang="en-DK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75A69C2-2F90-59E6-3964-4E2808CFD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A028-459D-4C7B-BEE0-23E1BF94982D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9564D2-DE5F-1E89-304B-63AEEACA2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7</a:t>
            </a:fld>
            <a:endParaRPr lang="en-GB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051D0047-3EBA-E3A5-5CAD-FF546565BC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9511576"/>
              </p:ext>
            </p:extLst>
          </p:nvPr>
        </p:nvGraphicFramePr>
        <p:xfrm>
          <a:off x="1774825" y="1706563"/>
          <a:ext cx="9312275" cy="4545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1796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7D3D2-BCB4-DEC4-7813-F7F17FBD7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common methods of additive manufacturing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D2BFE-D02D-6887-AF98-3FC2E6430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E1BDD-FA9D-4967-BE9E-F8F6D6884008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65157-D707-4556-9926-9EA52FDA6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8</a:t>
            </a:fld>
            <a:endParaRPr lang="en-GB" dirty="0"/>
          </a:p>
        </p:txBody>
      </p:sp>
      <p:pic>
        <p:nvPicPr>
          <p:cNvPr id="6" name="Picture 4" descr="https://www.design-engineering.com/wp-content/uploads/2017/06/additive-manufacturing-infographic1.png">
            <a:extLst>
              <a:ext uri="{FF2B5EF4-FFF2-40B4-BE49-F238E27FC236}">
                <a16:creationId xmlns:a16="http://schemas.microsoft.com/office/drawing/2014/main" id="{B3146D05-7E9F-AA08-BDB8-255E6E07B6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732" y="1706563"/>
            <a:ext cx="8504460" cy="4545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0852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884A0-056D-D938-28AD-E3796F097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Fused Deposition Modeling (FDM)?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7C2F6-8CC8-9EE5-A0EF-E20847DD6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E8828-38FE-4879-9663-9790F3C00922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4BD4F9-D967-ECB6-2754-A3D5329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7" name="Picture 6" descr="3D Printing | Center on Science and Technology">
            <a:extLst>
              <a:ext uri="{FF2B5EF4-FFF2-40B4-BE49-F238E27FC236}">
                <a16:creationId xmlns:a16="http://schemas.microsoft.com/office/drawing/2014/main" id="{8A7F55C1-F2DC-3F36-3D36-80AB638408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00" r="4325"/>
          <a:stretch>
            <a:fillRect/>
          </a:stretch>
        </p:blipFill>
        <p:spPr>
          <a:xfrm>
            <a:off x="979229" y="1988841"/>
            <a:ext cx="3771167" cy="396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230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CA3DE-FD79-01F9-875F-CB42920EF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E1986-AD12-B66F-0173-3D76A9FA5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Fused Deposition Modeling (FDM)?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A8263-AF25-645A-416E-DBA828C94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9BE71-AFEA-41A7-94DB-AF1E38509AFD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D5DA7-8B7A-ECE2-A716-ADB2FC58E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10</a:t>
            </a:fld>
            <a:endParaRPr lang="en-GB" dirty="0"/>
          </a:p>
        </p:txBody>
      </p:sp>
      <p:pic>
        <p:nvPicPr>
          <p:cNvPr id="6" name="Picture 2" descr="FDM Technology">
            <a:extLst>
              <a:ext uri="{FF2B5EF4-FFF2-40B4-BE49-F238E27FC236}">
                <a16:creationId xmlns:a16="http://schemas.microsoft.com/office/drawing/2014/main" id="{3CC7AED9-E954-E756-D8B1-168F9A743EA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7" t="7795" r="5308" b="17742"/>
          <a:stretch>
            <a:fillRect/>
          </a:stretch>
        </p:blipFill>
        <p:spPr bwMode="auto">
          <a:xfrm>
            <a:off x="4750396" y="1988840"/>
            <a:ext cx="6336704" cy="3960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3D Printing | Center on Science and Technology">
            <a:extLst>
              <a:ext uri="{FF2B5EF4-FFF2-40B4-BE49-F238E27FC236}">
                <a16:creationId xmlns:a16="http://schemas.microsoft.com/office/drawing/2014/main" id="{30DD25BF-3F6F-3441-1CD4-DAB7983A6D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600" r="4325"/>
          <a:stretch>
            <a:fillRect/>
          </a:stretch>
        </p:blipFill>
        <p:spPr>
          <a:xfrm>
            <a:off x="979229" y="1988841"/>
            <a:ext cx="3771167" cy="396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46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07168-8E28-F2B5-F3B6-E1ACBE9A0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BSc Thesis and Publication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B7DC6-DCC6-C48E-1E31-4515009FE4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9073728" cy="45468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“From Composite Filaments to Low-loss Circuits: A Novel Hybrid Manufacturing Approach to 3D-Printed Electronics”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2BDDC-2AA9-90FE-1578-6B457CC60D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ED868FC-B411-7DCF-B06D-6595A10B1C7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E45E841-F51A-403C-9947-ADF411AA62C6}" type="datetime1">
              <a:rPr lang="en-GB" smtClean="0"/>
              <a:t>26/10/2026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7EAD0C-DD04-41AC-0CEF-DF99DD3FB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633" y="2366314"/>
            <a:ext cx="2530377" cy="3733800"/>
          </a:xfrm>
          <a:prstGeom prst="rect">
            <a:avLst/>
          </a:prstGeom>
        </p:spPr>
      </p:pic>
      <p:pic>
        <p:nvPicPr>
          <p:cNvPr id="12" name="Picture 11" descr="A diagram of a machine&#10;&#10;Description automatically generated">
            <a:extLst>
              <a:ext uri="{FF2B5EF4-FFF2-40B4-BE49-F238E27FC236}">
                <a16:creationId xmlns:a16="http://schemas.microsoft.com/office/drawing/2014/main" id="{79EB7DF2-EDDF-16DA-3FE0-4F96420FA0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519" y="2685309"/>
            <a:ext cx="2749549" cy="3328856"/>
          </a:xfrm>
          <a:prstGeom prst="rect">
            <a:avLst/>
          </a:prstGeom>
        </p:spPr>
      </p:pic>
      <p:sp>
        <p:nvSpPr>
          <p:cNvPr id="16" name="Plus Sign 15">
            <a:extLst>
              <a:ext uri="{FF2B5EF4-FFF2-40B4-BE49-F238E27FC236}">
                <a16:creationId xmlns:a16="http://schemas.microsoft.com/office/drawing/2014/main" id="{B0A58535-225B-88DE-1030-8C57699E7CC5}"/>
              </a:ext>
            </a:extLst>
          </p:cNvPr>
          <p:cNvSpPr/>
          <p:nvPr/>
        </p:nvSpPr>
        <p:spPr bwMode="auto">
          <a:xfrm>
            <a:off x="5487327" y="3831915"/>
            <a:ext cx="1080120" cy="108012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D62201AA-138C-9A5D-A91C-F14DC8572D46}"/>
              </a:ext>
            </a:extLst>
          </p:cNvPr>
          <p:cNvSpPr txBox="1">
            <a:spLocks/>
          </p:cNvSpPr>
          <p:nvPr/>
        </p:nvSpPr>
        <p:spPr bwMode="auto">
          <a:xfrm>
            <a:off x="1559496" y="6100114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FDM</a:t>
            </a:r>
            <a:endParaRPr lang="en-DK" sz="2000" b="1" kern="0" dirty="0"/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C883521E-DA35-74EF-9565-9A96F2DBAA60}"/>
              </a:ext>
            </a:extLst>
          </p:cNvPr>
          <p:cNvSpPr txBox="1">
            <a:spLocks/>
          </p:cNvSpPr>
          <p:nvPr/>
        </p:nvSpPr>
        <p:spPr bwMode="auto">
          <a:xfrm>
            <a:off x="6895183" y="6100114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Electroplating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2320814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702F7-708B-D5A5-23B2-F07CE6055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0D03-3893-C94D-70D3-C0E5CC5F5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BSc Thesis and Publication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7C73C-6609-91CD-9A50-2A5EE0CB9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9073728" cy="45468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“From Composite Filaments to Low-loss Circuits: A Novel Hybrid Manufacturing Approach to 3D-Printed Electronics”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384EE-E21C-2018-BFC9-9C74DAB3C8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F83F1F6-C629-C0C7-96B7-75BF6396073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D476B2B-8859-4C38-9FA1-923B9D38320D}" type="datetime1">
              <a:rPr lang="en-GB" smtClean="0"/>
              <a:t>26/10/2026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5D81024-26B9-E947-E51E-D9EB6ECEE3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999" y="2492896"/>
            <a:ext cx="3491030" cy="3535301"/>
          </a:xfrm>
          <a:prstGeom prst="rect">
            <a:avLst/>
          </a:prstGeom>
        </p:spPr>
      </p:pic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EDAF2D44-A7B9-108B-27FA-5CE9FF29C13A}"/>
              </a:ext>
            </a:extLst>
          </p:cNvPr>
          <p:cNvSpPr txBox="1">
            <a:spLocks/>
          </p:cNvSpPr>
          <p:nvPr/>
        </p:nvSpPr>
        <p:spPr bwMode="auto">
          <a:xfrm>
            <a:off x="820830" y="6100114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Cup-based electroplating 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3217928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8B897-A007-F29A-23EA-AEB6895CA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CAC6C-93D5-F4B6-B0D0-18BB93845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BSc Thesis and Publication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B1BF5-33A6-7413-673E-D19FD7148A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9073728" cy="45468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“From Composite Filaments to Low-loss Circuits: A Novel Hybrid Manufacturing Approach to 3D-Printed Electronics”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18A625-47F1-6FAB-A531-BBC8C9270E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F4D744-1E1B-3107-4733-0D34D56A4E6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A37869C-57E9-4E53-8663-031DAA71CA73}" type="datetime1">
              <a:rPr lang="en-GB" smtClean="0"/>
              <a:t>26/10/2026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4396292-D9A5-44C5-2D0B-AFD6AB82F9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999" y="2492896"/>
            <a:ext cx="3491030" cy="35353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246680-0526-E3C3-72AB-84974FF52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848" y="2343634"/>
            <a:ext cx="2813011" cy="3684563"/>
          </a:xfrm>
          <a:prstGeom prst="rect">
            <a:avLst/>
          </a:prstGeom>
        </p:spPr>
      </p:pic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A178A34E-ABDC-A1BE-F016-B90675A8F0E2}"/>
              </a:ext>
            </a:extLst>
          </p:cNvPr>
          <p:cNvSpPr txBox="1">
            <a:spLocks/>
          </p:cNvSpPr>
          <p:nvPr/>
        </p:nvSpPr>
        <p:spPr bwMode="auto">
          <a:xfrm>
            <a:off x="820830" y="6100114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Cup-based electroplating </a:t>
            </a:r>
            <a:endParaRPr lang="en-DK" sz="2000" b="1" kern="0" dirty="0"/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89795045-43FB-E63D-B257-D9EC0E3DAFE7}"/>
              </a:ext>
            </a:extLst>
          </p:cNvPr>
          <p:cNvSpPr txBox="1">
            <a:spLocks/>
          </p:cNvSpPr>
          <p:nvPr/>
        </p:nvSpPr>
        <p:spPr bwMode="auto">
          <a:xfrm>
            <a:off x="4383424" y="6094992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Physical setup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2816604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90EA-0A3F-7654-3676-21627C58B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4FE23-E904-A9BE-99B9-550C62B53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BSc Thesis and Publication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201C4-25E2-B53B-F0E5-1E6A4A6C3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9073728" cy="45468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“From Composite Filaments to Low-loss Circuits: A Novel Hybrid Manufacturing Approach to 3D-Printed Electronics”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927B5-45B7-3B06-8793-A614CC03DB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8831A9B-2EC8-937F-2C23-8438F636811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45E8498-E465-41AE-8621-5FA80C42D031}" type="datetime1">
              <a:rPr lang="en-GB" smtClean="0"/>
              <a:t>26/10/2026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54A5903-E6C8-3165-EAA4-503FF11722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999" y="2492896"/>
            <a:ext cx="3491030" cy="35353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8FFC26F-0719-B127-A7AE-4BB86AF3B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475" y="2343347"/>
            <a:ext cx="2658906" cy="36845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3D872A-8F62-B474-472F-BC633EB7D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848" y="2343634"/>
            <a:ext cx="2813011" cy="3684563"/>
          </a:xfrm>
          <a:prstGeom prst="rect">
            <a:avLst/>
          </a:prstGeom>
        </p:spPr>
      </p:pic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891E8D9E-87A1-4448-F272-935291DEDE3D}"/>
              </a:ext>
            </a:extLst>
          </p:cNvPr>
          <p:cNvSpPr txBox="1">
            <a:spLocks/>
          </p:cNvSpPr>
          <p:nvPr/>
        </p:nvSpPr>
        <p:spPr bwMode="auto">
          <a:xfrm>
            <a:off x="820830" y="6100114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Cup-based electroplating </a:t>
            </a:r>
            <a:endParaRPr lang="en-DK" sz="2000" b="1" kern="0" dirty="0"/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BF8EEBC3-B061-84E8-D6D0-779AF062DDAA}"/>
              </a:ext>
            </a:extLst>
          </p:cNvPr>
          <p:cNvSpPr txBox="1">
            <a:spLocks/>
          </p:cNvSpPr>
          <p:nvPr/>
        </p:nvSpPr>
        <p:spPr bwMode="auto">
          <a:xfrm>
            <a:off x="4383424" y="6094992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Physical setup</a:t>
            </a:r>
            <a:endParaRPr lang="en-DK" sz="2000" b="1" kern="0" dirty="0"/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7B59A38A-8C82-AD00-BBCE-C4F60A89961E}"/>
              </a:ext>
            </a:extLst>
          </p:cNvPr>
          <p:cNvSpPr txBox="1">
            <a:spLocks/>
          </p:cNvSpPr>
          <p:nvPr/>
        </p:nvSpPr>
        <p:spPr bwMode="auto">
          <a:xfrm>
            <a:off x="7943856" y="6089870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Resulting speaker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396860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1970-20A7-F2C9-E9B6-3BAF9C051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D00B5-5A0B-335E-E7A1-C0F0EF767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MSc Thesis</a:t>
            </a:r>
            <a:endParaRPr lang="en-D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1E954-2D96-B68D-2441-4F1474C9A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57200" y="1706399"/>
            <a:ext cx="9729901" cy="45468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“Recyclable 3D Printing of Aqueous PNIPAM for Sustainable Electroforming”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D7A8ED-345D-8D8C-7529-22DE71D5F8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4D93E7A-4D60-FAE4-4200-4C21415DC2C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93B4F34-ED2C-4E77-8923-F8BC350CBCC7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653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9AA7C-2A24-66EA-3AF3-C65A08DAF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E5BAE-AF49-17B5-61DC-534031BCB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MSc Thesis</a:t>
            </a:r>
            <a:endParaRPr lang="en-D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1A1CD-0252-DE93-C242-0920801E7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57200" y="1706399"/>
            <a:ext cx="9729901" cy="45468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“Recyclable 3D Printing of Aqueous PNIPAM for Sustainable Electroforming”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103553-69B9-CCCD-9094-BC3FB6BBC6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BFD20CF-6415-FC5C-DD73-CB199E0259E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D05F9F4-F92A-4FBF-A9A7-6BAF0071DE22}" type="datetime1">
              <a:rPr lang="en-GB" smtClean="0"/>
              <a:t>26/10/2026</a:t>
            </a:fld>
            <a:endParaRPr lang="en-GB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04740CC-EF06-BB15-735F-68B4014B60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11" y="3300794"/>
            <a:ext cx="4937365" cy="1879209"/>
          </a:xfrm>
          <a:prstGeom prst="rect">
            <a:avLst/>
          </a:prstGeom>
        </p:spPr>
      </p:pic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B333B55B-265F-F122-1FDA-88F207AE8C35}"/>
              </a:ext>
            </a:extLst>
          </p:cNvPr>
          <p:cNvSpPr txBox="1">
            <a:spLocks/>
          </p:cNvSpPr>
          <p:nvPr/>
        </p:nvSpPr>
        <p:spPr bwMode="auto">
          <a:xfrm>
            <a:off x="1757144" y="5419515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PNIPAM solidification cycle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1692921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11B89-D671-D7D3-9970-3A9815486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100A6-0B5C-D321-9F0A-F6A84FC58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MSc Thesis</a:t>
            </a:r>
            <a:endParaRPr lang="en-D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D8B25-E440-BD71-A741-8BEDD992C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57200" y="1706399"/>
            <a:ext cx="9729901" cy="45468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“Recyclable 3D Printing of Aqueous PNIPAM for Sustainable Electroforming”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5F0F88-1D27-C30B-A592-87EDD52B17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741DEB1-4217-8D35-A372-5F39F29052E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773B6D9-BCC8-4D8B-B831-89295B4D83A8}" type="datetime1">
              <a:rPr lang="en-GB" smtClean="0"/>
              <a:t>26/10/2026</a:t>
            </a:fld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2A5059A-CA48-9B55-24CE-6D5B3B947C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160" y="2348880"/>
            <a:ext cx="3011331" cy="34812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5368F27-32B6-8E21-649A-AB07949712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11" y="3300794"/>
            <a:ext cx="4937365" cy="1879209"/>
          </a:xfrm>
          <a:prstGeom prst="rect">
            <a:avLst/>
          </a:prstGeom>
        </p:spPr>
      </p:pic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88284F58-4B22-234B-8590-2FACCB2AC08F}"/>
              </a:ext>
            </a:extLst>
          </p:cNvPr>
          <p:cNvSpPr txBox="1">
            <a:spLocks/>
          </p:cNvSpPr>
          <p:nvPr/>
        </p:nvSpPr>
        <p:spPr bwMode="auto">
          <a:xfrm>
            <a:off x="1757144" y="5419515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PNIPAM solidification cycle</a:t>
            </a:r>
            <a:endParaRPr lang="en-DK" sz="2000" b="1" kern="0" dirty="0"/>
          </a:p>
        </p:txBody>
      </p:sp>
      <p:sp>
        <p:nvSpPr>
          <p:cNvPr id="23" name="Content Placeholder 6">
            <a:extLst>
              <a:ext uri="{FF2B5EF4-FFF2-40B4-BE49-F238E27FC236}">
                <a16:creationId xmlns:a16="http://schemas.microsoft.com/office/drawing/2014/main" id="{088D2711-4D5C-70F6-8C6F-A9D0E363DF2F}"/>
              </a:ext>
            </a:extLst>
          </p:cNvPr>
          <p:cNvSpPr txBox="1">
            <a:spLocks/>
          </p:cNvSpPr>
          <p:nvPr/>
        </p:nvSpPr>
        <p:spPr bwMode="auto">
          <a:xfrm>
            <a:off x="7536160" y="5888640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Electroforming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1053699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90CC1-F5EE-D997-3EF0-3596572F3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A6824-0693-137C-A220-35C680445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MSc Thesis</a:t>
            </a:r>
            <a:endParaRPr lang="en-D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1BB6B-E64F-1C65-ABCB-93B396C3C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57200" y="1706399"/>
            <a:ext cx="9729901" cy="45468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“Recyclable 3D Printing of Aqueous PNIPAM for Sustainable Electroforming”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53549-88F8-9F69-835B-E1F200B5E9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8EACBD4-9ABA-EC05-A18F-9475BCDE3AD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7AA4217-E55C-4D9C-A1C5-604B852671EF}" type="datetime1">
              <a:rPr lang="en-GB" smtClean="0"/>
              <a:t>26/10/2026</a:t>
            </a:fld>
            <a:endParaRPr lang="en-GB"/>
          </a:p>
        </p:txBody>
      </p:sp>
      <p:pic>
        <p:nvPicPr>
          <p:cNvPr id="3" name="Picture Placeholder 8">
            <a:extLst>
              <a:ext uri="{FF2B5EF4-FFF2-40B4-BE49-F238E27FC236}">
                <a16:creationId xmlns:a16="http://schemas.microsoft.com/office/drawing/2014/main" id="{5C3771FD-244D-B049-8C2A-8797C4FDA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3" b="-53"/>
          <a:stretch>
            <a:fillRect/>
          </a:stretch>
        </p:blipFill>
        <p:spPr>
          <a:xfrm>
            <a:off x="623392" y="2287540"/>
            <a:ext cx="3328756" cy="3570683"/>
          </a:xfrm>
          <a:prstGeom prst="rect">
            <a:avLst/>
          </a:prstGeom>
        </p:spPr>
      </p:pic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F617F34B-3B4D-7375-3E24-3D3B96F4F16F}"/>
              </a:ext>
            </a:extLst>
          </p:cNvPr>
          <p:cNvSpPr txBox="1">
            <a:spLocks/>
          </p:cNvSpPr>
          <p:nvPr/>
        </p:nvSpPr>
        <p:spPr bwMode="auto">
          <a:xfrm>
            <a:off x="505251" y="5858223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Developed 3D printer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3116698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F05A2-DE6F-ADBC-2D0F-A34FA6DF6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BEBEC-0155-22C5-9F19-59A9053D1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MSc Thesis</a:t>
            </a:r>
            <a:endParaRPr lang="en-D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1A07B-178B-2730-5435-9F7517874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57200" y="1706399"/>
            <a:ext cx="9729901" cy="45468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“Recyclable 3D Printing of Aqueous PNIPAM for Sustainable Electroforming”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7912D-A422-3EAA-3F33-F49B9A52C1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C64770D-F13F-44ED-1FE8-35FBA8E5C6A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EFF0D66-DC6D-4533-8D41-2E2D8CBE9BF8}" type="datetime1">
              <a:rPr lang="en-GB" smtClean="0"/>
              <a:t>26/10/2026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A6EAEF-9128-3BA0-CED8-390EAB6CAB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1" r="9924" b="11328"/>
          <a:stretch>
            <a:fillRect/>
          </a:stretch>
        </p:blipFill>
        <p:spPr>
          <a:xfrm>
            <a:off x="4439816" y="2673464"/>
            <a:ext cx="3623606" cy="2612670"/>
          </a:xfrm>
          <a:prstGeom prst="rect">
            <a:avLst/>
          </a:prstGeom>
        </p:spPr>
      </p:pic>
      <p:pic>
        <p:nvPicPr>
          <p:cNvPr id="3" name="Picture Placeholder 8">
            <a:extLst>
              <a:ext uri="{FF2B5EF4-FFF2-40B4-BE49-F238E27FC236}">
                <a16:creationId xmlns:a16="http://schemas.microsoft.com/office/drawing/2014/main" id="{A0C85A29-00F7-DAEC-2231-C1942BD75B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3" b="-53"/>
          <a:stretch>
            <a:fillRect/>
          </a:stretch>
        </p:blipFill>
        <p:spPr>
          <a:xfrm>
            <a:off x="623392" y="2287540"/>
            <a:ext cx="3328756" cy="3570683"/>
          </a:xfrm>
          <a:prstGeom prst="rect">
            <a:avLst/>
          </a:prstGeom>
        </p:spPr>
      </p:pic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2639B638-AFAA-B67E-C4DA-5AF673792B23}"/>
              </a:ext>
            </a:extLst>
          </p:cNvPr>
          <p:cNvSpPr txBox="1">
            <a:spLocks/>
          </p:cNvSpPr>
          <p:nvPr/>
        </p:nvSpPr>
        <p:spPr bwMode="auto">
          <a:xfrm>
            <a:off x="505251" y="5858223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Developed 3D printer</a:t>
            </a:r>
            <a:endParaRPr lang="en-DK" sz="2000" b="1" kern="0" dirty="0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5AAEFD3-4D75-7E0E-11F8-8E07F8A2497A}"/>
              </a:ext>
            </a:extLst>
          </p:cNvPr>
          <p:cNvSpPr txBox="1">
            <a:spLocks/>
          </p:cNvSpPr>
          <p:nvPr/>
        </p:nvSpPr>
        <p:spPr bwMode="auto">
          <a:xfrm>
            <a:off x="4439816" y="5328580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PNIPAM/CNT specimen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575478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4D884-1F40-08A3-0FFA-F3CCFACDB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BC238-AEA3-0ACE-C739-84D35AC6F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MSc Thesis</a:t>
            </a:r>
            <a:endParaRPr lang="en-D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E1B600-1FB5-5B78-D403-1EE08B6E2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57200" y="1706399"/>
            <a:ext cx="9729901" cy="45468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“Recyclable 3D Printing of Aqueous PNIPAM for Sustainable Electroforming”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297F9-F201-62DA-C7CF-0CE872DAB1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69B4A74-8052-FB47-909C-12BF0214580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EFF0D66-DC6D-4533-8D41-2E2D8CBE9BF8}" type="datetime1">
              <a:rPr lang="en-GB" smtClean="0"/>
              <a:t>26/10/2026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FD7AB2-F223-F789-AA94-40A3C698CE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31" t="3676" r="15478" b="15332"/>
          <a:stretch>
            <a:fillRect/>
          </a:stretch>
        </p:blipFill>
        <p:spPr>
          <a:xfrm>
            <a:off x="8412540" y="2879512"/>
            <a:ext cx="3347216" cy="23867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E32846-7977-3BE3-DC08-9AE15D4522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1" r="9924" b="11328"/>
          <a:stretch>
            <a:fillRect/>
          </a:stretch>
        </p:blipFill>
        <p:spPr>
          <a:xfrm>
            <a:off x="4439816" y="2673464"/>
            <a:ext cx="3623606" cy="2612670"/>
          </a:xfrm>
          <a:prstGeom prst="rect">
            <a:avLst/>
          </a:prstGeom>
        </p:spPr>
      </p:pic>
      <p:pic>
        <p:nvPicPr>
          <p:cNvPr id="3" name="Picture Placeholder 8">
            <a:extLst>
              <a:ext uri="{FF2B5EF4-FFF2-40B4-BE49-F238E27FC236}">
                <a16:creationId xmlns:a16="http://schemas.microsoft.com/office/drawing/2014/main" id="{524BDF03-F3B3-E39B-E78E-3104470E33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3" b="-53"/>
          <a:stretch>
            <a:fillRect/>
          </a:stretch>
        </p:blipFill>
        <p:spPr>
          <a:xfrm>
            <a:off x="623392" y="2287540"/>
            <a:ext cx="3328756" cy="3570683"/>
          </a:xfrm>
          <a:prstGeom prst="rect">
            <a:avLst/>
          </a:prstGeom>
        </p:spPr>
      </p:pic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31A595A0-02F4-8363-10FC-22FBF71EFEED}"/>
              </a:ext>
            </a:extLst>
          </p:cNvPr>
          <p:cNvSpPr txBox="1">
            <a:spLocks/>
          </p:cNvSpPr>
          <p:nvPr/>
        </p:nvSpPr>
        <p:spPr bwMode="auto">
          <a:xfrm>
            <a:off x="505251" y="5858223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Developed 3D printer</a:t>
            </a:r>
            <a:endParaRPr lang="en-DK" sz="2000" b="1" kern="0" dirty="0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94574291-6588-E966-592B-0F26AEA1FFEF}"/>
              </a:ext>
            </a:extLst>
          </p:cNvPr>
          <p:cNvSpPr txBox="1">
            <a:spLocks/>
          </p:cNvSpPr>
          <p:nvPr/>
        </p:nvSpPr>
        <p:spPr bwMode="auto">
          <a:xfrm>
            <a:off x="4439816" y="5328580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PNIPAM/CNT specimen</a:t>
            </a:r>
            <a:endParaRPr lang="en-DK" sz="2000" b="1" kern="0" dirty="0"/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8D0B3E73-A7D6-A741-2822-5E9C6BD406AA}"/>
              </a:ext>
            </a:extLst>
          </p:cNvPr>
          <p:cNvSpPr txBox="1">
            <a:spLocks/>
          </p:cNvSpPr>
          <p:nvPr/>
        </p:nvSpPr>
        <p:spPr bwMode="auto">
          <a:xfrm>
            <a:off x="8304851" y="5353263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PNIPAM/CNT electroform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3395220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733BC-DF3C-FA00-F2F7-BA038FD86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Constant-flux inductor (CFI)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6AE4AEA-A15E-C93A-081F-E537BB059F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825256" cy="4546800"/>
          </a:xfrm>
        </p:spPr>
        <p:txBody>
          <a:bodyPr/>
          <a:lstStyle/>
          <a:p>
            <a:pPr marL="0" indent="0">
              <a:buNone/>
            </a:pPr>
            <a:r>
              <a:rPr lang="en-DK" sz="2000" dirty="0"/>
              <a:t>A constant-flux inductor is an magnetic component designed to distribute magnetic flux uniformly across its core.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E2878-8BE0-44C0-0CE7-D2FC97C93F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2B8F6-4184-7885-87FD-DED50F545A7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6E5E7B2-52FE-437D-BAB9-848C298B9E9A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6575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FC634-6B4B-5B4B-DB0E-03BCF3B0D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8E4EE-AA8B-5131-1910-AF94578A0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Constant-flux inductor (CFI)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2A5B2A-D615-B5F6-B989-8384E48A29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825256" cy="4546800"/>
          </a:xfrm>
        </p:spPr>
        <p:txBody>
          <a:bodyPr/>
          <a:lstStyle/>
          <a:p>
            <a:pPr marL="0" indent="0">
              <a:buNone/>
            </a:pPr>
            <a:r>
              <a:rPr lang="en-DK" sz="2000" dirty="0"/>
              <a:t>A constant-flux inductor is an magnetic component designed to distribute magnetic flux uniformly across its core.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Benefits:</a:t>
            </a:r>
          </a:p>
          <a:p>
            <a:r>
              <a:rPr lang="en-US" sz="2000" dirty="0"/>
              <a:t>Prevents localized saturation</a:t>
            </a:r>
          </a:p>
          <a:p>
            <a:r>
              <a:rPr lang="en-US" sz="2000" dirty="0"/>
              <a:t>Distributes the temperature</a:t>
            </a:r>
          </a:p>
          <a:p>
            <a:r>
              <a:rPr lang="en-US" sz="2000" dirty="0"/>
              <a:t>Reduces the footprint</a:t>
            </a:r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D1ED37-ACE7-70D6-6D60-69664B9056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102BB-BBFE-C011-2E92-E76D4662151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8D405FB-DF4A-4899-AA59-ADE4657F679D}" type="datetime1">
              <a:rPr lang="en-GB" smtClean="0"/>
              <a:t>26/10/2026</a:t>
            </a:fld>
            <a:endParaRPr lang="en-GB"/>
          </a:p>
        </p:txBody>
      </p:sp>
      <p:pic>
        <p:nvPicPr>
          <p:cNvPr id="6" name="Picture 5" descr="PDF] Design and evaluation of the constant-flux inductor with  enclosed-winding | Semantic Scholar">
            <a:extLst>
              <a:ext uri="{FF2B5EF4-FFF2-40B4-BE49-F238E27FC236}">
                <a16:creationId xmlns:a16="http://schemas.microsoft.com/office/drawing/2014/main" id="{7BF3E781-99B9-455C-355D-8A932B5810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65"/>
          <a:stretch>
            <a:fillRect/>
          </a:stretch>
        </p:blipFill>
        <p:spPr>
          <a:xfrm>
            <a:off x="6430913" y="1988840"/>
            <a:ext cx="4958227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055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78C0E-E2BA-5A50-4717-FAEA86834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B6601-32F3-D0D8-80CA-0B16B5D6F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Constant-flux inductor (CFI)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B28B234-33F9-CC0C-6EC2-9A254A3B06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825256" cy="4546800"/>
          </a:xfrm>
        </p:spPr>
        <p:txBody>
          <a:bodyPr/>
          <a:lstStyle/>
          <a:p>
            <a:pPr marL="0" indent="0">
              <a:buNone/>
            </a:pPr>
            <a:r>
              <a:rPr lang="en-DK" sz="2000" dirty="0"/>
              <a:t>A constant-flux inductor is an magnetic component designed to distribute magnetic flux uniformly across its core.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Benefits:</a:t>
            </a:r>
          </a:p>
          <a:p>
            <a:r>
              <a:rPr lang="en-US" sz="2000" dirty="0"/>
              <a:t>Prevents localized saturation</a:t>
            </a:r>
          </a:p>
          <a:p>
            <a:r>
              <a:rPr lang="en-US" sz="2000" dirty="0"/>
              <a:t>Distributes the temperature</a:t>
            </a:r>
          </a:p>
          <a:p>
            <a:r>
              <a:rPr lang="en-US" sz="2000" dirty="0"/>
              <a:t>Reduces the footprint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Tradeoff:</a:t>
            </a:r>
          </a:p>
          <a:p>
            <a:r>
              <a:rPr lang="en-US" sz="2000" dirty="0"/>
              <a:t>Manufacturing complexity</a:t>
            </a:r>
          </a:p>
          <a:p>
            <a:r>
              <a:rPr lang="en-US" sz="2000" dirty="0"/>
              <a:t>Cost</a:t>
            </a:r>
          </a:p>
          <a:p>
            <a:r>
              <a:rPr lang="en-US" sz="2000" dirty="0"/>
              <a:t>Physical tuning</a:t>
            </a:r>
            <a:endParaRPr lang="en-DK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2D0A77-E9CA-25CB-35D3-464C6EBC6F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23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AB245-EEB5-8D72-6DF8-75DB432F507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6EDB821-564D-4E0C-B616-A564CBCDB8AA}" type="datetime1">
              <a:rPr lang="en-GB" smtClean="0"/>
              <a:t>26/10/2026</a:t>
            </a:fld>
            <a:endParaRPr lang="en-GB"/>
          </a:p>
        </p:txBody>
      </p:sp>
      <p:pic>
        <p:nvPicPr>
          <p:cNvPr id="6" name="Picture 5" descr="PDF] Design and evaluation of the constant-flux inductor with  enclosed-winding | Semantic Scholar">
            <a:extLst>
              <a:ext uri="{FF2B5EF4-FFF2-40B4-BE49-F238E27FC236}">
                <a16:creationId xmlns:a16="http://schemas.microsoft.com/office/drawing/2014/main" id="{CE9679A8-0007-9D17-D31F-5142ACCFCA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65"/>
          <a:stretch>
            <a:fillRect/>
          </a:stretch>
        </p:blipFill>
        <p:spPr>
          <a:xfrm>
            <a:off x="6430913" y="1988840"/>
            <a:ext cx="4958227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241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2BFAF6C-90FD-BB98-9553-16C5B532B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designing a CFI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77608-41C7-0A28-3AC2-B208DCB540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24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495EF-E962-25D2-05E1-074D7A6591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3180453-47FC-4E7F-9EEE-68F576D15870}" type="datetime1">
              <a:rPr lang="en-GB" smtClean="0"/>
              <a:t>26/10/2026</a:t>
            </a:fld>
            <a:endParaRPr lang="en-GB"/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57D44451-3B91-7CA1-8325-A41780FA6699}"/>
              </a:ext>
            </a:extLst>
          </p:cNvPr>
          <p:cNvSpPr txBox="1">
            <a:spLocks/>
          </p:cNvSpPr>
          <p:nvPr/>
        </p:nvSpPr>
        <p:spPr bwMode="auto">
          <a:xfrm>
            <a:off x="1528274" y="1700808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Specialized geometry</a:t>
            </a:r>
            <a:endParaRPr lang="en-DK" sz="2000" b="1" kern="0" dirty="0"/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2C1B7CB0-AED8-3CBC-E96F-F2106441570E}"/>
              </a:ext>
            </a:extLst>
          </p:cNvPr>
          <p:cNvSpPr txBox="1">
            <a:spLocks/>
          </p:cNvSpPr>
          <p:nvPr/>
        </p:nvSpPr>
        <p:spPr bwMode="auto">
          <a:xfrm>
            <a:off x="7242591" y="1700808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Multi-permeability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24477453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C94DC-4D46-95BF-5A0C-A826C7D42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F38B1BD-CE85-B51C-3A88-E4AA19B4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designing a CFI</a:t>
            </a:r>
            <a:endParaRPr lang="en-D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25C881D-BD95-1107-6115-104875B176B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1129638" y="2222542"/>
            <a:ext cx="3667637" cy="2486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C95F3-14B3-418B-9B15-8EA223710D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096C6-DEA3-8A63-6E07-AC75CBE90D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A9A5353-58EB-4E1F-9892-AD2A266DB1CC}" type="datetime1">
              <a:rPr lang="en-GB" smtClean="0"/>
              <a:t>26/10/2026</a:t>
            </a:fld>
            <a:endParaRPr lang="en-GB"/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4AFD6808-015F-13E4-570E-18E5B785CE7D}"/>
              </a:ext>
            </a:extLst>
          </p:cNvPr>
          <p:cNvSpPr txBox="1">
            <a:spLocks/>
          </p:cNvSpPr>
          <p:nvPr/>
        </p:nvSpPr>
        <p:spPr bwMode="auto">
          <a:xfrm>
            <a:off x="1528274" y="1700808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Specialized geometry</a:t>
            </a:r>
            <a:endParaRPr lang="en-DK" sz="2000" b="1" kern="0" dirty="0"/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9EF09612-662C-54C3-09CD-9A01E4C844EC}"/>
              </a:ext>
            </a:extLst>
          </p:cNvPr>
          <p:cNvSpPr txBox="1">
            <a:spLocks/>
          </p:cNvSpPr>
          <p:nvPr/>
        </p:nvSpPr>
        <p:spPr bwMode="auto">
          <a:xfrm>
            <a:off x="7242591" y="1700808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Multi-permeability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3433227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831A6-5227-AB7E-B5F7-A6992D793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5696581-6ECF-4615-A779-EDFE6D6BF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designing a CFI</a:t>
            </a:r>
            <a:endParaRPr lang="en-D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1C2C262-9B9E-A801-FBC9-D5E78CF17C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1129638" y="2222542"/>
            <a:ext cx="3667637" cy="2486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CD9824-371A-81D3-B792-D607A42820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7A9DB-C948-7DFE-F8A4-61125FC00EE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48A3802-6E7D-49AF-8BB5-75F2A47592D0}" type="datetime1">
              <a:rPr lang="en-GB" smtClean="0"/>
              <a:t>26/10/2026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BB4A0CD-C0BF-1AE8-B21A-398AD76A5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944" y="2289227"/>
            <a:ext cx="5772956" cy="2353003"/>
          </a:xfrm>
          <a:prstGeom prst="rect">
            <a:avLst/>
          </a:prstGeom>
        </p:spPr>
      </p:pic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22E4165C-6427-FEA4-6775-84C3FD71BFFA}"/>
              </a:ext>
            </a:extLst>
          </p:cNvPr>
          <p:cNvSpPr txBox="1">
            <a:spLocks/>
          </p:cNvSpPr>
          <p:nvPr/>
        </p:nvSpPr>
        <p:spPr bwMode="auto">
          <a:xfrm>
            <a:off x="1528274" y="1700808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Specialized geometry</a:t>
            </a:r>
            <a:endParaRPr lang="en-DK" sz="2000" b="1" kern="0" dirty="0"/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AE53D11C-826A-76BC-F63E-F707C7D7FBC9}"/>
              </a:ext>
            </a:extLst>
          </p:cNvPr>
          <p:cNvSpPr txBox="1">
            <a:spLocks/>
          </p:cNvSpPr>
          <p:nvPr/>
        </p:nvSpPr>
        <p:spPr bwMode="auto">
          <a:xfrm>
            <a:off x="7242591" y="1700808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Multi-permeability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5651235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A4F28-F38F-5E6C-FCCB-A2DA58ADE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A7C07FC-56C1-C3CC-4FA2-F22A54389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designing a CFI</a:t>
            </a:r>
            <a:endParaRPr lang="en-D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FA15B0D-F3F5-EAA8-1525-898D5535071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1129638" y="2222542"/>
            <a:ext cx="3667637" cy="2486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F5BABD-3B37-CC4A-53C5-8DAB58FE2D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23115-AC77-E4FB-0A6D-91CB335083B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BB0096F-671B-4CCD-9A6A-A9B38826ED57}" type="datetime1">
              <a:rPr lang="en-GB" smtClean="0"/>
              <a:t>26/10/2026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46FA2A-A5E8-D96C-6825-5906A3A11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944" y="2289227"/>
            <a:ext cx="5772956" cy="2353003"/>
          </a:xfrm>
          <a:prstGeom prst="rect">
            <a:avLst/>
          </a:prstGeom>
        </p:spPr>
      </p:pic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F425D9E6-FCA5-B62A-5EE4-E51EC3B0D7FD}"/>
              </a:ext>
            </a:extLst>
          </p:cNvPr>
          <p:cNvSpPr txBox="1">
            <a:spLocks/>
          </p:cNvSpPr>
          <p:nvPr/>
        </p:nvSpPr>
        <p:spPr bwMode="auto">
          <a:xfrm>
            <a:off x="1847528" y="4930872"/>
            <a:ext cx="8663508" cy="454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lang="en-US" sz="2000" kern="0" dirty="0"/>
              <a:t>Geometry and permeability are not mutually exclusive design variables, and optimizing both may offer further benefits.</a:t>
            </a:r>
          </a:p>
          <a:p>
            <a:pPr marL="0" indent="0">
              <a:buFontTx/>
              <a:buNone/>
            </a:pPr>
            <a:endParaRPr lang="en-US" sz="2000" kern="0" dirty="0"/>
          </a:p>
          <a:p>
            <a:pPr marL="0" indent="0" algn="ctr">
              <a:buFontTx/>
              <a:buNone/>
            </a:pPr>
            <a:r>
              <a:rPr lang="en-US" sz="2000" kern="0" dirty="0"/>
              <a:t>Custom and complex -&gt; perfectly suited for AM.</a:t>
            </a:r>
            <a:endParaRPr lang="en-DK" sz="2000" kern="0" dirty="0"/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9616F1ED-E1BA-ED90-B1D7-044DFE80FF36}"/>
              </a:ext>
            </a:extLst>
          </p:cNvPr>
          <p:cNvSpPr txBox="1">
            <a:spLocks/>
          </p:cNvSpPr>
          <p:nvPr/>
        </p:nvSpPr>
        <p:spPr bwMode="auto">
          <a:xfrm>
            <a:off x="1528274" y="1700808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Specialized geometry</a:t>
            </a:r>
            <a:endParaRPr lang="en-DK" sz="2000" b="1" kern="0" dirty="0"/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9F27F206-D689-280E-33C6-5A4B141B6047}"/>
              </a:ext>
            </a:extLst>
          </p:cNvPr>
          <p:cNvSpPr txBox="1">
            <a:spLocks/>
          </p:cNvSpPr>
          <p:nvPr/>
        </p:nvSpPr>
        <p:spPr bwMode="auto">
          <a:xfrm>
            <a:off x="7242591" y="1700808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Multi-permeability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38115362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75B5D-9F07-1B66-16BF-F2558F17E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EECF206-CCA9-3A11-6175-A69E78DE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433842" cy="972716"/>
          </a:xfrm>
        </p:spPr>
        <p:txBody>
          <a:bodyPr/>
          <a:lstStyle/>
          <a:p>
            <a:r>
              <a:rPr lang="en-US" dirty="0"/>
              <a:t>Methods of manufacturing a multi-permeability core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5DF4DA-2629-F92D-0973-011D707972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28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A4D97-9ACA-2086-A643-C34E4223CEE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0273713-0652-45B1-A18F-C2246E183095}" type="datetime1">
              <a:rPr lang="en-GB" smtClean="0"/>
              <a:t>26/10/2026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C140D5-716F-2957-54CF-04F3CE7B9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000" y="2161050"/>
            <a:ext cx="2845963" cy="3713093"/>
          </a:xfrm>
          <a:prstGeom prst="rect">
            <a:avLst/>
          </a:prstGeom>
        </p:spPr>
      </p:pic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7C30882F-6E40-FC3F-59D7-705BA3E30CFB}"/>
              </a:ext>
            </a:extLst>
          </p:cNvPr>
          <p:cNvSpPr txBox="1">
            <a:spLocks/>
          </p:cNvSpPr>
          <p:nvPr/>
        </p:nvSpPr>
        <p:spPr bwMode="auto">
          <a:xfrm>
            <a:off x="804600" y="171183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Multi-step pressing</a:t>
            </a:r>
            <a:endParaRPr lang="en-DK" sz="2000" b="1" kern="0" dirty="0"/>
          </a:p>
        </p:txBody>
      </p:sp>
      <p:sp>
        <p:nvSpPr>
          <p:cNvPr id="27" name="Content Placeholder 6">
            <a:extLst>
              <a:ext uri="{FF2B5EF4-FFF2-40B4-BE49-F238E27FC236}">
                <a16:creationId xmlns:a16="http://schemas.microsoft.com/office/drawing/2014/main" id="{300A82C3-9FA0-2385-C6D1-DA1A11633A85}"/>
              </a:ext>
            </a:extLst>
          </p:cNvPr>
          <p:cNvSpPr txBox="1">
            <a:spLocks/>
          </p:cNvSpPr>
          <p:nvPr/>
        </p:nvSpPr>
        <p:spPr bwMode="auto">
          <a:xfrm>
            <a:off x="829000" y="5863309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kern="0" dirty="0"/>
              <a:t>Complex tooling </a:t>
            </a:r>
          </a:p>
          <a:p>
            <a:pPr marL="0" indent="0" algn="ctr">
              <a:buFontTx/>
              <a:buNone/>
            </a:pPr>
            <a:r>
              <a:rPr lang="en-US" kern="0" dirty="0"/>
              <a:t>Limited design freedom</a:t>
            </a:r>
            <a:endParaRPr lang="en-DK" kern="0" dirty="0"/>
          </a:p>
        </p:txBody>
      </p:sp>
    </p:spTree>
    <p:extLst>
      <p:ext uri="{BB962C8B-B14F-4D97-AF65-F5344CB8AC3E}">
        <p14:creationId xmlns:p14="http://schemas.microsoft.com/office/powerpoint/2010/main" val="5024275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754F3-1038-D99E-D450-86F22DFD6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0736B8C-23C1-8300-9941-0C3E3A66F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433842" cy="972716"/>
          </a:xfrm>
        </p:spPr>
        <p:txBody>
          <a:bodyPr/>
          <a:lstStyle/>
          <a:p>
            <a:r>
              <a:rPr lang="en-US" dirty="0"/>
              <a:t>Methods of manufacturing a multi-permeability core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739636-DE61-F96B-E700-0B9BBBFE5D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29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8CD62-5BBB-35A8-2A30-729A9F86A1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B4E069D-7CA6-48E5-B1C5-22C077CAD6E3}" type="datetime1">
              <a:rPr lang="en-GB" smtClean="0"/>
              <a:t>26/10/2026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748995-D974-7F72-B734-E514C8E0D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000" y="2161050"/>
            <a:ext cx="2845963" cy="37130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034DA5-FE47-F657-92C6-E41675AF8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478" y="3212976"/>
            <a:ext cx="4320480" cy="1669768"/>
          </a:xfrm>
          <a:prstGeom prst="rect">
            <a:avLst/>
          </a:prstGeom>
        </p:spPr>
      </p:pic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DC5FBA39-7B89-132A-80B0-28200DCAB515}"/>
              </a:ext>
            </a:extLst>
          </p:cNvPr>
          <p:cNvSpPr txBox="1">
            <a:spLocks/>
          </p:cNvSpPr>
          <p:nvPr/>
        </p:nvSpPr>
        <p:spPr bwMode="auto">
          <a:xfrm>
            <a:off x="804600" y="171183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Multi-step pressing</a:t>
            </a:r>
            <a:endParaRPr lang="en-DK" sz="2000" b="1" kern="0" dirty="0"/>
          </a:p>
        </p:txBody>
      </p:sp>
      <p:sp>
        <p:nvSpPr>
          <p:cNvPr id="23" name="Content Placeholder 6">
            <a:extLst>
              <a:ext uri="{FF2B5EF4-FFF2-40B4-BE49-F238E27FC236}">
                <a16:creationId xmlns:a16="http://schemas.microsoft.com/office/drawing/2014/main" id="{ADBBBD32-D2A4-7E3D-E21C-4B0F51015466}"/>
              </a:ext>
            </a:extLst>
          </p:cNvPr>
          <p:cNvSpPr txBox="1">
            <a:spLocks/>
          </p:cNvSpPr>
          <p:nvPr/>
        </p:nvSpPr>
        <p:spPr bwMode="auto">
          <a:xfrm>
            <a:off x="4173979" y="1719964"/>
            <a:ext cx="4099478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Temperature gradient sintering</a:t>
            </a:r>
            <a:endParaRPr lang="en-DK" sz="2000" b="1" kern="0" dirty="0"/>
          </a:p>
        </p:txBody>
      </p:sp>
      <p:sp>
        <p:nvSpPr>
          <p:cNvPr id="27" name="Content Placeholder 6">
            <a:extLst>
              <a:ext uri="{FF2B5EF4-FFF2-40B4-BE49-F238E27FC236}">
                <a16:creationId xmlns:a16="http://schemas.microsoft.com/office/drawing/2014/main" id="{EB6CD91B-C2CE-72DF-34F4-0C7FAAB7592E}"/>
              </a:ext>
            </a:extLst>
          </p:cNvPr>
          <p:cNvSpPr txBox="1">
            <a:spLocks/>
          </p:cNvSpPr>
          <p:nvPr/>
        </p:nvSpPr>
        <p:spPr bwMode="auto">
          <a:xfrm>
            <a:off x="829000" y="5863309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kern="0" dirty="0"/>
              <a:t>Complex tooling </a:t>
            </a:r>
          </a:p>
          <a:p>
            <a:pPr marL="0" indent="0" algn="ctr">
              <a:buFontTx/>
              <a:buNone/>
            </a:pPr>
            <a:r>
              <a:rPr lang="en-US" kern="0" dirty="0"/>
              <a:t>Limited design freedom</a:t>
            </a:r>
            <a:endParaRPr lang="en-DK" kern="0" dirty="0"/>
          </a:p>
        </p:txBody>
      </p:sp>
      <p:sp>
        <p:nvSpPr>
          <p:cNvPr id="29" name="Content Placeholder 6">
            <a:extLst>
              <a:ext uri="{FF2B5EF4-FFF2-40B4-BE49-F238E27FC236}">
                <a16:creationId xmlns:a16="http://schemas.microsoft.com/office/drawing/2014/main" id="{36ED8114-E951-4CAF-7A90-50808C69D06A}"/>
              </a:ext>
            </a:extLst>
          </p:cNvPr>
          <p:cNvSpPr txBox="1">
            <a:spLocks/>
          </p:cNvSpPr>
          <p:nvPr/>
        </p:nvSpPr>
        <p:spPr bwMode="auto">
          <a:xfrm>
            <a:off x="4660818" y="587414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kern="0" dirty="0"/>
              <a:t>Complex sintering</a:t>
            </a:r>
          </a:p>
          <a:p>
            <a:pPr marL="0" indent="0" algn="ctr">
              <a:buFontTx/>
              <a:buNone/>
            </a:pPr>
            <a:r>
              <a:rPr lang="en-US" kern="0" dirty="0"/>
              <a:t>Limited design freedom</a:t>
            </a:r>
            <a:endParaRPr lang="en-DK" kern="0" dirty="0"/>
          </a:p>
        </p:txBody>
      </p:sp>
    </p:spTree>
    <p:extLst>
      <p:ext uri="{BB962C8B-B14F-4D97-AF65-F5344CB8AC3E}">
        <p14:creationId xmlns:p14="http://schemas.microsoft.com/office/powerpoint/2010/main" val="2596848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EDC70-E1C3-B195-02BF-E56B5D587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D18F48-5A96-D8AC-B2E6-E98F7D4F6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433842" cy="972716"/>
          </a:xfrm>
        </p:spPr>
        <p:txBody>
          <a:bodyPr/>
          <a:lstStyle/>
          <a:p>
            <a:r>
              <a:rPr lang="en-US" dirty="0"/>
              <a:t>Methods of manufacturing a multi-permeability core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CC4B59-BA08-9B1C-71CE-B51157AFFA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30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EEE31-6C44-6252-5E7A-678A44FADFF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FA65CF2-CDE2-4267-98E1-73A3F0D256C0}" type="datetime1">
              <a:rPr lang="en-GB" smtClean="0"/>
              <a:t>26/10/2026</a:t>
            </a:fld>
            <a:endParaRPr lang="en-GB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B794603-3646-65D9-7CA0-EC2136CCB16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9002978" y="2164180"/>
            <a:ext cx="2587668" cy="3729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90DC2D-A04D-E69E-D5BB-B8E01307D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00" y="2161050"/>
            <a:ext cx="2845963" cy="37130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D6E80E-0888-7A09-3D09-E88B331B3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478" y="3212976"/>
            <a:ext cx="4320480" cy="1669768"/>
          </a:xfrm>
          <a:prstGeom prst="rect">
            <a:avLst/>
          </a:prstGeom>
        </p:spPr>
      </p:pic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FBFA2C3E-BBB6-9014-B0A3-2D987DD86F9B}"/>
              </a:ext>
            </a:extLst>
          </p:cNvPr>
          <p:cNvSpPr txBox="1">
            <a:spLocks/>
          </p:cNvSpPr>
          <p:nvPr/>
        </p:nvSpPr>
        <p:spPr bwMode="auto">
          <a:xfrm>
            <a:off x="804600" y="171183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Multi-step pressing</a:t>
            </a:r>
            <a:endParaRPr lang="en-DK" sz="2000" b="1" kern="0" dirty="0"/>
          </a:p>
        </p:txBody>
      </p:sp>
      <p:sp>
        <p:nvSpPr>
          <p:cNvPr id="23" name="Content Placeholder 6">
            <a:extLst>
              <a:ext uri="{FF2B5EF4-FFF2-40B4-BE49-F238E27FC236}">
                <a16:creationId xmlns:a16="http://schemas.microsoft.com/office/drawing/2014/main" id="{CB9DC379-A854-96DE-BFCA-BC4D8810B425}"/>
              </a:ext>
            </a:extLst>
          </p:cNvPr>
          <p:cNvSpPr txBox="1">
            <a:spLocks/>
          </p:cNvSpPr>
          <p:nvPr/>
        </p:nvSpPr>
        <p:spPr bwMode="auto">
          <a:xfrm>
            <a:off x="4173979" y="1719964"/>
            <a:ext cx="4099478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Temperature gradient sintering</a:t>
            </a:r>
            <a:endParaRPr lang="en-DK" sz="2000" b="1" kern="0" dirty="0"/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F0CF69E0-D5FB-A56F-CFDD-1126A906157E}"/>
              </a:ext>
            </a:extLst>
          </p:cNvPr>
          <p:cNvSpPr txBox="1">
            <a:spLocks/>
          </p:cNvSpPr>
          <p:nvPr/>
        </p:nvSpPr>
        <p:spPr bwMode="auto">
          <a:xfrm>
            <a:off x="8184232" y="1711833"/>
            <a:ext cx="4099478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Multi-material AM</a:t>
            </a:r>
            <a:endParaRPr lang="en-DK" sz="2000" b="1" kern="0" dirty="0"/>
          </a:p>
        </p:txBody>
      </p:sp>
      <p:sp>
        <p:nvSpPr>
          <p:cNvPr id="27" name="Content Placeholder 6">
            <a:extLst>
              <a:ext uri="{FF2B5EF4-FFF2-40B4-BE49-F238E27FC236}">
                <a16:creationId xmlns:a16="http://schemas.microsoft.com/office/drawing/2014/main" id="{1D023C1D-0D9E-CDE3-4366-4405337A2243}"/>
              </a:ext>
            </a:extLst>
          </p:cNvPr>
          <p:cNvSpPr txBox="1">
            <a:spLocks/>
          </p:cNvSpPr>
          <p:nvPr/>
        </p:nvSpPr>
        <p:spPr bwMode="auto">
          <a:xfrm>
            <a:off x="829000" y="5863309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kern="0" dirty="0"/>
              <a:t>Complex tooling </a:t>
            </a:r>
          </a:p>
          <a:p>
            <a:pPr marL="0" indent="0" algn="ctr">
              <a:buFontTx/>
              <a:buNone/>
            </a:pPr>
            <a:r>
              <a:rPr lang="en-US" kern="0" dirty="0"/>
              <a:t>Limited design freedom</a:t>
            </a:r>
            <a:endParaRPr lang="en-DK" kern="0" dirty="0"/>
          </a:p>
        </p:txBody>
      </p:sp>
      <p:sp>
        <p:nvSpPr>
          <p:cNvPr id="29" name="Content Placeholder 6">
            <a:extLst>
              <a:ext uri="{FF2B5EF4-FFF2-40B4-BE49-F238E27FC236}">
                <a16:creationId xmlns:a16="http://schemas.microsoft.com/office/drawing/2014/main" id="{2F05AEB7-FBD8-695F-6A61-EF9799B852B2}"/>
              </a:ext>
            </a:extLst>
          </p:cNvPr>
          <p:cNvSpPr txBox="1">
            <a:spLocks/>
          </p:cNvSpPr>
          <p:nvPr/>
        </p:nvSpPr>
        <p:spPr bwMode="auto">
          <a:xfrm>
            <a:off x="4660818" y="587414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kern="0" dirty="0"/>
              <a:t>Complex sintering</a:t>
            </a:r>
          </a:p>
          <a:p>
            <a:pPr marL="0" indent="0" algn="ctr">
              <a:buFontTx/>
              <a:buNone/>
            </a:pPr>
            <a:r>
              <a:rPr lang="en-US" kern="0" dirty="0"/>
              <a:t>Limited design freedom</a:t>
            </a:r>
            <a:endParaRPr lang="en-DK" kern="0" dirty="0"/>
          </a:p>
        </p:txBody>
      </p:sp>
      <p:sp>
        <p:nvSpPr>
          <p:cNvPr id="31" name="Content Placeholder 6">
            <a:extLst>
              <a:ext uri="{FF2B5EF4-FFF2-40B4-BE49-F238E27FC236}">
                <a16:creationId xmlns:a16="http://schemas.microsoft.com/office/drawing/2014/main" id="{8B3303CC-CB60-956D-8145-3D818037E9F9}"/>
              </a:ext>
            </a:extLst>
          </p:cNvPr>
          <p:cNvSpPr txBox="1">
            <a:spLocks/>
          </p:cNvSpPr>
          <p:nvPr/>
        </p:nvSpPr>
        <p:spPr bwMode="auto">
          <a:xfrm>
            <a:off x="8861630" y="5863309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kern="0" dirty="0"/>
              <a:t>Requires sintering</a:t>
            </a:r>
          </a:p>
        </p:txBody>
      </p:sp>
    </p:spTree>
    <p:extLst>
      <p:ext uri="{BB962C8B-B14F-4D97-AF65-F5344CB8AC3E}">
        <p14:creationId xmlns:p14="http://schemas.microsoft.com/office/powerpoint/2010/main" val="12543735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BA523-24D7-09E0-5303-CD6C54B8D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field of 3D printing magnetics</a:t>
            </a:r>
            <a:endParaRPr lang="en-DK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5F8F5EF-88EB-2462-21EC-7A016E720D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5489978"/>
              </p:ext>
            </p:extLst>
          </p:nvPr>
        </p:nvGraphicFramePr>
        <p:xfrm>
          <a:off x="623392" y="1728353"/>
          <a:ext cx="6575971" cy="4545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CEC73-A421-A9E3-9DFC-BD6EEFC34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6BE3-DFA7-4C03-8985-F61C4AFAE131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361E7B-92A9-AD5D-5300-F1603C5F7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5186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7E70F-21EA-1562-E3A3-5D4FF7FAC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6E5E5-DB6C-6428-FAB3-55035B22C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field of 3D printing magnetics</a:t>
            </a:r>
            <a:endParaRPr lang="en-DK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7DE01DA-63B7-BBC5-6E14-B18F8F3603D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3392" y="1728353"/>
          <a:ext cx="6575971" cy="4545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DA779-3994-421E-11B3-00672F637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C7A23-A872-4B24-9D40-EBEA5895BF4E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AFB26-CAC0-4715-EEBF-8D55AF258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32</a:t>
            </a:fld>
            <a:endParaRPr lang="en-GB" dirty="0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907D1682-B3E3-FDF3-CB9D-0AB9E8E1A68C}"/>
              </a:ext>
            </a:extLst>
          </p:cNvPr>
          <p:cNvSpPr txBox="1">
            <a:spLocks/>
          </p:cNvSpPr>
          <p:nvPr/>
        </p:nvSpPr>
        <p:spPr>
          <a:xfrm>
            <a:off x="7626273" y="2612195"/>
            <a:ext cx="4409100" cy="808133"/>
          </a:xfrm>
          <a:prstGeom prst="rect">
            <a:avLst/>
          </a:prstGeom>
        </p:spPr>
        <p:txBody>
          <a:bodyPr/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000" kern="0" dirty="0">
                <a:solidFill>
                  <a:srgbClr val="FF0000"/>
                </a:solidFill>
              </a:rPr>
              <a:t>Inability to perform multi-material printing in the same layer</a:t>
            </a:r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28EB243C-1525-8328-DC02-E46CE84C49EC}"/>
              </a:ext>
            </a:extLst>
          </p:cNvPr>
          <p:cNvSpPr/>
          <p:nvPr/>
        </p:nvSpPr>
        <p:spPr bwMode="auto">
          <a:xfrm>
            <a:off x="400721" y="266036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96FBE0BA-D385-B3BA-1EAF-97C6EEAB952D}"/>
              </a:ext>
            </a:extLst>
          </p:cNvPr>
          <p:cNvSpPr/>
          <p:nvPr/>
        </p:nvSpPr>
        <p:spPr bwMode="auto">
          <a:xfrm>
            <a:off x="3705451" y="2669546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C96636E3-80C1-E6F2-00E7-04062D3497EF}"/>
              </a:ext>
            </a:extLst>
          </p:cNvPr>
          <p:cNvSpPr/>
          <p:nvPr/>
        </p:nvSpPr>
        <p:spPr bwMode="auto">
          <a:xfrm>
            <a:off x="2053746" y="266036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679844-963E-D078-88B0-27AAAA8CE6D6}"/>
              </a:ext>
            </a:extLst>
          </p:cNvPr>
          <p:cNvSpPr/>
          <p:nvPr/>
        </p:nvSpPr>
        <p:spPr bwMode="auto">
          <a:xfrm>
            <a:off x="5563903" y="2707464"/>
            <a:ext cx="1318694" cy="684123"/>
          </a:xfrm>
          <a:prstGeom prst="rect">
            <a:avLst/>
          </a:prstGeom>
          <a:noFill/>
          <a:ln w="76200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603969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D5DD0-AE42-9DB5-A93D-8D5B51930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FDM vs FGF vs DIW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4CF7A-6D8C-57D8-6204-7B127DBC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03A9-C100-49BE-9B29-7E5FC8495FD4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E3B5C-2BA0-EDB2-61E9-F67D22B14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33</a:t>
            </a:fld>
            <a:endParaRPr lang="en-GB" dirty="0"/>
          </a:p>
        </p:txBody>
      </p:sp>
      <p:pic>
        <p:nvPicPr>
          <p:cNvPr id="8" name="Content Placeholder 7" descr="https://ars.els-cdn.com/content/image/1-s2.0-S2214860422006418-gr1_lrg.jpg">
            <a:extLst>
              <a:ext uri="{FF2B5EF4-FFF2-40B4-BE49-F238E27FC236}">
                <a16:creationId xmlns:a16="http://schemas.microsoft.com/office/drawing/2014/main" id="{9B20E113-7BDD-D272-0A36-AD83483827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769"/>
          <a:stretch>
            <a:fillRect/>
          </a:stretch>
        </p:blipFill>
        <p:spPr>
          <a:xfrm>
            <a:off x="1525294" y="1844824"/>
            <a:ext cx="9811238" cy="3528392"/>
          </a:xfrm>
          <a:prstGeom prst="rect">
            <a:avLst/>
          </a:prstGeom>
        </p:spPr>
      </p:pic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4BB927EF-EFAC-1C3A-6101-87F7F1C2F536}"/>
              </a:ext>
            </a:extLst>
          </p:cNvPr>
          <p:cNvSpPr txBox="1">
            <a:spLocks/>
          </p:cNvSpPr>
          <p:nvPr/>
        </p:nvSpPr>
        <p:spPr bwMode="auto">
          <a:xfrm>
            <a:off x="1525294" y="5618189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Fused Deposition Modeling (FDM)</a:t>
            </a:r>
            <a:endParaRPr lang="en-DK" sz="2000" b="1" kern="0" dirty="0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AE7ABC7E-B3E4-06FF-0271-678A67F38AD1}"/>
              </a:ext>
            </a:extLst>
          </p:cNvPr>
          <p:cNvSpPr txBox="1">
            <a:spLocks/>
          </p:cNvSpPr>
          <p:nvPr/>
        </p:nvSpPr>
        <p:spPr bwMode="auto">
          <a:xfrm>
            <a:off x="4417082" y="5618189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Fused Granulate Fabrication (FGF)</a:t>
            </a:r>
            <a:endParaRPr lang="en-DK" sz="2000" b="1" kern="0" dirty="0"/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FE0E2D33-05AB-2D34-C568-ED098005E6D2}"/>
              </a:ext>
            </a:extLst>
          </p:cNvPr>
          <p:cNvSpPr txBox="1">
            <a:spLocks/>
          </p:cNvSpPr>
          <p:nvPr/>
        </p:nvSpPr>
        <p:spPr bwMode="auto">
          <a:xfrm>
            <a:off x="7464152" y="5619429"/>
            <a:ext cx="2661189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Direct Ink Writing (DIW)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32266417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8E0DE-499E-E0BA-8A35-9A13C283A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423EB-D165-6C0C-F7B5-0C480A757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field of 3D printing magnetics</a:t>
            </a:r>
            <a:endParaRPr lang="en-DK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3F529BF-171D-5E3D-B901-A0381CCBDA3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3392" y="1728353"/>
          <a:ext cx="6575971" cy="4545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441CC-51D2-581E-45C4-432DEFBBA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BA698-B9B0-41E2-BE7D-B263D69AAD5A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0C5A5-663C-59B4-E145-60C7B005A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34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C1FB0-544B-CBFB-AE9E-18AD53F32DE5}"/>
              </a:ext>
            </a:extLst>
          </p:cNvPr>
          <p:cNvSpPr txBox="1"/>
          <p:nvPr/>
        </p:nvSpPr>
        <p:spPr>
          <a:xfrm>
            <a:off x="4367808" y="5827054"/>
            <a:ext cx="79208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DK" dirty="0"/>
              <a:t>μ</a:t>
            </a:r>
            <a:r>
              <a:rPr lang="en-US" baseline="-25000" dirty="0"/>
              <a:t>r</a:t>
            </a:r>
            <a:r>
              <a:rPr lang="en-US" dirty="0"/>
              <a:t> = 42</a:t>
            </a:r>
            <a:endParaRPr lang="en-DK" dirty="0" err="1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BE7BED-2BCD-3826-95E2-B575EBB9CC52}"/>
              </a:ext>
            </a:extLst>
          </p:cNvPr>
          <p:cNvSpPr txBox="1"/>
          <p:nvPr/>
        </p:nvSpPr>
        <p:spPr>
          <a:xfrm>
            <a:off x="4367808" y="4818942"/>
            <a:ext cx="122413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DK" dirty="0"/>
              <a:t>μ</a:t>
            </a:r>
            <a:r>
              <a:rPr lang="en-US" baseline="-25000" dirty="0"/>
              <a:t>r</a:t>
            </a:r>
            <a:r>
              <a:rPr lang="en-US" dirty="0"/>
              <a:t> = 35 - 500</a:t>
            </a:r>
            <a:endParaRPr lang="en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C1CB84-6EB5-2663-402C-186C099C8F9D}"/>
              </a:ext>
            </a:extLst>
          </p:cNvPr>
          <p:cNvSpPr txBox="1"/>
          <p:nvPr/>
        </p:nvSpPr>
        <p:spPr>
          <a:xfrm>
            <a:off x="4353405" y="3877748"/>
            <a:ext cx="122413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DK" dirty="0"/>
              <a:t>μ</a:t>
            </a:r>
            <a:r>
              <a:rPr lang="en-US" baseline="-25000" dirty="0"/>
              <a:t>r</a:t>
            </a:r>
            <a:r>
              <a:rPr lang="en-US" dirty="0"/>
              <a:t> = 1.4 - 4</a:t>
            </a:r>
            <a:endParaRPr lang="en-DK" dirty="0" err="1">
              <a:latin typeface="+mn-lt"/>
            </a:endParaRP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511FCC03-CB83-E45B-D8BE-37E6A51E3135}"/>
              </a:ext>
            </a:extLst>
          </p:cNvPr>
          <p:cNvSpPr txBox="1">
            <a:spLocks/>
          </p:cNvSpPr>
          <p:nvPr/>
        </p:nvSpPr>
        <p:spPr>
          <a:xfrm>
            <a:off x="7626273" y="2612195"/>
            <a:ext cx="4409100" cy="808133"/>
          </a:xfrm>
          <a:prstGeom prst="rect">
            <a:avLst/>
          </a:prstGeom>
        </p:spPr>
        <p:txBody>
          <a:bodyPr/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000" kern="0" dirty="0">
                <a:solidFill>
                  <a:srgbClr val="FF0000"/>
                </a:solidFill>
              </a:rPr>
              <a:t>Inability to perform multi-material printing in the same layer</a:t>
            </a:r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D67B0CDD-6F17-4552-E693-3ECD0E9428A8}"/>
              </a:ext>
            </a:extLst>
          </p:cNvPr>
          <p:cNvSpPr/>
          <p:nvPr/>
        </p:nvSpPr>
        <p:spPr bwMode="auto">
          <a:xfrm>
            <a:off x="400721" y="266036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82A74AED-9F3C-544A-28FB-1A2DEC310E77}"/>
              </a:ext>
            </a:extLst>
          </p:cNvPr>
          <p:cNvSpPr/>
          <p:nvPr/>
        </p:nvSpPr>
        <p:spPr bwMode="auto">
          <a:xfrm>
            <a:off x="3705451" y="2669546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2A68A34C-6D50-F5F1-8B46-09F7D5BC271F}"/>
              </a:ext>
            </a:extLst>
          </p:cNvPr>
          <p:cNvSpPr/>
          <p:nvPr/>
        </p:nvSpPr>
        <p:spPr bwMode="auto">
          <a:xfrm>
            <a:off x="2053746" y="266036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E7A1628-912F-887C-1BFA-56D13E95E4BC}"/>
              </a:ext>
            </a:extLst>
          </p:cNvPr>
          <p:cNvSpPr/>
          <p:nvPr/>
        </p:nvSpPr>
        <p:spPr bwMode="auto">
          <a:xfrm>
            <a:off x="5563903" y="2707464"/>
            <a:ext cx="1318694" cy="684123"/>
          </a:xfrm>
          <a:prstGeom prst="rect">
            <a:avLst/>
          </a:prstGeom>
          <a:noFill/>
          <a:ln w="76200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193626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C3085-C02B-9594-9F0E-5788A1D59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5A318-2C73-DCC0-F098-D94D86B34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field of 3D printing magnetics</a:t>
            </a:r>
            <a:endParaRPr lang="en-DK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FB91315-8C91-1E3B-E2B1-4DCEF228795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3392" y="1728353"/>
          <a:ext cx="6575971" cy="4545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67736-DCFA-5556-4B7D-D6F3B5C4A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297B-A9D1-4AFC-8911-715D3E653CEB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43EE0C-324F-8AB9-136F-20E1C7761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35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16F872-D863-8F77-5676-53C6635859DC}"/>
              </a:ext>
            </a:extLst>
          </p:cNvPr>
          <p:cNvSpPr txBox="1"/>
          <p:nvPr/>
        </p:nvSpPr>
        <p:spPr>
          <a:xfrm>
            <a:off x="4367808" y="5827054"/>
            <a:ext cx="79208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DK" dirty="0"/>
              <a:t>μ</a:t>
            </a:r>
            <a:r>
              <a:rPr lang="en-US" baseline="-25000" dirty="0"/>
              <a:t>r</a:t>
            </a:r>
            <a:r>
              <a:rPr lang="en-US" dirty="0"/>
              <a:t> = 42</a:t>
            </a:r>
            <a:endParaRPr lang="en-DK" dirty="0" err="1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2DB8F-05BE-9261-4FDF-C399AC357F20}"/>
              </a:ext>
            </a:extLst>
          </p:cNvPr>
          <p:cNvSpPr txBox="1"/>
          <p:nvPr/>
        </p:nvSpPr>
        <p:spPr>
          <a:xfrm>
            <a:off x="4367808" y="4818942"/>
            <a:ext cx="122413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DK" dirty="0"/>
              <a:t>μ</a:t>
            </a:r>
            <a:r>
              <a:rPr lang="en-US" baseline="-25000" dirty="0"/>
              <a:t>r</a:t>
            </a:r>
            <a:r>
              <a:rPr lang="en-US" dirty="0"/>
              <a:t> = 35 - 500</a:t>
            </a:r>
            <a:endParaRPr lang="en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A03540-5676-9187-6048-43A0F64B5B2E}"/>
              </a:ext>
            </a:extLst>
          </p:cNvPr>
          <p:cNvSpPr txBox="1"/>
          <p:nvPr/>
        </p:nvSpPr>
        <p:spPr>
          <a:xfrm>
            <a:off x="4353405" y="3877748"/>
            <a:ext cx="122413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DK" dirty="0"/>
              <a:t>μ</a:t>
            </a:r>
            <a:r>
              <a:rPr lang="en-US" baseline="-25000" dirty="0"/>
              <a:t>r</a:t>
            </a:r>
            <a:r>
              <a:rPr lang="en-US" dirty="0"/>
              <a:t> = 1.4 - 4</a:t>
            </a:r>
            <a:endParaRPr lang="en-DK" dirty="0" err="1">
              <a:latin typeface="+mn-lt"/>
            </a:endParaRP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6C1BD43B-6ED0-5C9E-4CD0-8BA06841FE26}"/>
              </a:ext>
            </a:extLst>
          </p:cNvPr>
          <p:cNvSpPr txBox="1">
            <a:spLocks/>
          </p:cNvSpPr>
          <p:nvPr/>
        </p:nvSpPr>
        <p:spPr>
          <a:xfrm>
            <a:off x="7626273" y="2612195"/>
            <a:ext cx="4409100" cy="808133"/>
          </a:xfrm>
          <a:prstGeom prst="rect">
            <a:avLst/>
          </a:prstGeom>
        </p:spPr>
        <p:txBody>
          <a:bodyPr/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000" kern="0" dirty="0">
                <a:solidFill>
                  <a:srgbClr val="FF0000"/>
                </a:solidFill>
              </a:rPr>
              <a:t>Inability to perform multi-material printing in the same layer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AD0F246A-199F-9FF3-D496-6EE6ADC90C09}"/>
              </a:ext>
            </a:extLst>
          </p:cNvPr>
          <p:cNvSpPr txBox="1">
            <a:spLocks/>
          </p:cNvSpPr>
          <p:nvPr/>
        </p:nvSpPr>
        <p:spPr>
          <a:xfrm>
            <a:off x="7651393" y="3808284"/>
            <a:ext cx="4409100" cy="385147"/>
          </a:xfrm>
          <a:prstGeom prst="rect">
            <a:avLst/>
          </a:prstGeom>
        </p:spPr>
        <p:txBody>
          <a:bodyPr/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000" kern="0" dirty="0">
                <a:solidFill>
                  <a:srgbClr val="FF0000"/>
                </a:solidFill>
              </a:rPr>
              <a:t>Low permeability</a:t>
            </a:r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A8A706C9-B54E-EFEC-5562-399D805602D8}"/>
              </a:ext>
            </a:extLst>
          </p:cNvPr>
          <p:cNvSpPr/>
          <p:nvPr/>
        </p:nvSpPr>
        <p:spPr bwMode="auto">
          <a:xfrm>
            <a:off x="400721" y="266036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3F8AE2D7-F124-FDFB-D826-7D7CAD89A861}"/>
              </a:ext>
            </a:extLst>
          </p:cNvPr>
          <p:cNvSpPr/>
          <p:nvPr/>
        </p:nvSpPr>
        <p:spPr bwMode="auto">
          <a:xfrm>
            <a:off x="3705451" y="2669546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2B377550-684B-BD27-91D0-058A37A6E14E}"/>
              </a:ext>
            </a:extLst>
          </p:cNvPr>
          <p:cNvSpPr/>
          <p:nvPr/>
        </p:nvSpPr>
        <p:spPr bwMode="auto">
          <a:xfrm>
            <a:off x="2053746" y="266036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EADDB3D8-3342-3F72-DFA3-F1C40C297FA2}"/>
              </a:ext>
            </a:extLst>
          </p:cNvPr>
          <p:cNvSpPr/>
          <p:nvPr/>
        </p:nvSpPr>
        <p:spPr bwMode="auto">
          <a:xfrm>
            <a:off x="5658037" y="362087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155BE71-E417-DD2B-8702-EBF63A8E056E}"/>
              </a:ext>
            </a:extLst>
          </p:cNvPr>
          <p:cNvSpPr/>
          <p:nvPr/>
        </p:nvSpPr>
        <p:spPr bwMode="auto">
          <a:xfrm>
            <a:off x="5563903" y="2707464"/>
            <a:ext cx="1318694" cy="684123"/>
          </a:xfrm>
          <a:prstGeom prst="rect">
            <a:avLst/>
          </a:prstGeom>
          <a:noFill/>
          <a:ln w="76200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55189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5DB77-2108-1703-F4B2-CBD7C3CF6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B0F8B-50E1-37C1-74AA-D81C7288D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field of 3D printing magnetics</a:t>
            </a:r>
            <a:endParaRPr lang="en-DK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D4F1B34-3598-4277-AAE1-445FDF3A190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3392" y="1728353"/>
          <a:ext cx="6575971" cy="4545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A4C9D-C78D-0F1D-21B3-0B3667285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A3685-8C76-4286-AD44-75B7C5128ED9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C1326D-C3C0-9B39-6294-13CA38524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36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3A3354-C554-C77D-0203-9924B4F592F6}"/>
              </a:ext>
            </a:extLst>
          </p:cNvPr>
          <p:cNvSpPr txBox="1"/>
          <p:nvPr/>
        </p:nvSpPr>
        <p:spPr>
          <a:xfrm>
            <a:off x="4367808" y="5827054"/>
            <a:ext cx="79208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DK" dirty="0"/>
              <a:t>μ</a:t>
            </a:r>
            <a:r>
              <a:rPr lang="en-US" baseline="-25000" dirty="0"/>
              <a:t>r</a:t>
            </a:r>
            <a:r>
              <a:rPr lang="en-US" dirty="0"/>
              <a:t> = 42</a:t>
            </a:r>
            <a:endParaRPr lang="en-DK" dirty="0" err="1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0BF2DC-1C68-6960-683C-89F0240ADB71}"/>
              </a:ext>
            </a:extLst>
          </p:cNvPr>
          <p:cNvSpPr txBox="1"/>
          <p:nvPr/>
        </p:nvSpPr>
        <p:spPr>
          <a:xfrm>
            <a:off x="4367808" y="4818942"/>
            <a:ext cx="122413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DK" dirty="0"/>
              <a:t>μ</a:t>
            </a:r>
            <a:r>
              <a:rPr lang="en-US" baseline="-25000" dirty="0"/>
              <a:t>r</a:t>
            </a:r>
            <a:r>
              <a:rPr lang="en-US" dirty="0"/>
              <a:t> = 35 - 500</a:t>
            </a:r>
            <a:endParaRPr lang="en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9C3767-3197-7DCD-8127-48B233D86D3F}"/>
              </a:ext>
            </a:extLst>
          </p:cNvPr>
          <p:cNvSpPr txBox="1"/>
          <p:nvPr/>
        </p:nvSpPr>
        <p:spPr>
          <a:xfrm>
            <a:off x="4353405" y="3877748"/>
            <a:ext cx="122413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DK" dirty="0"/>
              <a:t>μ</a:t>
            </a:r>
            <a:r>
              <a:rPr lang="en-US" baseline="-25000" dirty="0"/>
              <a:t>r</a:t>
            </a:r>
            <a:r>
              <a:rPr lang="en-US" dirty="0"/>
              <a:t> = 1.4 - 4</a:t>
            </a:r>
            <a:endParaRPr lang="en-DK" dirty="0" err="1">
              <a:latin typeface="+mn-lt"/>
            </a:endParaRP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5B83BB8D-8A4F-DA52-DEE0-4ADC5A467117}"/>
              </a:ext>
            </a:extLst>
          </p:cNvPr>
          <p:cNvSpPr txBox="1">
            <a:spLocks/>
          </p:cNvSpPr>
          <p:nvPr/>
        </p:nvSpPr>
        <p:spPr>
          <a:xfrm>
            <a:off x="7626273" y="2612195"/>
            <a:ext cx="4409100" cy="808133"/>
          </a:xfrm>
          <a:prstGeom prst="rect">
            <a:avLst/>
          </a:prstGeom>
        </p:spPr>
        <p:txBody>
          <a:bodyPr/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000" kern="0" dirty="0">
                <a:solidFill>
                  <a:srgbClr val="FF0000"/>
                </a:solidFill>
              </a:rPr>
              <a:t>Inability to perform multi-material printing in the same layer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FA9FAEBF-4674-C42B-B390-6BFFDEFB917C}"/>
              </a:ext>
            </a:extLst>
          </p:cNvPr>
          <p:cNvSpPr txBox="1">
            <a:spLocks/>
          </p:cNvSpPr>
          <p:nvPr/>
        </p:nvSpPr>
        <p:spPr>
          <a:xfrm>
            <a:off x="7651393" y="3808284"/>
            <a:ext cx="4409100" cy="385147"/>
          </a:xfrm>
          <a:prstGeom prst="rect">
            <a:avLst/>
          </a:prstGeom>
        </p:spPr>
        <p:txBody>
          <a:bodyPr/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000" kern="0" dirty="0">
                <a:solidFill>
                  <a:srgbClr val="FF0000"/>
                </a:solidFill>
              </a:rPr>
              <a:t>Low permeability</a:t>
            </a:r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4CB0E3E9-A668-FBB0-DCAA-FFE6E29908BF}"/>
              </a:ext>
            </a:extLst>
          </p:cNvPr>
          <p:cNvSpPr txBox="1">
            <a:spLocks/>
          </p:cNvSpPr>
          <p:nvPr/>
        </p:nvSpPr>
        <p:spPr>
          <a:xfrm>
            <a:off x="7652998" y="4725144"/>
            <a:ext cx="4409100" cy="808133"/>
          </a:xfrm>
          <a:prstGeom prst="rect">
            <a:avLst/>
          </a:prstGeom>
        </p:spPr>
        <p:txBody>
          <a:bodyPr/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000" kern="0" dirty="0">
                <a:solidFill>
                  <a:srgbClr val="FF0000"/>
                </a:solidFill>
              </a:rPr>
              <a:t>Requires sintering</a:t>
            </a:r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1DE5FE81-F441-E187-E2BF-BBC453A01BBB}"/>
              </a:ext>
            </a:extLst>
          </p:cNvPr>
          <p:cNvSpPr/>
          <p:nvPr/>
        </p:nvSpPr>
        <p:spPr bwMode="auto">
          <a:xfrm>
            <a:off x="400721" y="266036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A5FEBAAB-59AA-5708-1262-80E585C8F726}"/>
              </a:ext>
            </a:extLst>
          </p:cNvPr>
          <p:cNvSpPr/>
          <p:nvPr/>
        </p:nvSpPr>
        <p:spPr bwMode="auto">
          <a:xfrm>
            <a:off x="3705451" y="2669546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96DCCAB3-57BE-426C-E90C-1357B4543C48}"/>
              </a:ext>
            </a:extLst>
          </p:cNvPr>
          <p:cNvSpPr/>
          <p:nvPr/>
        </p:nvSpPr>
        <p:spPr bwMode="auto">
          <a:xfrm>
            <a:off x="2053746" y="266036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03940A66-A907-22AD-F831-42CD782FAF6F}"/>
              </a:ext>
            </a:extLst>
          </p:cNvPr>
          <p:cNvSpPr/>
          <p:nvPr/>
        </p:nvSpPr>
        <p:spPr bwMode="auto">
          <a:xfrm>
            <a:off x="5658037" y="362087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EFE1A945-6191-CB5B-D4A2-7B636B6E65F6}"/>
              </a:ext>
            </a:extLst>
          </p:cNvPr>
          <p:cNvSpPr/>
          <p:nvPr/>
        </p:nvSpPr>
        <p:spPr bwMode="auto">
          <a:xfrm>
            <a:off x="5650208" y="4576194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26F131-D6E1-CA86-2504-61C6C22E9793}"/>
              </a:ext>
            </a:extLst>
          </p:cNvPr>
          <p:cNvSpPr/>
          <p:nvPr/>
        </p:nvSpPr>
        <p:spPr bwMode="auto">
          <a:xfrm>
            <a:off x="5563903" y="2707464"/>
            <a:ext cx="1318694" cy="684123"/>
          </a:xfrm>
          <a:prstGeom prst="rect">
            <a:avLst/>
          </a:prstGeom>
          <a:noFill/>
          <a:ln w="76200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768559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822DA-4570-E866-E7B1-795AD50E5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666D2-5924-E913-AC03-DD51FC670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field of 3D printing magnetics</a:t>
            </a:r>
            <a:endParaRPr lang="en-DK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B6FDD70-4451-3D2E-4A2D-14E18C4104E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3392" y="1728353"/>
          <a:ext cx="6575971" cy="4545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A092F-4C97-37BF-1D83-88A4B9D45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ABF59-E9B5-4ED8-BFAA-D7E791BEAB43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60CEC4-8617-9707-9AEC-07B049BAF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37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C38547-DC66-7ABB-4FE6-63120D168E07}"/>
              </a:ext>
            </a:extLst>
          </p:cNvPr>
          <p:cNvSpPr txBox="1"/>
          <p:nvPr/>
        </p:nvSpPr>
        <p:spPr>
          <a:xfrm>
            <a:off x="4367808" y="5827054"/>
            <a:ext cx="79208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DK" dirty="0"/>
              <a:t>μ</a:t>
            </a:r>
            <a:r>
              <a:rPr lang="en-US" baseline="-25000" dirty="0"/>
              <a:t>r</a:t>
            </a:r>
            <a:r>
              <a:rPr lang="en-US" dirty="0"/>
              <a:t> = 42</a:t>
            </a:r>
            <a:endParaRPr lang="en-DK" dirty="0" err="1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F1150C-D32B-66EA-5274-E6F41567DA25}"/>
              </a:ext>
            </a:extLst>
          </p:cNvPr>
          <p:cNvSpPr txBox="1"/>
          <p:nvPr/>
        </p:nvSpPr>
        <p:spPr>
          <a:xfrm>
            <a:off x="4367808" y="4818942"/>
            <a:ext cx="122413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DK" dirty="0"/>
              <a:t>μ</a:t>
            </a:r>
            <a:r>
              <a:rPr lang="en-US" baseline="-25000" dirty="0"/>
              <a:t>r</a:t>
            </a:r>
            <a:r>
              <a:rPr lang="en-US" dirty="0"/>
              <a:t> = 35 - 500</a:t>
            </a:r>
            <a:endParaRPr lang="en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46EA4F-B81F-F28C-5938-664C1B9C886D}"/>
              </a:ext>
            </a:extLst>
          </p:cNvPr>
          <p:cNvSpPr txBox="1"/>
          <p:nvPr/>
        </p:nvSpPr>
        <p:spPr>
          <a:xfrm>
            <a:off x="4353405" y="3877748"/>
            <a:ext cx="122413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DK" dirty="0"/>
              <a:t>μ</a:t>
            </a:r>
            <a:r>
              <a:rPr lang="en-US" baseline="-25000" dirty="0"/>
              <a:t>r</a:t>
            </a:r>
            <a:r>
              <a:rPr lang="en-US" dirty="0"/>
              <a:t> = 1.4 - 4</a:t>
            </a:r>
            <a:endParaRPr lang="en-DK" dirty="0" err="1">
              <a:latin typeface="+mn-lt"/>
            </a:endParaRP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2FB3B1B4-D3CD-CFD3-1E04-E7BDC3E87649}"/>
              </a:ext>
            </a:extLst>
          </p:cNvPr>
          <p:cNvSpPr txBox="1">
            <a:spLocks/>
          </p:cNvSpPr>
          <p:nvPr/>
        </p:nvSpPr>
        <p:spPr>
          <a:xfrm>
            <a:off x="7626273" y="2612195"/>
            <a:ext cx="4409100" cy="808133"/>
          </a:xfrm>
          <a:prstGeom prst="rect">
            <a:avLst/>
          </a:prstGeom>
        </p:spPr>
        <p:txBody>
          <a:bodyPr/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000" kern="0" dirty="0">
                <a:solidFill>
                  <a:srgbClr val="FF0000"/>
                </a:solidFill>
              </a:rPr>
              <a:t>Inability to perform multi-material printing in the same layer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E9647792-413E-4D97-28EC-D32BF28079ED}"/>
              </a:ext>
            </a:extLst>
          </p:cNvPr>
          <p:cNvSpPr txBox="1">
            <a:spLocks/>
          </p:cNvSpPr>
          <p:nvPr/>
        </p:nvSpPr>
        <p:spPr>
          <a:xfrm>
            <a:off x="7651393" y="3808284"/>
            <a:ext cx="4409100" cy="385147"/>
          </a:xfrm>
          <a:prstGeom prst="rect">
            <a:avLst/>
          </a:prstGeom>
        </p:spPr>
        <p:txBody>
          <a:bodyPr/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000" kern="0" dirty="0">
                <a:solidFill>
                  <a:srgbClr val="FF0000"/>
                </a:solidFill>
              </a:rPr>
              <a:t>Low permeability</a:t>
            </a:r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715418EB-7B07-D89B-1260-2049E4B0D976}"/>
              </a:ext>
            </a:extLst>
          </p:cNvPr>
          <p:cNvSpPr txBox="1">
            <a:spLocks/>
          </p:cNvSpPr>
          <p:nvPr/>
        </p:nvSpPr>
        <p:spPr>
          <a:xfrm>
            <a:off x="7652998" y="4725144"/>
            <a:ext cx="4409100" cy="808133"/>
          </a:xfrm>
          <a:prstGeom prst="rect">
            <a:avLst/>
          </a:prstGeom>
        </p:spPr>
        <p:txBody>
          <a:bodyPr/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000" kern="0" dirty="0">
                <a:solidFill>
                  <a:srgbClr val="FF0000"/>
                </a:solidFill>
              </a:rPr>
              <a:t>Requires sintering</a:t>
            </a:r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16C8B157-D067-4B08-AD31-61C1345BB1D0}"/>
              </a:ext>
            </a:extLst>
          </p:cNvPr>
          <p:cNvSpPr/>
          <p:nvPr/>
        </p:nvSpPr>
        <p:spPr bwMode="auto">
          <a:xfrm>
            <a:off x="400721" y="266036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74131A9B-EF52-E4B3-601B-A58637B5F59A}"/>
              </a:ext>
            </a:extLst>
          </p:cNvPr>
          <p:cNvSpPr/>
          <p:nvPr/>
        </p:nvSpPr>
        <p:spPr bwMode="auto">
          <a:xfrm>
            <a:off x="3705451" y="2669546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C988FED0-DA28-99A6-4DDE-22FE2DBDE26E}"/>
              </a:ext>
            </a:extLst>
          </p:cNvPr>
          <p:cNvSpPr/>
          <p:nvPr/>
        </p:nvSpPr>
        <p:spPr bwMode="auto">
          <a:xfrm>
            <a:off x="2053746" y="266036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972B40AD-F27F-0484-C3F9-C1E896B72822}"/>
              </a:ext>
            </a:extLst>
          </p:cNvPr>
          <p:cNvSpPr/>
          <p:nvPr/>
        </p:nvSpPr>
        <p:spPr bwMode="auto">
          <a:xfrm>
            <a:off x="5658037" y="362087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766C1119-CA29-6B53-2C99-CB32F215BD59}"/>
              </a:ext>
            </a:extLst>
          </p:cNvPr>
          <p:cNvSpPr/>
          <p:nvPr/>
        </p:nvSpPr>
        <p:spPr bwMode="auto">
          <a:xfrm>
            <a:off x="5650208" y="4576194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9" name="Content Placeholder 8">
            <a:extLst>
              <a:ext uri="{FF2B5EF4-FFF2-40B4-BE49-F238E27FC236}">
                <a16:creationId xmlns:a16="http://schemas.microsoft.com/office/drawing/2014/main" id="{67610588-A9EB-E751-57A1-B13F4AEEF394}"/>
              </a:ext>
            </a:extLst>
          </p:cNvPr>
          <p:cNvSpPr txBox="1">
            <a:spLocks/>
          </p:cNvSpPr>
          <p:nvPr/>
        </p:nvSpPr>
        <p:spPr>
          <a:xfrm>
            <a:off x="7680282" y="5669208"/>
            <a:ext cx="4409100" cy="808133"/>
          </a:xfrm>
          <a:prstGeom prst="rect">
            <a:avLst/>
          </a:prstGeom>
        </p:spPr>
        <p:txBody>
          <a:bodyPr/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000" kern="0" dirty="0">
                <a:solidFill>
                  <a:srgbClr val="00B050"/>
                </a:solidFill>
              </a:rPr>
              <a:t>Selected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9457EE-503E-9248-6D05-ACDD4B07D7CA}"/>
              </a:ext>
            </a:extLst>
          </p:cNvPr>
          <p:cNvSpPr/>
          <p:nvPr/>
        </p:nvSpPr>
        <p:spPr bwMode="auto">
          <a:xfrm>
            <a:off x="5879976" y="5569442"/>
            <a:ext cx="1318694" cy="684123"/>
          </a:xfrm>
          <a:prstGeom prst="rect">
            <a:avLst/>
          </a:prstGeom>
          <a:noFill/>
          <a:ln w="76200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E2239EE-E036-E03B-B7A8-4FDBD25E0933}"/>
              </a:ext>
            </a:extLst>
          </p:cNvPr>
          <p:cNvSpPr/>
          <p:nvPr/>
        </p:nvSpPr>
        <p:spPr bwMode="auto">
          <a:xfrm>
            <a:off x="5563903" y="2707464"/>
            <a:ext cx="1318694" cy="684123"/>
          </a:xfrm>
          <a:prstGeom prst="rect">
            <a:avLst/>
          </a:prstGeom>
          <a:noFill/>
          <a:ln w="76200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746841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A3A5-776D-4E99-756A-60DB09147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direction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ABF97-38B2-1B67-C636-243C6C211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0E4F-A64B-4476-A64D-46816724CA31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74E34E-36E8-CFBA-E77F-23F544A70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38</a:t>
            </a:fld>
            <a:endParaRPr lang="en-GB" dirty="0"/>
          </a:p>
        </p:txBody>
      </p:sp>
      <p:pic>
        <p:nvPicPr>
          <p:cNvPr id="6" name="Content Placeholder 7" descr="https://ars.els-cdn.com/content/image/1-s2.0-S2214860422006418-gr1_lrg.jpg">
            <a:extLst>
              <a:ext uri="{FF2B5EF4-FFF2-40B4-BE49-F238E27FC236}">
                <a16:creationId xmlns:a16="http://schemas.microsoft.com/office/drawing/2014/main" id="{2806EC4D-3A4C-9F5E-D88E-C557EA1BE6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174" r="42404" b="5769"/>
          <a:stretch>
            <a:fillRect/>
          </a:stretch>
        </p:blipFill>
        <p:spPr bwMode="auto">
          <a:xfrm>
            <a:off x="1558702" y="1772816"/>
            <a:ext cx="2881114" cy="3921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Plus Sign 6">
            <a:extLst>
              <a:ext uri="{FF2B5EF4-FFF2-40B4-BE49-F238E27FC236}">
                <a16:creationId xmlns:a16="http://schemas.microsoft.com/office/drawing/2014/main" id="{26728E83-691A-0262-A61F-0D18BB6346FC}"/>
              </a:ext>
            </a:extLst>
          </p:cNvPr>
          <p:cNvSpPr/>
          <p:nvPr/>
        </p:nvSpPr>
        <p:spPr bwMode="auto">
          <a:xfrm>
            <a:off x="5555940" y="3193514"/>
            <a:ext cx="1080120" cy="108012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A82E2E-9712-0B56-2152-8CACF222A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112" y="2852936"/>
            <a:ext cx="4608512" cy="1659354"/>
          </a:xfrm>
          <a:prstGeom prst="rect">
            <a:avLst/>
          </a:prstGeom>
        </p:spPr>
      </p:pic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1BA04566-3F88-78A3-A5A7-3D5C6DB8F97B}"/>
              </a:ext>
            </a:extLst>
          </p:cNvPr>
          <p:cNvSpPr txBox="1">
            <a:spLocks/>
          </p:cNvSpPr>
          <p:nvPr/>
        </p:nvSpPr>
        <p:spPr bwMode="auto">
          <a:xfrm>
            <a:off x="1558702" y="5847762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Fused Granulate Fabrication (FGF)</a:t>
            </a:r>
            <a:endParaRPr lang="en-DK" sz="2000" b="1" kern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EDE8385C-56EC-F214-7338-17C5B58F235F}"/>
              </a:ext>
            </a:extLst>
          </p:cNvPr>
          <p:cNvSpPr txBox="1">
            <a:spLocks/>
          </p:cNvSpPr>
          <p:nvPr/>
        </p:nvSpPr>
        <p:spPr bwMode="auto">
          <a:xfrm>
            <a:off x="7973186" y="5847762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Multi-permeability cores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37167883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A9FC7-7DB5-6C5B-A490-BA53281C8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8989-8EEF-65E6-FE12-EC83CDC76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Multi-permeability via different materials</a:t>
            </a:r>
            <a:endParaRPr lang="en-DK" dirty="0"/>
          </a:p>
        </p:txBody>
      </p:sp>
      <p:pic>
        <p:nvPicPr>
          <p:cNvPr id="6" name="Content Placeholder 5" descr="Hard magnetic compound | Mate Co., Ltd.">
            <a:extLst>
              <a:ext uri="{FF2B5EF4-FFF2-40B4-BE49-F238E27FC236}">
                <a16:creationId xmlns:a16="http://schemas.microsoft.com/office/drawing/2014/main" id="{A20B32F2-98B5-36BE-7E35-E1CEDEFDF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2054" b="17741"/>
          <a:stretch>
            <a:fillRect/>
          </a:stretch>
        </p:blipFill>
        <p:spPr>
          <a:xfrm>
            <a:off x="4390636" y="2354806"/>
            <a:ext cx="3410728" cy="273630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82078-AFE3-8583-8261-C1702763F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5101B-3BA3-43E9-93BB-FA3F15EDC6E7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9CD2F7-ADA4-FF2B-7686-127D7410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39</a:t>
            </a:fld>
            <a:endParaRPr lang="en-GB" dirty="0"/>
          </a:p>
        </p:txBody>
      </p:sp>
      <p:pic>
        <p:nvPicPr>
          <p:cNvPr id="3" name="Picture 2" descr="Bonded Magnet for Injection Molding ｜ Mate Co. Ltd.">
            <a:extLst>
              <a:ext uri="{FF2B5EF4-FFF2-40B4-BE49-F238E27FC236}">
                <a16:creationId xmlns:a16="http://schemas.microsoft.com/office/drawing/2014/main" id="{86900EED-E10E-1B80-2946-2D5CC3E7CA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220" r="19743"/>
          <a:stretch>
            <a:fillRect/>
          </a:stretch>
        </p:blipFill>
        <p:spPr>
          <a:xfrm>
            <a:off x="8365754" y="2354807"/>
            <a:ext cx="2626790" cy="2736305"/>
          </a:xfrm>
          <a:prstGeom prst="rect">
            <a:avLst/>
          </a:prstGeom>
        </p:spPr>
      </p:pic>
      <p:pic>
        <p:nvPicPr>
          <p:cNvPr id="9" name="Picture 8" descr="Spectrum FGF Pellet PET-G Premium IRON GREY 25kg (RAL 7011)">
            <a:extLst>
              <a:ext uri="{FF2B5EF4-FFF2-40B4-BE49-F238E27FC236}">
                <a16:creationId xmlns:a16="http://schemas.microsoft.com/office/drawing/2014/main" id="{894AE84F-FF0E-1C02-46BF-DDAE9A9873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4889"/>
          <a:stretch>
            <a:fillRect/>
          </a:stretch>
        </p:blipFill>
        <p:spPr>
          <a:xfrm>
            <a:off x="983432" y="2354806"/>
            <a:ext cx="2736304" cy="2736305"/>
          </a:xfrm>
          <a:prstGeom prst="rect">
            <a:avLst/>
          </a:prstGeom>
        </p:spPr>
      </p:pic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B11A8E56-088E-4BEC-4758-D8A8109C3DDD}"/>
              </a:ext>
            </a:extLst>
          </p:cNvPr>
          <p:cNvSpPr txBox="1">
            <a:spLocks/>
          </p:cNvSpPr>
          <p:nvPr/>
        </p:nvSpPr>
        <p:spPr bwMode="auto">
          <a:xfrm>
            <a:off x="916402" y="517594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PA12 with x </a:t>
            </a:r>
            <a:r>
              <a:rPr lang="en-US" sz="2800" dirty="0" err="1"/>
              <a:t>wt</a:t>
            </a:r>
            <a:r>
              <a:rPr lang="en-US" sz="2800" dirty="0"/>
              <a:t>% </a:t>
            </a:r>
            <a:r>
              <a:rPr lang="en-US" sz="2800" dirty="0" err="1"/>
              <a:t>FeSiAl</a:t>
            </a:r>
            <a:r>
              <a:rPr lang="en-US" sz="2800" dirty="0"/>
              <a:t> (</a:t>
            </a:r>
            <a:r>
              <a:rPr lang="en-DK" sz="2800" dirty="0"/>
              <a:t>μ</a:t>
            </a:r>
            <a:r>
              <a:rPr lang="en-US" sz="2800" baseline="-25000" dirty="0" err="1"/>
              <a:t>rx</a:t>
            </a:r>
            <a:r>
              <a:rPr lang="en-US" sz="2800" dirty="0"/>
              <a:t>)</a:t>
            </a:r>
            <a:endParaRPr lang="en-DK" sz="2800" b="1" kern="0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2BAA6BCC-88D4-DDB9-0228-C50F29B32021}"/>
              </a:ext>
            </a:extLst>
          </p:cNvPr>
          <p:cNvSpPr txBox="1">
            <a:spLocks/>
          </p:cNvSpPr>
          <p:nvPr/>
        </p:nvSpPr>
        <p:spPr bwMode="auto">
          <a:xfrm>
            <a:off x="4660818" y="517594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PA12 with y </a:t>
            </a:r>
            <a:r>
              <a:rPr lang="en-US" sz="2800" dirty="0" err="1"/>
              <a:t>wt</a:t>
            </a:r>
            <a:r>
              <a:rPr lang="en-US" sz="2800" dirty="0"/>
              <a:t>% </a:t>
            </a:r>
            <a:r>
              <a:rPr lang="en-US" sz="2800" dirty="0" err="1"/>
              <a:t>FeSiAl</a:t>
            </a:r>
            <a:r>
              <a:rPr lang="en-US" sz="2800" dirty="0"/>
              <a:t> (</a:t>
            </a:r>
            <a:r>
              <a:rPr lang="en-DK" sz="2800" dirty="0"/>
              <a:t>μ</a:t>
            </a:r>
            <a:r>
              <a:rPr lang="en-US" sz="2800" baseline="-25000" dirty="0" err="1"/>
              <a:t>ry</a:t>
            </a:r>
            <a:r>
              <a:rPr lang="en-US" sz="2800" dirty="0"/>
              <a:t>)</a:t>
            </a:r>
            <a:endParaRPr lang="en-DK" sz="2800" b="1" kern="0" dirty="0"/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F8DE3427-48E9-7C2C-34FE-FBA0139BCA8F}"/>
              </a:ext>
            </a:extLst>
          </p:cNvPr>
          <p:cNvSpPr txBox="1">
            <a:spLocks/>
          </p:cNvSpPr>
          <p:nvPr/>
        </p:nvSpPr>
        <p:spPr bwMode="auto">
          <a:xfrm>
            <a:off x="8243967" y="517594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PA12 with z </a:t>
            </a:r>
            <a:r>
              <a:rPr lang="en-US" sz="2800" dirty="0" err="1"/>
              <a:t>wt</a:t>
            </a:r>
            <a:r>
              <a:rPr lang="en-US" sz="2800" dirty="0"/>
              <a:t>% </a:t>
            </a:r>
            <a:r>
              <a:rPr lang="en-US" sz="2800" dirty="0" err="1"/>
              <a:t>FeSiAl</a:t>
            </a:r>
            <a:r>
              <a:rPr lang="en-US" sz="2800" dirty="0"/>
              <a:t> (</a:t>
            </a:r>
            <a:r>
              <a:rPr lang="en-DK" sz="2800" dirty="0"/>
              <a:t>μ</a:t>
            </a:r>
            <a:r>
              <a:rPr lang="en-US" sz="2800" baseline="-25000" dirty="0" err="1"/>
              <a:t>rz</a:t>
            </a:r>
            <a:r>
              <a:rPr lang="en-US" sz="2800" dirty="0"/>
              <a:t>)</a:t>
            </a:r>
            <a:endParaRPr lang="en-DK" sz="2800" b="1" kern="0" dirty="0"/>
          </a:p>
        </p:txBody>
      </p:sp>
    </p:spTree>
    <p:extLst>
      <p:ext uri="{BB962C8B-B14F-4D97-AF65-F5344CB8AC3E}">
        <p14:creationId xmlns:p14="http://schemas.microsoft.com/office/powerpoint/2010/main" val="40198287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071E8-C1F3-06E2-3CCB-8CCF38FF5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61493-AEE1-A9FE-96E2-09E106D99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Multi-permeability via different materials</a:t>
            </a:r>
            <a:endParaRPr lang="en-DK" dirty="0"/>
          </a:p>
        </p:txBody>
      </p:sp>
      <p:pic>
        <p:nvPicPr>
          <p:cNvPr id="6" name="Content Placeholder 5" descr="Hard magnetic compound | Mate Co., Ltd.">
            <a:extLst>
              <a:ext uri="{FF2B5EF4-FFF2-40B4-BE49-F238E27FC236}">
                <a16:creationId xmlns:a16="http://schemas.microsoft.com/office/drawing/2014/main" id="{0DD1F119-C644-9587-7662-F007867644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2054" b="17741"/>
          <a:stretch>
            <a:fillRect/>
          </a:stretch>
        </p:blipFill>
        <p:spPr>
          <a:xfrm>
            <a:off x="4390636" y="2354806"/>
            <a:ext cx="3410728" cy="273630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00110-0054-8EE1-C624-F2A3DDFDA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2624C-B6DC-4D4A-BE36-768E3BFD973B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33EF9A-7DA3-D0EF-2F58-EF803EC72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40</a:t>
            </a:fld>
            <a:endParaRPr lang="en-GB" dirty="0"/>
          </a:p>
        </p:txBody>
      </p:sp>
      <p:pic>
        <p:nvPicPr>
          <p:cNvPr id="3" name="Picture 2" descr="Bonded Magnet for Injection Molding ｜ Mate Co. Ltd.">
            <a:extLst>
              <a:ext uri="{FF2B5EF4-FFF2-40B4-BE49-F238E27FC236}">
                <a16:creationId xmlns:a16="http://schemas.microsoft.com/office/drawing/2014/main" id="{FF8260CC-A9B9-7470-2101-554B0B380E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220" r="19743"/>
          <a:stretch>
            <a:fillRect/>
          </a:stretch>
        </p:blipFill>
        <p:spPr>
          <a:xfrm>
            <a:off x="8365754" y="2354807"/>
            <a:ext cx="2626790" cy="2736305"/>
          </a:xfrm>
          <a:prstGeom prst="rect">
            <a:avLst/>
          </a:prstGeom>
        </p:spPr>
      </p:pic>
      <p:pic>
        <p:nvPicPr>
          <p:cNvPr id="9" name="Picture 8" descr="Spectrum FGF Pellet PET-G Premium IRON GREY 25kg (RAL 7011)">
            <a:extLst>
              <a:ext uri="{FF2B5EF4-FFF2-40B4-BE49-F238E27FC236}">
                <a16:creationId xmlns:a16="http://schemas.microsoft.com/office/drawing/2014/main" id="{DCCDB144-0326-11CB-9D30-4CB6A33EE7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4889"/>
          <a:stretch>
            <a:fillRect/>
          </a:stretch>
        </p:blipFill>
        <p:spPr>
          <a:xfrm>
            <a:off x="983432" y="2354806"/>
            <a:ext cx="2736304" cy="2736305"/>
          </a:xfrm>
          <a:prstGeom prst="rect">
            <a:avLst/>
          </a:prstGeom>
        </p:spPr>
      </p:pic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C329F289-69C2-FAAF-45FD-1E8AE63987C7}"/>
              </a:ext>
            </a:extLst>
          </p:cNvPr>
          <p:cNvSpPr txBox="1">
            <a:spLocks/>
          </p:cNvSpPr>
          <p:nvPr/>
        </p:nvSpPr>
        <p:spPr bwMode="auto">
          <a:xfrm>
            <a:off x="916402" y="517594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PA12 with x </a:t>
            </a:r>
            <a:r>
              <a:rPr lang="en-US" sz="2800" dirty="0" err="1"/>
              <a:t>wt</a:t>
            </a:r>
            <a:r>
              <a:rPr lang="en-US" sz="2800" dirty="0"/>
              <a:t>% </a:t>
            </a:r>
            <a:r>
              <a:rPr lang="en-US" sz="2800" dirty="0" err="1"/>
              <a:t>FeSiAl</a:t>
            </a:r>
            <a:r>
              <a:rPr lang="en-US" sz="2800" dirty="0"/>
              <a:t> (</a:t>
            </a:r>
            <a:r>
              <a:rPr lang="en-DK" sz="2800" dirty="0"/>
              <a:t>μ</a:t>
            </a:r>
            <a:r>
              <a:rPr lang="en-US" sz="2800" baseline="-25000" dirty="0" err="1"/>
              <a:t>rx</a:t>
            </a:r>
            <a:r>
              <a:rPr lang="en-US" sz="2800" dirty="0"/>
              <a:t>)</a:t>
            </a:r>
            <a:endParaRPr lang="en-DK" sz="2800" b="1" kern="0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78E1CC31-8BF6-AF68-F01B-379787B85D02}"/>
              </a:ext>
            </a:extLst>
          </p:cNvPr>
          <p:cNvSpPr txBox="1">
            <a:spLocks/>
          </p:cNvSpPr>
          <p:nvPr/>
        </p:nvSpPr>
        <p:spPr bwMode="auto">
          <a:xfrm>
            <a:off x="4660818" y="517594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PA12 with y </a:t>
            </a:r>
            <a:r>
              <a:rPr lang="en-US" sz="2800" dirty="0" err="1"/>
              <a:t>wt</a:t>
            </a:r>
            <a:r>
              <a:rPr lang="en-US" sz="2800" dirty="0"/>
              <a:t>% </a:t>
            </a:r>
            <a:r>
              <a:rPr lang="en-US" sz="2800" dirty="0" err="1"/>
              <a:t>FeSiAl</a:t>
            </a:r>
            <a:r>
              <a:rPr lang="en-US" sz="2800" dirty="0"/>
              <a:t> (</a:t>
            </a:r>
            <a:r>
              <a:rPr lang="en-DK" sz="2800" dirty="0"/>
              <a:t>μ</a:t>
            </a:r>
            <a:r>
              <a:rPr lang="en-US" sz="2800" baseline="-25000" dirty="0" err="1"/>
              <a:t>ry</a:t>
            </a:r>
            <a:r>
              <a:rPr lang="en-US" sz="2800" dirty="0"/>
              <a:t>)</a:t>
            </a:r>
            <a:endParaRPr lang="en-DK" sz="2800" b="1" kern="0" dirty="0"/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D4F81176-E1A7-3728-E027-B8B5DD6C9E06}"/>
              </a:ext>
            </a:extLst>
          </p:cNvPr>
          <p:cNvSpPr txBox="1">
            <a:spLocks/>
          </p:cNvSpPr>
          <p:nvPr/>
        </p:nvSpPr>
        <p:spPr bwMode="auto">
          <a:xfrm>
            <a:off x="8243967" y="517594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PA12 with z </a:t>
            </a:r>
            <a:r>
              <a:rPr lang="en-US" sz="2800" dirty="0" err="1"/>
              <a:t>wt</a:t>
            </a:r>
            <a:r>
              <a:rPr lang="en-US" sz="2800" dirty="0"/>
              <a:t>% </a:t>
            </a:r>
            <a:r>
              <a:rPr lang="en-US" sz="2800" dirty="0" err="1"/>
              <a:t>FeSiAl</a:t>
            </a:r>
            <a:r>
              <a:rPr lang="en-US" sz="2800" dirty="0"/>
              <a:t> (</a:t>
            </a:r>
            <a:r>
              <a:rPr lang="en-DK" sz="2800" dirty="0"/>
              <a:t>μ</a:t>
            </a:r>
            <a:r>
              <a:rPr lang="en-US" sz="2800" baseline="-25000" dirty="0" err="1"/>
              <a:t>rz</a:t>
            </a:r>
            <a:r>
              <a:rPr lang="en-US" sz="2800" dirty="0"/>
              <a:t>)</a:t>
            </a:r>
            <a:endParaRPr lang="en-DK" sz="2800" b="1" kern="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CB1517-CE83-D7DF-409B-FF32AF32940E}"/>
              </a:ext>
            </a:extLst>
          </p:cNvPr>
          <p:cNvCxnSpPr/>
          <p:nvPr/>
        </p:nvCxnSpPr>
        <p:spPr bwMode="auto">
          <a:xfrm>
            <a:off x="695400" y="1772816"/>
            <a:ext cx="11017224" cy="432048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35F0FB-4217-E7A7-8EB1-A7DD4D45D881}"/>
              </a:ext>
            </a:extLst>
          </p:cNvPr>
          <p:cNvCxnSpPr/>
          <p:nvPr/>
        </p:nvCxnSpPr>
        <p:spPr bwMode="auto">
          <a:xfrm flipV="1">
            <a:off x="551384" y="1925216"/>
            <a:ext cx="11017224" cy="4096072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9244840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9FDBD-0F32-0F1C-35A2-A3EEE5A88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Multi-permeability via mixing different ratios</a:t>
            </a:r>
            <a:endParaRPr lang="en-DK" dirty="0"/>
          </a:p>
        </p:txBody>
      </p:sp>
      <p:pic>
        <p:nvPicPr>
          <p:cNvPr id="6" name="Content Placeholder 5" descr="Hard magnetic compound | Mate Co., Ltd.">
            <a:extLst>
              <a:ext uri="{FF2B5EF4-FFF2-40B4-BE49-F238E27FC236}">
                <a16:creationId xmlns:a16="http://schemas.microsoft.com/office/drawing/2014/main" id="{75105F7D-1186-5CC5-A14F-DA97A9C4F2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2054" b="17741"/>
          <a:stretch>
            <a:fillRect/>
          </a:stretch>
        </p:blipFill>
        <p:spPr>
          <a:xfrm>
            <a:off x="4007768" y="2852936"/>
            <a:ext cx="2787406" cy="223623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A3EF4-D451-925F-0D18-267CDF7D5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46A9C-02D6-4960-BEA3-E1664CE54802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C557CC-7F0E-3F8E-206C-B4AF6E78A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41</a:t>
            </a:fld>
            <a:endParaRPr lang="en-GB" dirty="0"/>
          </a:p>
        </p:txBody>
      </p:sp>
      <p:sp>
        <p:nvSpPr>
          <p:cNvPr id="12" name="Plus Sign 11">
            <a:extLst>
              <a:ext uri="{FF2B5EF4-FFF2-40B4-BE49-F238E27FC236}">
                <a16:creationId xmlns:a16="http://schemas.microsoft.com/office/drawing/2014/main" id="{331303DB-992D-8712-9668-6998FBFCE546}"/>
              </a:ext>
            </a:extLst>
          </p:cNvPr>
          <p:cNvSpPr/>
          <p:nvPr/>
        </p:nvSpPr>
        <p:spPr bwMode="auto">
          <a:xfrm>
            <a:off x="2910265" y="3557528"/>
            <a:ext cx="1080120" cy="108012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pic>
        <p:nvPicPr>
          <p:cNvPr id="13" name="Picture 12" descr="White ABS Pellets | LNS Technologies">
            <a:extLst>
              <a:ext uri="{FF2B5EF4-FFF2-40B4-BE49-F238E27FC236}">
                <a16:creationId xmlns:a16="http://schemas.microsoft.com/office/drawing/2014/main" id="{187D81F1-71B4-DFD2-4EB3-6CDB300699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28" r="12928"/>
          <a:stretch>
            <a:fillRect/>
          </a:stretch>
        </p:blipFill>
        <p:spPr>
          <a:xfrm>
            <a:off x="281973" y="3015147"/>
            <a:ext cx="2160240" cy="2074025"/>
          </a:xfrm>
          <a:prstGeom prst="rect">
            <a:avLst/>
          </a:prstGeom>
        </p:spPr>
      </p:pic>
      <p:sp>
        <p:nvSpPr>
          <p:cNvPr id="14" name="Equals 13">
            <a:extLst>
              <a:ext uri="{FF2B5EF4-FFF2-40B4-BE49-F238E27FC236}">
                <a16:creationId xmlns:a16="http://schemas.microsoft.com/office/drawing/2014/main" id="{1B88A06C-8DAA-B4F8-EA63-813A94C168D7}"/>
              </a:ext>
            </a:extLst>
          </p:cNvPr>
          <p:cNvSpPr/>
          <p:nvPr/>
        </p:nvSpPr>
        <p:spPr bwMode="auto">
          <a:xfrm>
            <a:off x="6999944" y="3629536"/>
            <a:ext cx="936104" cy="936104"/>
          </a:xfrm>
          <a:prstGeom prst="mathEqual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9401C388-9CA7-8D65-9182-1A16BC2DC035}"/>
              </a:ext>
            </a:extLst>
          </p:cNvPr>
          <p:cNvSpPr txBox="1">
            <a:spLocks/>
          </p:cNvSpPr>
          <p:nvPr/>
        </p:nvSpPr>
        <p:spPr bwMode="auto">
          <a:xfrm>
            <a:off x="3698997" y="5089172"/>
            <a:ext cx="3404948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3200" dirty="0"/>
              <a:t>PA12 with 86 </a:t>
            </a:r>
            <a:r>
              <a:rPr lang="en-US" sz="3200" dirty="0" err="1"/>
              <a:t>wt</a:t>
            </a:r>
            <a:r>
              <a:rPr lang="en-US" sz="3200" dirty="0"/>
              <a:t>% </a:t>
            </a:r>
            <a:r>
              <a:rPr lang="en-US" sz="3200" dirty="0" err="1"/>
              <a:t>FeSiAl</a:t>
            </a:r>
            <a:r>
              <a:rPr lang="en-US" sz="3200" dirty="0"/>
              <a:t> (</a:t>
            </a:r>
            <a:r>
              <a:rPr lang="en-DK" sz="3200" dirty="0"/>
              <a:t>μ</a:t>
            </a:r>
            <a:r>
              <a:rPr lang="en-US" sz="3200" baseline="-25000" dirty="0"/>
              <a:t>r_100:0</a:t>
            </a:r>
            <a:r>
              <a:rPr lang="en-US" sz="3200" dirty="0"/>
              <a:t>)</a:t>
            </a:r>
            <a:endParaRPr lang="en-DK" sz="3200" b="1" kern="0" dirty="0"/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B0CA464D-1198-B53D-297C-65F3FD1EA3CC}"/>
              </a:ext>
            </a:extLst>
          </p:cNvPr>
          <p:cNvSpPr txBox="1">
            <a:spLocks/>
          </p:cNvSpPr>
          <p:nvPr/>
        </p:nvSpPr>
        <p:spPr bwMode="auto">
          <a:xfrm>
            <a:off x="-77982" y="5089172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3200" dirty="0"/>
              <a:t>PA12</a:t>
            </a:r>
            <a:endParaRPr lang="en-DK" sz="3200" b="1" kern="0" dirty="0"/>
          </a:p>
        </p:txBody>
      </p:sp>
    </p:spTree>
    <p:extLst>
      <p:ext uri="{BB962C8B-B14F-4D97-AF65-F5344CB8AC3E}">
        <p14:creationId xmlns:p14="http://schemas.microsoft.com/office/powerpoint/2010/main" val="41370842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7DEE2-B452-3889-F1A5-792DB846C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15F62-7089-7D58-EC6E-86581B886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Multi-permeability via mixing different ratios</a:t>
            </a:r>
            <a:endParaRPr lang="en-DK" dirty="0"/>
          </a:p>
        </p:txBody>
      </p:sp>
      <p:pic>
        <p:nvPicPr>
          <p:cNvPr id="6" name="Content Placeholder 5" descr="Hard magnetic compound | Mate Co., Ltd.">
            <a:extLst>
              <a:ext uri="{FF2B5EF4-FFF2-40B4-BE49-F238E27FC236}">
                <a16:creationId xmlns:a16="http://schemas.microsoft.com/office/drawing/2014/main" id="{87C84822-C9AF-1D3E-5A46-6C76C070CB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2054" b="17741"/>
          <a:stretch>
            <a:fillRect/>
          </a:stretch>
        </p:blipFill>
        <p:spPr>
          <a:xfrm>
            <a:off x="4007768" y="2852936"/>
            <a:ext cx="2787406" cy="223623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7093E-FA09-BBE9-E07F-E0B8ABC6F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A7395-17E2-43D0-953A-89DBB0F3A5DA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ED92F7-F881-0F71-CA7F-3469145D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42</a:t>
            </a:fld>
            <a:endParaRPr lang="en-GB" dirty="0"/>
          </a:p>
        </p:txBody>
      </p:sp>
      <p:pic>
        <p:nvPicPr>
          <p:cNvPr id="8" name="Picture 7" descr="Polar Black and White Spar | 3-8mm | Derbyshire Aggregates">
            <a:extLst>
              <a:ext uri="{FF2B5EF4-FFF2-40B4-BE49-F238E27FC236}">
                <a16:creationId xmlns:a16="http://schemas.microsoft.com/office/drawing/2014/main" id="{71339488-B0A4-DCFF-1442-B210B4F1D5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97" r="3697"/>
          <a:stretch>
            <a:fillRect/>
          </a:stretch>
        </p:blipFill>
        <p:spPr>
          <a:xfrm>
            <a:off x="8760296" y="1743547"/>
            <a:ext cx="2520281" cy="1885989"/>
          </a:xfrm>
          <a:prstGeom prst="rect">
            <a:avLst/>
          </a:prstGeom>
        </p:spPr>
      </p:pic>
      <p:sp>
        <p:nvSpPr>
          <p:cNvPr id="12" name="Plus Sign 11">
            <a:extLst>
              <a:ext uri="{FF2B5EF4-FFF2-40B4-BE49-F238E27FC236}">
                <a16:creationId xmlns:a16="http://schemas.microsoft.com/office/drawing/2014/main" id="{E6C142A5-F019-94EE-08FE-168D2AD3FF52}"/>
              </a:ext>
            </a:extLst>
          </p:cNvPr>
          <p:cNvSpPr/>
          <p:nvPr/>
        </p:nvSpPr>
        <p:spPr bwMode="auto">
          <a:xfrm>
            <a:off x="2910265" y="3557528"/>
            <a:ext cx="1080120" cy="108012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pic>
        <p:nvPicPr>
          <p:cNvPr id="13" name="Picture 12" descr="White ABS Pellets | LNS Technologies">
            <a:extLst>
              <a:ext uri="{FF2B5EF4-FFF2-40B4-BE49-F238E27FC236}">
                <a16:creationId xmlns:a16="http://schemas.microsoft.com/office/drawing/2014/main" id="{2FA07E3A-7F11-DF1A-8263-9CB2759BAB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928" r="12928"/>
          <a:stretch>
            <a:fillRect/>
          </a:stretch>
        </p:blipFill>
        <p:spPr>
          <a:xfrm>
            <a:off x="281973" y="3015147"/>
            <a:ext cx="2160240" cy="2074025"/>
          </a:xfrm>
          <a:prstGeom prst="rect">
            <a:avLst/>
          </a:prstGeom>
        </p:spPr>
      </p:pic>
      <p:sp>
        <p:nvSpPr>
          <p:cNvPr id="14" name="Equals 13">
            <a:extLst>
              <a:ext uri="{FF2B5EF4-FFF2-40B4-BE49-F238E27FC236}">
                <a16:creationId xmlns:a16="http://schemas.microsoft.com/office/drawing/2014/main" id="{BD4141B6-87E6-06C6-E332-D58FB8469934}"/>
              </a:ext>
            </a:extLst>
          </p:cNvPr>
          <p:cNvSpPr/>
          <p:nvPr/>
        </p:nvSpPr>
        <p:spPr bwMode="auto">
          <a:xfrm>
            <a:off x="6999944" y="3629536"/>
            <a:ext cx="936104" cy="936104"/>
          </a:xfrm>
          <a:prstGeom prst="mathEqual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986EF881-06A2-36E5-E801-20865D77CDAD}"/>
              </a:ext>
            </a:extLst>
          </p:cNvPr>
          <p:cNvSpPr txBox="1">
            <a:spLocks/>
          </p:cNvSpPr>
          <p:nvPr/>
        </p:nvSpPr>
        <p:spPr bwMode="auto">
          <a:xfrm>
            <a:off x="8585254" y="3577429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DK" sz="3200" dirty="0"/>
              <a:t>μ</a:t>
            </a:r>
            <a:r>
              <a:rPr lang="en-US" sz="3200" baseline="-25000" dirty="0"/>
              <a:t>r_25:75</a:t>
            </a:r>
            <a:endParaRPr lang="en-DK" sz="3200" b="1" kern="0" dirty="0"/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E56DC254-026E-E14F-4DE2-80EC3DDCE77A}"/>
              </a:ext>
            </a:extLst>
          </p:cNvPr>
          <p:cNvSpPr txBox="1">
            <a:spLocks/>
          </p:cNvSpPr>
          <p:nvPr/>
        </p:nvSpPr>
        <p:spPr bwMode="auto">
          <a:xfrm>
            <a:off x="3698997" y="5089172"/>
            <a:ext cx="3404948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3200" dirty="0"/>
              <a:t>PA12 with 86 </a:t>
            </a:r>
            <a:r>
              <a:rPr lang="en-US" sz="3200" dirty="0" err="1"/>
              <a:t>wt</a:t>
            </a:r>
            <a:r>
              <a:rPr lang="en-US" sz="3200" dirty="0"/>
              <a:t>% </a:t>
            </a:r>
            <a:r>
              <a:rPr lang="en-US" sz="3200" dirty="0" err="1"/>
              <a:t>FeSiAl</a:t>
            </a:r>
            <a:r>
              <a:rPr lang="en-US" sz="3200" dirty="0"/>
              <a:t> (</a:t>
            </a:r>
            <a:r>
              <a:rPr lang="en-DK" sz="3200" dirty="0"/>
              <a:t>μ</a:t>
            </a:r>
            <a:r>
              <a:rPr lang="en-US" sz="3200" baseline="-25000" dirty="0"/>
              <a:t>r_100:0</a:t>
            </a:r>
            <a:r>
              <a:rPr lang="en-US" sz="3200" dirty="0"/>
              <a:t>)</a:t>
            </a:r>
            <a:endParaRPr lang="en-DK" sz="3200" b="1" kern="0" dirty="0"/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971A6DFC-8F2B-0DA9-B92E-D90C04B80A75}"/>
              </a:ext>
            </a:extLst>
          </p:cNvPr>
          <p:cNvSpPr txBox="1">
            <a:spLocks/>
          </p:cNvSpPr>
          <p:nvPr/>
        </p:nvSpPr>
        <p:spPr bwMode="auto">
          <a:xfrm>
            <a:off x="-77982" y="5089172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3200" dirty="0"/>
              <a:t>PA12</a:t>
            </a:r>
            <a:endParaRPr lang="en-DK" sz="3200" b="1" kern="0" dirty="0"/>
          </a:p>
        </p:txBody>
      </p:sp>
    </p:spTree>
    <p:extLst>
      <p:ext uri="{BB962C8B-B14F-4D97-AF65-F5344CB8AC3E}">
        <p14:creationId xmlns:p14="http://schemas.microsoft.com/office/powerpoint/2010/main" val="19461350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2CCF6-C7EA-5E82-6A2A-7A72E5876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30EA-52F2-70C6-2A12-3CE7CE6D3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Multi-permeability via mixing different ratios</a:t>
            </a:r>
            <a:endParaRPr lang="en-DK" dirty="0"/>
          </a:p>
        </p:txBody>
      </p:sp>
      <p:pic>
        <p:nvPicPr>
          <p:cNvPr id="6" name="Content Placeholder 5" descr="Hard magnetic compound | Mate Co., Ltd.">
            <a:extLst>
              <a:ext uri="{FF2B5EF4-FFF2-40B4-BE49-F238E27FC236}">
                <a16:creationId xmlns:a16="http://schemas.microsoft.com/office/drawing/2014/main" id="{C74E021A-45AC-3323-F66C-FFCE60B9EC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2054" b="17741"/>
          <a:stretch>
            <a:fillRect/>
          </a:stretch>
        </p:blipFill>
        <p:spPr>
          <a:xfrm>
            <a:off x="4007768" y="2852936"/>
            <a:ext cx="2787406" cy="223623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5FE13-4059-28C9-767B-EC2367DFF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D8CA-3CAD-49A1-ACEF-3A5E346426D0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BB736-D27D-7673-9D27-229FCC733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43</a:t>
            </a:fld>
            <a:endParaRPr lang="en-GB" dirty="0"/>
          </a:p>
        </p:txBody>
      </p:sp>
      <p:pic>
        <p:nvPicPr>
          <p:cNvPr id="7" name="Picture 6" descr="Black &amp; White Mix - Ardcroney">
            <a:extLst>
              <a:ext uri="{FF2B5EF4-FFF2-40B4-BE49-F238E27FC236}">
                <a16:creationId xmlns:a16="http://schemas.microsoft.com/office/drawing/2014/main" id="{ECE843C7-08AC-2CBB-5EE6-C15D7F858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297" y="4144067"/>
            <a:ext cx="2520280" cy="1890210"/>
          </a:xfrm>
          <a:prstGeom prst="rect">
            <a:avLst/>
          </a:prstGeom>
        </p:spPr>
      </p:pic>
      <p:pic>
        <p:nvPicPr>
          <p:cNvPr id="8" name="Picture 7" descr="Polar Black and White Spar | 3-8mm | Derbyshire Aggregates">
            <a:extLst>
              <a:ext uri="{FF2B5EF4-FFF2-40B4-BE49-F238E27FC236}">
                <a16:creationId xmlns:a16="http://schemas.microsoft.com/office/drawing/2014/main" id="{9D845008-09DF-FA4F-3037-444E278A11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97" r="3697"/>
          <a:stretch>
            <a:fillRect/>
          </a:stretch>
        </p:blipFill>
        <p:spPr>
          <a:xfrm>
            <a:off x="8760296" y="1743547"/>
            <a:ext cx="2520281" cy="1885989"/>
          </a:xfrm>
          <a:prstGeom prst="rect">
            <a:avLst/>
          </a:prstGeom>
        </p:spPr>
      </p:pic>
      <p:sp>
        <p:nvSpPr>
          <p:cNvPr id="12" name="Plus Sign 11">
            <a:extLst>
              <a:ext uri="{FF2B5EF4-FFF2-40B4-BE49-F238E27FC236}">
                <a16:creationId xmlns:a16="http://schemas.microsoft.com/office/drawing/2014/main" id="{5F23E84A-75E6-9B0B-6516-40F46A0F2DAB}"/>
              </a:ext>
            </a:extLst>
          </p:cNvPr>
          <p:cNvSpPr/>
          <p:nvPr/>
        </p:nvSpPr>
        <p:spPr bwMode="auto">
          <a:xfrm>
            <a:off x="2910265" y="3557528"/>
            <a:ext cx="1080120" cy="108012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pic>
        <p:nvPicPr>
          <p:cNvPr id="13" name="Picture 12" descr="White ABS Pellets | LNS Technologies">
            <a:extLst>
              <a:ext uri="{FF2B5EF4-FFF2-40B4-BE49-F238E27FC236}">
                <a16:creationId xmlns:a16="http://schemas.microsoft.com/office/drawing/2014/main" id="{9F76817B-8C3B-C017-83D0-E09D119B23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928" r="12928"/>
          <a:stretch>
            <a:fillRect/>
          </a:stretch>
        </p:blipFill>
        <p:spPr>
          <a:xfrm>
            <a:off x="281973" y="3015147"/>
            <a:ext cx="2160240" cy="2074025"/>
          </a:xfrm>
          <a:prstGeom prst="rect">
            <a:avLst/>
          </a:prstGeom>
        </p:spPr>
      </p:pic>
      <p:sp>
        <p:nvSpPr>
          <p:cNvPr id="14" name="Equals 13">
            <a:extLst>
              <a:ext uri="{FF2B5EF4-FFF2-40B4-BE49-F238E27FC236}">
                <a16:creationId xmlns:a16="http://schemas.microsoft.com/office/drawing/2014/main" id="{CE24E5FD-4078-31E4-C165-36C12275C302}"/>
              </a:ext>
            </a:extLst>
          </p:cNvPr>
          <p:cNvSpPr/>
          <p:nvPr/>
        </p:nvSpPr>
        <p:spPr bwMode="auto">
          <a:xfrm>
            <a:off x="6999944" y="3629536"/>
            <a:ext cx="936104" cy="936104"/>
          </a:xfrm>
          <a:prstGeom prst="mathEqual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720B98B5-1903-5FAA-9F6E-E2FDD1BC66EF}"/>
              </a:ext>
            </a:extLst>
          </p:cNvPr>
          <p:cNvSpPr txBox="1">
            <a:spLocks/>
          </p:cNvSpPr>
          <p:nvPr/>
        </p:nvSpPr>
        <p:spPr bwMode="auto">
          <a:xfrm>
            <a:off x="8585254" y="3577429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DK" sz="3200" dirty="0"/>
              <a:t>μ</a:t>
            </a:r>
            <a:r>
              <a:rPr lang="en-US" sz="3200" baseline="-25000" dirty="0"/>
              <a:t>r_25:75</a:t>
            </a:r>
            <a:endParaRPr lang="en-DK" sz="3200" b="1" kern="0" dirty="0"/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3A079E35-6C89-566A-6E71-7DCE3EC64A55}"/>
              </a:ext>
            </a:extLst>
          </p:cNvPr>
          <p:cNvSpPr txBox="1">
            <a:spLocks/>
          </p:cNvSpPr>
          <p:nvPr/>
        </p:nvSpPr>
        <p:spPr bwMode="auto">
          <a:xfrm>
            <a:off x="8585253" y="5939286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l-GR" sz="3200" dirty="0"/>
              <a:t>μ</a:t>
            </a:r>
            <a:r>
              <a:rPr lang="en-US" sz="3200" baseline="-25000" dirty="0"/>
              <a:t>r_75:25</a:t>
            </a:r>
            <a:endParaRPr lang="en-DK" sz="3200" b="1" kern="0" baseline="-25000" dirty="0"/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5E033916-DDFF-76FF-7B4F-215E549F38EB}"/>
              </a:ext>
            </a:extLst>
          </p:cNvPr>
          <p:cNvSpPr txBox="1">
            <a:spLocks/>
          </p:cNvSpPr>
          <p:nvPr/>
        </p:nvSpPr>
        <p:spPr bwMode="auto">
          <a:xfrm>
            <a:off x="3698997" y="5089172"/>
            <a:ext cx="3404948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3200" dirty="0"/>
              <a:t>PA12 with 86 </a:t>
            </a:r>
            <a:r>
              <a:rPr lang="en-US" sz="3200" dirty="0" err="1"/>
              <a:t>wt</a:t>
            </a:r>
            <a:r>
              <a:rPr lang="en-US" sz="3200" dirty="0"/>
              <a:t>% </a:t>
            </a:r>
            <a:r>
              <a:rPr lang="en-US" sz="3200" dirty="0" err="1"/>
              <a:t>FeSiAl</a:t>
            </a:r>
            <a:r>
              <a:rPr lang="en-US" sz="3200" dirty="0"/>
              <a:t> (</a:t>
            </a:r>
            <a:r>
              <a:rPr lang="en-DK" sz="3200" dirty="0"/>
              <a:t>μ</a:t>
            </a:r>
            <a:r>
              <a:rPr lang="en-US" sz="3200" baseline="-25000" dirty="0"/>
              <a:t>r_100:0</a:t>
            </a:r>
            <a:r>
              <a:rPr lang="en-US" sz="3200" dirty="0"/>
              <a:t>)</a:t>
            </a:r>
            <a:endParaRPr lang="en-DK" sz="3200" b="1" kern="0" dirty="0"/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8D63B194-053F-0214-FEF2-76432CE8114B}"/>
              </a:ext>
            </a:extLst>
          </p:cNvPr>
          <p:cNvSpPr txBox="1">
            <a:spLocks/>
          </p:cNvSpPr>
          <p:nvPr/>
        </p:nvSpPr>
        <p:spPr bwMode="auto">
          <a:xfrm>
            <a:off x="-77982" y="5089172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3200" dirty="0"/>
              <a:t>PA12</a:t>
            </a:r>
            <a:endParaRPr lang="en-DK" sz="3200" b="1" kern="0" dirty="0"/>
          </a:p>
        </p:txBody>
      </p:sp>
    </p:spTree>
    <p:extLst>
      <p:ext uri="{BB962C8B-B14F-4D97-AF65-F5344CB8AC3E}">
        <p14:creationId xmlns:p14="http://schemas.microsoft.com/office/powerpoint/2010/main" val="18313939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CE8AA-626C-3400-F0BA-CFD9F43D1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70D5D-72D7-1221-E46F-0B9AD295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726" y="1978466"/>
            <a:ext cx="9312374" cy="4545578"/>
          </a:xfrm>
        </p:spPr>
        <p:txBody>
          <a:bodyPr/>
          <a:lstStyle/>
          <a:p>
            <a:pPr marL="0" indent="0">
              <a:buNone/>
            </a:pPr>
            <a:r>
              <a:rPr lang="en-US" sz="2000" i="1" dirty="0"/>
              <a:t>Can varying the blend ratio of magnetic-filled and unfilled polymer pellets produce reproducible changes in the permeability of a soft-magnetic composite manufactured using a commercial pellet extruder?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3715A-A262-5DC8-0E74-9FC29C2BA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F063-B7FB-47DE-84D0-A3163D52C95D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0C22F-CDC4-1EF9-3239-8767ECCCE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44</a:t>
            </a:fld>
            <a:endParaRPr lang="en-GB" dirty="0"/>
          </a:p>
        </p:txBody>
      </p:sp>
      <p:pic>
        <p:nvPicPr>
          <p:cNvPr id="7" name="Picture 6" descr="Black &amp; White Mix - Ardcroney">
            <a:extLst>
              <a:ext uri="{FF2B5EF4-FFF2-40B4-BE49-F238E27FC236}">
                <a16:creationId xmlns:a16="http://schemas.microsoft.com/office/drawing/2014/main" id="{64E51904-DFA3-E256-A259-3265163A6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698" y="3429000"/>
            <a:ext cx="2520280" cy="1890210"/>
          </a:xfrm>
          <a:prstGeom prst="rect">
            <a:avLst/>
          </a:prstGeom>
        </p:spPr>
      </p:pic>
      <p:pic>
        <p:nvPicPr>
          <p:cNvPr id="9" name="Picture 8" descr="Polar Black and White Spar | 3-8mm | Derbyshire Aggregates">
            <a:extLst>
              <a:ext uri="{FF2B5EF4-FFF2-40B4-BE49-F238E27FC236}">
                <a16:creationId xmlns:a16="http://schemas.microsoft.com/office/drawing/2014/main" id="{BB35C96C-E6A8-6217-9DE3-5F6C80C7F3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97" r="3697"/>
          <a:stretch>
            <a:fillRect/>
          </a:stretch>
        </p:blipFill>
        <p:spPr>
          <a:xfrm>
            <a:off x="556363" y="3434757"/>
            <a:ext cx="2520281" cy="1885989"/>
          </a:xfrm>
          <a:prstGeom prst="rect">
            <a:avLst/>
          </a:prstGeom>
        </p:spPr>
      </p:pic>
      <p:pic>
        <p:nvPicPr>
          <p:cNvPr id="15" name="Picture 14" descr="Polar Black and White Spar | 3-8mm | Derbyshire Aggregates">
            <a:extLst>
              <a:ext uri="{FF2B5EF4-FFF2-40B4-BE49-F238E27FC236}">
                <a16:creationId xmlns:a16="http://schemas.microsoft.com/office/drawing/2014/main" id="{B68B5E49-9F8B-125A-FE0B-BD6ED52FC6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97" r="3697"/>
          <a:stretch>
            <a:fillRect/>
          </a:stretch>
        </p:blipFill>
        <p:spPr>
          <a:xfrm flipH="1" flipV="1">
            <a:off x="3251684" y="3429000"/>
            <a:ext cx="2520281" cy="1885989"/>
          </a:xfrm>
          <a:prstGeom prst="rect">
            <a:avLst/>
          </a:prstGeom>
        </p:spPr>
      </p:pic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E9FD4E1B-4024-815E-A6FB-42763F8E870C}"/>
              </a:ext>
            </a:extLst>
          </p:cNvPr>
          <p:cNvSpPr txBox="1">
            <a:spLocks/>
          </p:cNvSpPr>
          <p:nvPr/>
        </p:nvSpPr>
        <p:spPr bwMode="auto">
          <a:xfrm>
            <a:off x="556363" y="5431576"/>
            <a:ext cx="5215601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DK" sz="3200" dirty="0"/>
              <a:t>μ</a:t>
            </a:r>
            <a:r>
              <a:rPr lang="en-US" sz="3200" baseline="-25000" dirty="0"/>
              <a:t>r_25:75_1 </a:t>
            </a:r>
            <a:r>
              <a:rPr lang="en-US" sz="3200" dirty="0"/>
              <a:t>= </a:t>
            </a:r>
            <a:r>
              <a:rPr lang="en-DK" sz="3200" dirty="0"/>
              <a:t>μ</a:t>
            </a:r>
            <a:r>
              <a:rPr lang="en-US" sz="3200" baseline="-25000" dirty="0"/>
              <a:t>r_25:75_2 </a:t>
            </a:r>
            <a:r>
              <a:rPr lang="en-US" sz="3200" dirty="0"/>
              <a:t>?</a:t>
            </a:r>
            <a:endParaRPr lang="en-DK" sz="3200" b="1" kern="0" dirty="0"/>
          </a:p>
        </p:txBody>
      </p:sp>
      <p:pic>
        <p:nvPicPr>
          <p:cNvPr id="19" name="Picture 18" descr="Black &amp; White Mix - Ardcroney">
            <a:extLst>
              <a:ext uri="{FF2B5EF4-FFF2-40B4-BE49-F238E27FC236}">
                <a16:creationId xmlns:a16="http://schemas.microsoft.com/office/drawing/2014/main" id="{EBA1BCB2-32B2-4AAC-6DC5-1831C68C1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9196019" y="3434757"/>
            <a:ext cx="2520280" cy="1890210"/>
          </a:xfrm>
          <a:prstGeom prst="rect">
            <a:avLst/>
          </a:prstGeom>
        </p:spPr>
      </p:pic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D7AA22F3-C093-1C62-46EB-209BCA5BF9AF}"/>
              </a:ext>
            </a:extLst>
          </p:cNvPr>
          <p:cNvSpPr txBox="1">
            <a:spLocks/>
          </p:cNvSpPr>
          <p:nvPr/>
        </p:nvSpPr>
        <p:spPr bwMode="auto">
          <a:xfrm>
            <a:off x="6475228" y="5314221"/>
            <a:ext cx="5215601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DK" sz="3200" dirty="0"/>
              <a:t>μ</a:t>
            </a:r>
            <a:r>
              <a:rPr lang="en-US" sz="3200" baseline="-25000" dirty="0"/>
              <a:t>r_75:25_1 </a:t>
            </a:r>
            <a:r>
              <a:rPr lang="en-US" sz="3200" dirty="0"/>
              <a:t>= </a:t>
            </a:r>
            <a:r>
              <a:rPr lang="en-DK" sz="3200" dirty="0"/>
              <a:t>μ</a:t>
            </a:r>
            <a:r>
              <a:rPr lang="en-US" sz="3200" baseline="-25000" dirty="0"/>
              <a:t>r_75:25_2 </a:t>
            </a:r>
            <a:r>
              <a:rPr lang="en-US" sz="3200" dirty="0"/>
              <a:t>?</a:t>
            </a:r>
            <a:endParaRPr lang="en-DK" sz="3200" b="1" kern="0" dirty="0"/>
          </a:p>
        </p:txBody>
      </p:sp>
    </p:spTree>
    <p:extLst>
      <p:ext uri="{BB962C8B-B14F-4D97-AF65-F5344CB8AC3E}">
        <p14:creationId xmlns:p14="http://schemas.microsoft.com/office/powerpoint/2010/main" val="22354652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E34A7-114E-51CC-CC58-57E242CCD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35A71-867B-E8F7-EFA7-362B56C04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47D63-8591-1E97-8D78-57C3C1AEA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F063-B7FB-47DE-84D0-A3163D52C95D}" type="datetime1">
              <a:rPr lang="en-GB" smtClean="0"/>
              <a:t>27/10/2026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58055-8C50-B809-F5CD-B99A15F76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45</a:t>
            </a:fld>
            <a:endParaRPr lang="en-GB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2DA9FC3-FA46-2123-A6BF-BFAF955959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2812068"/>
              </p:ext>
            </p:extLst>
          </p:nvPr>
        </p:nvGraphicFramePr>
        <p:xfrm>
          <a:off x="371364" y="1628800"/>
          <a:ext cx="11449272" cy="4608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6540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72E76B8-FD55-9128-6BD5-5CA9849DF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and methodology – Nr. 1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D5274E-02E8-96EC-EAB8-3495DDFBAC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Requirement</a:t>
            </a:r>
          </a:p>
          <a:p>
            <a:pPr marL="0" indent="0">
              <a:buNone/>
            </a:pPr>
            <a:r>
              <a:rPr lang="en-US" dirty="0"/>
              <a:t>Establish a repeatable pellet-extrusion process for producing test specimens from the selected magnetic-filled and unfilled polymer pellets.</a:t>
            </a:r>
            <a:endParaRPr lang="en-DK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CFB75C-9B4C-BE39-0953-EA252FB344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Methodology</a:t>
            </a:r>
          </a:p>
          <a:p>
            <a:pPr marL="0" indent="0">
              <a:buNone/>
            </a:pPr>
            <a:r>
              <a:rPr lang="en-US" dirty="0"/>
              <a:t>Conduct a targeted review of commercially available pellet extruders and compatible polymer feedstocks. </a:t>
            </a:r>
          </a:p>
          <a:p>
            <a:pPr marL="0" indent="0">
              <a:buNone/>
            </a:pPr>
            <a:r>
              <a:rPr lang="en-US" dirty="0"/>
              <a:t>Create an evaluation matrix, setting out project criterion with their specific weight. Select the highest rated path of solutions. Develop and assemble the selected manufacturing process. </a:t>
            </a:r>
          </a:p>
          <a:p>
            <a:pPr marL="0" indent="0">
              <a:buNone/>
            </a:pPr>
            <a:r>
              <a:rPr lang="en-US" dirty="0"/>
              <a:t>Investigate appropriate printing parameters.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B1DB07-D15A-9F5D-17C6-F3E3DC3168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46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4CBF2-F269-D4DA-F9B7-F4600027464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E976DC0-D833-4534-90DF-1DD6DA1EBF2D}" type="datetime1">
              <a:rPr lang="en-GB" smtClean="0"/>
              <a:t>26/10/2026</a:t>
            </a:fld>
            <a:endParaRPr lang="en-GB"/>
          </a:p>
        </p:txBody>
      </p:sp>
      <p:pic>
        <p:nvPicPr>
          <p:cNvPr id="2" name="Picture 1" descr="Mahor V5 Pellet Extruder - M8">
            <a:extLst>
              <a:ext uri="{FF2B5EF4-FFF2-40B4-BE49-F238E27FC236}">
                <a16:creationId xmlns:a16="http://schemas.microsoft.com/office/drawing/2014/main" id="{3F034513-FF6F-2A1B-0A1B-7C449BDF4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6" y="3651388"/>
            <a:ext cx="2592288" cy="2592288"/>
          </a:xfrm>
          <a:prstGeom prst="rect">
            <a:avLst/>
          </a:prstGeom>
        </p:spPr>
      </p:pic>
      <p:pic>
        <p:nvPicPr>
          <p:cNvPr id="3" name="Picture 2" descr="Dyze Pulsar™ Atom Pellet Extruder">
            <a:extLst>
              <a:ext uri="{FF2B5EF4-FFF2-40B4-BE49-F238E27FC236}">
                <a16:creationId xmlns:a16="http://schemas.microsoft.com/office/drawing/2014/main" id="{9FEA52F8-B87C-25F0-35F4-C901999769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16" r="29015"/>
          <a:stretch>
            <a:fillRect/>
          </a:stretch>
        </p:blipFill>
        <p:spPr>
          <a:xfrm>
            <a:off x="673824" y="3472988"/>
            <a:ext cx="1291348" cy="2797047"/>
          </a:xfrm>
          <a:prstGeom prst="rect">
            <a:avLst/>
          </a:prstGeom>
        </p:spPr>
      </p:pic>
      <p:pic>
        <p:nvPicPr>
          <p:cNvPr id="9" name="Picture 8" descr="V4 PELLET EXTRUDER – mahor·xyz">
            <a:extLst>
              <a:ext uri="{FF2B5EF4-FFF2-40B4-BE49-F238E27FC236}">
                <a16:creationId xmlns:a16="http://schemas.microsoft.com/office/drawing/2014/main" id="{D32C28C6-A48C-94B9-EE10-0E65BDA7E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3875890" y="3934589"/>
            <a:ext cx="2770687" cy="184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8064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1CEC4-BA88-824E-CEF3-32F2EDDC0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DC86D79-AF05-4FCE-045F-35681E49D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and methodology – Nr. 2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B94ECF-8C12-541A-A576-F206A99918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Requirement</a:t>
            </a:r>
          </a:p>
          <a:p>
            <a:pPr marL="0" indent="0">
              <a:buNone/>
            </a:pPr>
            <a:r>
              <a:rPr lang="en-DK" dirty="0"/>
              <a:t>Manufacture three specimen per each magnetic-filled-to-unfilled pellet mass ratio (0:100, 25:75, 50:50, 75:25 and 100:0) for characterization.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Methodology</a:t>
            </a:r>
          </a:p>
          <a:p>
            <a:pPr marL="0" indent="0">
              <a:buNone/>
            </a:pPr>
            <a:r>
              <a:rPr lang="en-DK" dirty="0"/>
              <a:t>Design a specimen geometry. Using the developed manufacturing process, fabricate three specimen at each specific (0:100, 25:75, 50:50, 75:25, 100:0) magnetic-filled-to-unfilled pellet mass ratios.</a:t>
            </a:r>
          </a:p>
          <a:p>
            <a:pPr marL="0" indent="0">
              <a:buNone/>
            </a:pP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D842CA-5C5B-019E-B55A-7A4666662F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47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C395B-3313-2715-9756-640F951AA9E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B884728-35C0-4D55-9877-4129DACCE51F}" type="datetime1">
              <a:rPr lang="en-GB" smtClean="0"/>
              <a:t>26/10/2026</a:t>
            </a:fld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5EC7503-C612-53BE-409E-1D7A5AA6E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583387"/>
              </p:ext>
            </p:extLst>
          </p:nvPr>
        </p:nvGraphicFramePr>
        <p:xfrm>
          <a:off x="7320136" y="2564904"/>
          <a:ext cx="3985327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5327">
                  <a:extLst>
                    <a:ext uri="{9D8B030D-6E8A-4147-A177-3AD203B41FA5}">
                      <a16:colId xmlns:a16="http://schemas.microsoft.com/office/drawing/2014/main" val="369384712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6230955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567648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7285125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Ratio\Number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D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86783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0:100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DK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03348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25:75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DK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422772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50:50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DK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D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54069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75:25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DK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D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36228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100:0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D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9392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6534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EC238-EFFB-4133-652B-8AD82F9FC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EDB9BCE-031D-4678-B7EA-9088FC6B0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and methodology – Nr. 3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1117491-DE7B-43D4-18A9-2487CAECD0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Requirement</a:t>
            </a:r>
          </a:p>
          <a:p>
            <a:pPr marL="0" indent="0">
              <a:buNone/>
            </a:pPr>
            <a:r>
              <a:rPr lang="en-DK" dirty="0"/>
              <a:t>Characterize the effective permeability and its </a:t>
            </a:r>
            <a:r>
              <a:rPr lang="en-US" dirty="0"/>
              <a:t>variance</a:t>
            </a:r>
            <a:r>
              <a:rPr lang="en-DK" dirty="0"/>
              <a:t> between each specimen in a given ratio.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Methodology</a:t>
            </a:r>
          </a:p>
          <a:p>
            <a:pPr marL="0" indent="0">
              <a:buNone/>
            </a:pPr>
            <a:r>
              <a:rPr lang="en-DK" dirty="0"/>
              <a:t>Wind the same number of turns of isolated copper wire around each specimen, ensuring consistent winding arrangement. Measure the inductance and its between-specimen variability using an impedance </a:t>
            </a:r>
            <a:r>
              <a:rPr lang="en-DK" dirty="0" err="1"/>
              <a:t>analyzer</a:t>
            </a:r>
            <a:r>
              <a:rPr lang="en-DK" dirty="0"/>
              <a:t> across a specific frequency range.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A0325-E07A-D364-EB2A-AC62953D86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48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69E31-6B99-26FB-D917-E4683782658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5659684-971B-4FDE-817F-3DD554F40920}" type="datetime1">
              <a:rPr lang="en-GB" smtClean="0"/>
              <a:t>27/10/2026</a:t>
            </a:fld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622964B-8193-CDAB-DC76-7E662EA428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499201"/>
              </p:ext>
            </p:extLst>
          </p:nvPr>
        </p:nvGraphicFramePr>
        <p:xfrm>
          <a:off x="6600056" y="3770605"/>
          <a:ext cx="540060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73539">
                  <a:extLst>
                    <a:ext uri="{9D8B030D-6E8A-4147-A177-3AD203B41FA5}">
                      <a16:colId xmlns:a16="http://schemas.microsoft.com/office/drawing/2014/main" val="3693847129"/>
                    </a:ext>
                  </a:extLst>
                </a:gridCol>
                <a:gridCol w="975687">
                  <a:extLst>
                    <a:ext uri="{9D8B030D-6E8A-4147-A177-3AD203B41FA5}">
                      <a16:colId xmlns:a16="http://schemas.microsoft.com/office/drawing/2014/main" val="462309555"/>
                    </a:ext>
                  </a:extLst>
                </a:gridCol>
                <a:gridCol w="975687">
                  <a:extLst>
                    <a:ext uri="{9D8B030D-6E8A-4147-A177-3AD203B41FA5}">
                      <a16:colId xmlns:a16="http://schemas.microsoft.com/office/drawing/2014/main" val="405676488"/>
                    </a:ext>
                  </a:extLst>
                </a:gridCol>
                <a:gridCol w="975687">
                  <a:extLst>
                    <a:ext uri="{9D8B030D-6E8A-4147-A177-3AD203B41FA5}">
                      <a16:colId xmlns:a16="http://schemas.microsoft.com/office/drawing/2014/main" val="257285125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Ratio\Number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D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86783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0:100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</a:t>
                      </a:r>
                      <a:r>
                        <a:rPr lang="en-US" sz="1600" baseline="-25000" dirty="0"/>
                        <a:t>0:100_1 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L</a:t>
                      </a:r>
                      <a:r>
                        <a:rPr lang="en-US" sz="1600" baseline="-25000" dirty="0"/>
                        <a:t>0:100_2 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L</a:t>
                      </a:r>
                      <a:r>
                        <a:rPr lang="en-US" sz="1600" baseline="-25000" dirty="0"/>
                        <a:t>0:100_3 </a:t>
                      </a:r>
                      <a:endParaRPr lang="en-DK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03348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25:75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L</a:t>
                      </a:r>
                      <a:r>
                        <a:rPr lang="en-US" sz="1600" baseline="-25000" dirty="0"/>
                        <a:t>25:75_1 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L</a:t>
                      </a:r>
                      <a:r>
                        <a:rPr lang="en-US" sz="1600" baseline="-25000" dirty="0"/>
                        <a:t>25:75_2 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L</a:t>
                      </a:r>
                      <a:r>
                        <a:rPr lang="en-US" sz="1600" baseline="-25000" dirty="0"/>
                        <a:t>25:75_3</a:t>
                      </a:r>
                      <a:endParaRPr lang="en-DK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422772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50:50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L</a:t>
                      </a:r>
                      <a:r>
                        <a:rPr lang="en-US" sz="1600" baseline="-25000" dirty="0"/>
                        <a:t>50:50_1 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L</a:t>
                      </a:r>
                      <a:r>
                        <a:rPr lang="en-US" sz="1600" baseline="-25000" dirty="0"/>
                        <a:t>50:50_2 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L</a:t>
                      </a:r>
                      <a:r>
                        <a:rPr lang="en-US" sz="1600" baseline="-25000" dirty="0"/>
                        <a:t>_50:50_3</a:t>
                      </a:r>
                      <a:endParaRPr lang="en-DK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54069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75:25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L</a:t>
                      </a:r>
                      <a:r>
                        <a:rPr lang="en-US" sz="1600" baseline="-25000" dirty="0"/>
                        <a:t>75:25_1 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μ</a:t>
                      </a:r>
                      <a:r>
                        <a:rPr lang="en-US" sz="1600" baseline="-25000" dirty="0"/>
                        <a:t>e_75:25_2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L</a:t>
                      </a:r>
                      <a:r>
                        <a:rPr lang="en-US" sz="1600" baseline="-25000" dirty="0"/>
                        <a:t>75:25_3</a:t>
                      </a:r>
                      <a:endParaRPr lang="en-DK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36228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100:0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L</a:t>
                      </a:r>
                      <a:r>
                        <a:rPr lang="en-US" sz="1600" baseline="-25000" dirty="0"/>
                        <a:t>100:0_1 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L</a:t>
                      </a:r>
                      <a:r>
                        <a:rPr lang="en-US" sz="1600" baseline="-25000" dirty="0"/>
                        <a:t>100:0_2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L</a:t>
                      </a:r>
                      <a:r>
                        <a:rPr lang="en-US" sz="1600" baseline="-25000" dirty="0"/>
                        <a:t>100:0_3</a:t>
                      </a:r>
                      <a:endParaRPr lang="en-DK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9392947"/>
                  </a:ext>
                </a:extLst>
              </a:tr>
            </a:tbl>
          </a:graphicData>
        </a:graphic>
      </p:graphicFrame>
      <p:pic>
        <p:nvPicPr>
          <p:cNvPr id="10" name="Picture 9" descr="Keysight E4990A Impedance Analyzer - Altoo Aps">
            <a:extLst>
              <a:ext uri="{FF2B5EF4-FFF2-40B4-BE49-F238E27FC236}">
                <a16:creationId xmlns:a16="http://schemas.microsoft.com/office/drawing/2014/main" id="{596C6664-8D17-7010-3C4D-493786B20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4807" y="1955466"/>
            <a:ext cx="2426794" cy="1344444"/>
          </a:xfrm>
          <a:prstGeom prst="rect">
            <a:avLst/>
          </a:prstGeom>
        </p:spPr>
      </p:pic>
      <p:pic>
        <p:nvPicPr>
          <p:cNvPr id="11" name="Picture 10" descr="560µH Toroidal Inductor, 10A, 0.077 ohm - MULTICOMP PRO | CPC UK">
            <a:extLst>
              <a:ext uri="{FF2B5EF4-FFF2-40B4-BE49-F238E27FC236}">
                <a16:creationId xmlns:a16="http://schemas.microsoft.com/office/drawing/2014/main" id="{00E26FB4-983E-521B-41F4-87537F6E4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287" y="1988102"/>
            <a:ext cx="2097138" cy="128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9648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C8A6E-23F8-5C3B-0AD9-8F9DF30BB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D46B21E-B7FD-D72D-E383-0FCF23014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and methodology – Nr. 3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7602CE-0C8A-B6D6-DE72-DCF11162DB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Requirement</a:t>
            </a:r>
          </a:p>
          <a:p>
            <a:pPr marL="0" indent="0">
              <a:buNone/>
            </a:pPr>
            <a:r>
              <a:rPr lang="en-DK" dirty="0"/>
              <a:t>Characterize the effective permeability and its variability between each specimen in a given ratio.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Methodology</a:t>
            </a:r>
          </a:p>
          <a:p>
            <a:pPr marL="0" indent="0">
              <a:buNone/>
            </a:pPr>
            <a:r>
              <a:rPr lang="en-DK" dirty="0"/>
              <a:t>Wind the same number of turns of isolated copper wire around each specimen, ensuring consistent winding arrangement. Measure the inductance and its between-specimen variability using an impedance </a:t>
            </a:r>
            <a:r>
              <a:rPr lang="en-DK" dirty="0" err="1"/>
              <a:t>analyzer</a:t>
            </a:r>
            <a:r>
              <a:rPr lang="en-DK" dirty="0"/>
              <a:t> across a specific frequency range. Calculate the effective permeability</a:t>
            </a:r>
            <a:r>
              <a:rPr lang="en-US" dirty="0"/>
              <a:t> and variance.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7BA24D-7F0B-000C-2F5F-7C9DABD48D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49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4778E-76B3-E367-0F50-525947D2CD6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5659684-971B-4FDE-817F-3DD554F40920}" type="datetime1">
              <a:rPr lang="en-GB" smtClean="0"/>
              <a:t>27/10/2026</a:t>
            </a:fld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30191C5-A011-5E60-A685-681B06162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219867"/>
              </p:ext>
            </p:extLst>
          </p:nvPr>
        </p:nvGraphicFramePr>
        <p:xfrm>
          <a:off x="6600056" y="3770605"/>
          <a:ext cx="5400184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3693847129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62309555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0567648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57285125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07811617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Ratio\Number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K" dirty="0"/>
                        <a:t>σ</a:t>
                      </a:r>
                      <a:r>
                        <a:rPr lang="en-US" baseline="-25000" dirty="0"/>
                        <a:t>x Hz</a:t>
                      </a:r>
                      <a:endParaRPr lang="en-D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86783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0:100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K" sz="1600" dirty="0"/>
                        <a:t>μ</a:t>
                      </a:r>
                      <a:r>
                        <a:rPr lang="en-US" sz="1600" baseline="-25000" dirty="0"/>
                        <a:t>e_0:100_1 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μ</a:t>
                      </a:r>
                      <a:r>
                        <a:rPr lang="en-US" sz="1600" baseline="-25000" dirty="0"/>
                        <a:t>e_0:100_2 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μ</a:t>
                      </a:r>
                      <a:r>
                        <a:rPr lang="en-US" sz="1600" baseline="-25000" dirty="0"/>
                        <a:t>e_0:100_3 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σ</a:t>
                      </a:r>
                      <a:r>
                        <a:rPr lang="en-US" sz="1600" baseline="-25000" dirty="0"/>
                        <a:t>0:100</a:t>
                      </a:r>
                      <a:endParaRPr lang="en-DK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03348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25:75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μ</a:t>
                      </a:r>
                      <a:r>
                        <a:rPr lang="en-US" sz="1600" baseline="-25000" dirty="0"/>
                        <a:t>e_25:75_1 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μ</a:t>
                      </a:r>
                      <a:r>
                        <a:rPr lang="en-US" sz="1600" baseline="-25000" dirty="0"/>
                        <a:t>e_25:75_2 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μ</a:t>
                      </a:r>
                      <a:r>
                        <a:rPr lang="en-US" sz="1600" baseline="-25000" dirty="0"/>
                        <a:t>e_25:75_3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σ</a:t>
                      </a:r>
                      <a:r>
                        <a:rPr lang="en-US" sz="1600" baseline="-25000" dirty="0"/>
                        <a:t>25:75</a:t>
                      </a:r>
                      <a:endParaRPr lang="en-DK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422772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50:50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μ</a:t>
                      </a:r>
                      <a:r>
                        <a:rPr lang="en-US" sz="1600" baseline="-25000" dirty="0"/>
                        <a:t>e_50:50_1 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μ</a:t>
                      </a:r>
                      <a:r>
                        <a:rPr lang="en-US" sz="1600" baseline="-25000" dirty="0"/>
                        <a:t>e_50:50_2 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μ</a:t>
                      </a:r>
                      <a:r>
                        <a:rPr lang="en-US" sz="1600" baseline="-25000" dirty="0"/>
                        <a:t>e_50:50_3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σ</a:t>
                      </a:r>
                      <a:r>
                        <a:rPr lang="en-US" sz="1600" baseline="-25000" dirty="0"/>
                        <a:t>50:50</a:t>
                      </a:r>
                      <a:endParaRPr lang="en-DK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54069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75:25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μ</a:t>
                      </a:r>
                      <a:r>
                        <a:rPr lang="en-US" sz="1600" baseline="-25000" dirty="0"/>
                        <a:t>e_75:25_1 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μ</a:t>
                      </a:r>
                      <a:r>
                        <a:rPr lang="en-US" sz="1600" baseline="-25000" dirty="0"/>
                        <a:t>e_75:25_2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μ</a:t>
                      </a:r>
                      <a:r>
                        <a:rPr lang="en-US" sz="1600" baseline="-25000" dirty="0"/>
                        <a:t>e_75:25_3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σ</a:t>
                      </a:r>
                      <a:r>
                        <a:rPr lang="en-US" sz="1600" baseline="-25000" dirty="0"/>
                        <a:t>75:25</a:t>
                      </a:r>
                      <a:endParaRPr lang="en-DK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36228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100:0</a:t>
                      </a:r>
                      <a:endParaRPr lang="en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μ</a:t>
                      </a:r>
                      <a:r>
                        <a:rPr lang="en-US" sz="1600" baseline="-25000" dirty="0"/>
                        <a:t>e_100:0_1 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μ</a:t>
                      </a:r>
                      <a:r>
                        <a:rPr lang="en-US" sz="1600" baseline="-25000" dirty="0"/>
                        <a:t>e_100:0_2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μ</a:t>
                      </a:r>
                      <a:r>
                        <a:rPr lang="en-US" sz="1600" baseline="-25000" dirty="0"/>
                        <a:t>e_100:0_3</a:t>
                      </a:r>
                      <a:endParaRPr lang="en-DK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σ</a:t>
                      </a:r>
                      <a:r>
                        <a:rPr lang="en-US" sz="1600" baseline="-25000" dirty="0"/>
                        <a:t>100:0</a:t>
                      </a:r>
                      <a:endParaRPr lang="en-DK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939294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8FFC0D-E04A-7D0D-ECA4-79A564DFD4D8}"/>
                  </a:ext>
                </a:extLst>
              </p:cNvPr>
              <p:cNvSpPr txBox="1"/>
              <p:nvPr/>
            </p:nvSpPr>
            <p:spPr>
              <a:xfrm>
                <a:off x="7872321" y="1706399"/>
                <a:ext cx="2855654" cy="803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432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DK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DK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DK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DK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DK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DK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DK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DK" sz="2400" dirty="0" err="1">
                  <a:latin typeface="+mn-lt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8FFC0D-E04A-7D0D-ECA4-79A564DFD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2321" y="1706399"/>
                <a:ext cx="2855654" cy="803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521EEBF-D86C-746A-6E17-669B8C6E09BE}"/>
                  </a:ext>
                </a:extLst>
              </p:cNvPr>
              <p:cNvSpPr txBox="1"/>
              <p:nvPr/>
            </p:nvSpPr>
            <p:spPr>
              <a:xfrm>
                <a:off x="8184234" y="2695524"/>
                <a:ext cx="2244589" cy="7387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432"/>
                  </a:spcBef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DK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DK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DK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DK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DK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DK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DK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DK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DK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DK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DK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DK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DK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DK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DK" sz="2400" dirty="0" err="1">
                  <a:latin typeface="+mn-lt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521EEBF-D86C-746A-6E17-669B8C6E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234" y="2695524"/>
                <a:ext cx="2244589" cy="7387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09819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446A7-5D8E-979A-6561-EE46EF327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F5E87EC-0756-6990-3021-DC1602040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and methodology – Nr. 4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FC82BA6-7490-846E-7997-8FB7B7992C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Requirement</a:t>
            </a:r>
          </a:p>
          <a:p>
            <a:pPr marL="0" indent="0">
              <a:buNone/>
            </a:pPr>
            <a:r>
              <a:rPr lang="en-DK" dirty="0"/>
              <a:t>Characterize the amount of magnetic filler present in each of the specimen.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Methodology</a:t>
            </a:r>
          </a:p>
          <a:p>
            <a:pPr marL="0" indent="0">
              <a:buNone/>
            </a:pPr>
            <a:r>
              <a:rPr lang="en-DK" dirty="0"/>
              <a:t>Use Thermogravimetric Analysis (TGA) under inert gas (to avoid oxidation) to estimate bulk filler content, calibrated to the known filler content. </a:t>
            </a:r>
            <a:endParaRPr lang="en-US" dirty="0"/>
          </a:p>
          <a:p>
            <a:pPr marL="0" indent="0">
              <a:buNone/>
            </a:pPr>
            <a:r>
              <a:rPr lang="en-DK" dirty="0"/>
              <a:t>Samples from independent extrusion runs and different specimen locations will be </a:t>
            </a:r>
            <a:r>
              <a:rPr lang="en-DK" dirty="0" err="1"/>
              <a:t>analyzed</a:t>
            </a:r>
            <a:r>
              <a:rPr lang="en-DK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140CA-281F-3A17-8180-962FAC54D6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50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58178-3A87-5051-51F8-2DBA39E9B43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5659684-971B-4FDE-817F-3DD554F40920}" type="datetime1">
              <a:rPr lang="en-GB" smtClean="0"/>
              <a:t>27/10/2026</a:t>
            </a:fld>
            <a:endParaRPr lang="en-GB"/>
          </a:p>
        </p:txBody>
      </p:sp>
      <p:pic>
        <p:nvPicPr>
          <p:cNvPr id="2" name="Picture 1" descr="Simultaneous Thermogravimetric Analysis | Thermal Analysis | Hitachi  High-Tech">
            <a:extLst>
              <a:ext uri="{FF2B5EF4-FFF2-40B4-BE49-F238E27FC236}">
                <a16:creationId xmlns:a16="http://schemas.microsoft.com/office/drawing/2014/main" id="{6B04A2D2-EC6A-615F-9EFF-06CC961E57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00" t="8046" r="14462"/>
          <a:stretch>
            <a:fillRect/>
          </a:stretch>
        </p:blipFill>
        <p:spPr>
          <a:xfrm>
            <a:off x="7012770" y="1741353"/>
            <a:ext cx="4320480" cy="434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3362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29631-9048-C7B7-ADA3-E625A6653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DF148BD-001B-068B-FFC4-B74955AE4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and methodology – Nr. 5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2ED1F97-411C-CE03-CE26-ADADAC9E62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Requirement</a:t>
            </a:r>
          </a:p>
          <a:p>
            <a:pPr marL="0" indent="0">
              <a:buNone/>
            </a:pPr>
            <a:r>
              <a:rPr lang="en-DK" dirty="0"/>
              <a:t>Characterize the uniformity of magnetic filler in each of the specimen.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Methodology</a:t>
            </a:r>
          </a:p>
          <a:p>
            <a:pPr marL="0" indent="0">
              <a:buNone/>
            </a:pPr>
            <a:r>
              <a:rPr lang="en-DK" dirty="0"/>
              <a:t>Use Scanning Electron Microscopy paired with Energy-Dispersive X-ray Spectroscopy (SEM–EDS) mapping of cross-sections to quantify local FeSiAl distribution.</a:t>
            </a:r>
            <a:endParaRPr lang="en-US" dirty="0"/>
          </a:p>
          <a:p>
            <a:pPr marL="0" indent="0">
              <a:buNone/>
            </a:pPr>
            <a:r>
              <a:rPr lang="en-DK" dirty="0"/>
              <a:t>Samples from independent extrusion runs and different specimen locations will be </a:t>
            </a:r>
            <a:r>
              <a:rPr lang="en-DK" dirty="0" err="1"/>
              <a:t>analyzed</a:t>
            </a:r>
            <a:r>
              <a:rPr lang="en-DK" dirty="0"/>
              <a:t>. </a:t>
            </a:r>
            <a:endParaRPr lang="en-US" dirty="0"/>
          </a:p>
          <a:p>
            <a:pPr marL="0" indent="0">
              <a:buNone/>
            </a:pPr>
            <a:r>
              <a:rPr lang="en-DK" dirty="0"/>
              <a:t>Use image processing to quantify numerically the filler distribution.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A3DF4-4529-2522-84D4-EB92ACE6F0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51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1EED9-32C5-B24F-D60E-46BD0EA316C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5659684-971B-4FDE-817F-3DD554F40920}" type="datetime1">
              <a:rPr lang="en-GB" smtClean="0"/>
              <a:t>27/10/2026</a:t>
            </a:fld>
            <a:endParaRPr lang="en-GB"/>
          </a:p>
        </p:txBody>
      </p:sp>
      <p:pic>
        <p:nvPicPr>
          <p:cNvPr id="3" name="Picture 2" descr="What is EDS? | Energy Dispersive X-Ray Spectroscopy | Bruker">
            <a:extLst>
              <a:ext uri="{FF2B5EF4-FFF2-40B4-BE49-F238E27FC236}">
                <a16:creationId xmlns:a16="http://schemas.microsoft.com/office/drawing/2014/main" id="{B3F9C485-A09B-A1A6-2EA0-E60713BDB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56" y="2348880"/>
            <a:ext cx="5414196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5550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CA4E4-3D6E-168C-5BAB-EA4046DE4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00805E1-3DAD-5CC2-44F1-D03E9BB2F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and methodology – Nr. 6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BC782E-73DF-D90B-037D-049337A7A3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Requirement</a:t>
            </a:r>
          </a:p>
          <a:p>
            <a:pPr marL="0" indent="0">
              <a:buNone/>
            </a:pPr>
            <a:r>
              <a:rPr lang="en-DK" dirty="0"/>
              <a:t>Assess the correlation between effective permeability, amount of magnetic filler present and the uniformity of magnetic filler.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Methodology</a:t>
            </a:r>
          </a:p>
          <a:p>
            <a:pPr marL="0" indent="0">
              <a:buNone/>
            </a:pPr>
            <a:r>
              <a:rPr lang="en-DK" dirty="0"/>
              <a:t>Plot the results from TGA, SEM-EDS and effective permeability. Visually inspect whether there are trends. Draw a conclusion.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CA35C1-A52F-D2E9-99ED-7D4E853DD5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52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8CA8B-B994-A4A6-DF2D-C08B93BBCC6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5659684-971B-4FDE-817F-3DD554F40920}" type="datetime1">
              <a:rPr lang="en-GB" smtClean="0"/>
              <a:t>27/10/2026</a:t>
            </a:fld>
            <a:endParaRPr lang="en-GB"/>
          </a:p>
        </p:txBody>
      </p:sp>
      <p:pic>
        <p:nvPicPr>
          <p:cNvPr id="2" name="Picture 1" descr="Correlation: Meaning, Types, Examples &amp; Coefficient">
            <a:extLst>
              <a:ext uri="{FF2B5EF4-FFF2-40B4-BE49-F238E27FC236}">
                <a16:creationId xmlns:a16="http://schemas.microsoft.com/office/drawing/2014/main" id="{CC92464D-ECD0-188E-4844-4D330F464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064" y="2564904"/>
            <a:ext cx="5120569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3946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D4F86-88B4-0170-8512-E45F45359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20504-42A1-DFAC-4CBE-D033B719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EA5CC-8E08-527F-C34E-67CC06562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726" y="1978466"/>
            <a:ext cx="9312374" cy="4545578"/>
          </a:xfrm>
        </p:spPr>
        <p:txBody>
          <a:bodyPr/>
          <a:lstStyle/>
          <a:p>
            <a:pPr marL="0" indent="0">
              <a:buNone/>
            </a:pPr>
            <a:r>
              <a:rPr lang="en-US" sz="2000" i="1" dirty="0"/>
              <a:t>Can discrete permeability regions be fabricated by sequentially printing pre-blended pellet batches, using controlled purging to achieve distinct and reproducible material compositions?</a:t>
            </a:r>
            <a:endParaRPr lang="en-DK" sz="20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0422A-CEF0-D7CB-AA4C-1957F03FD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F063-B7FB-47DE-84D0-A3163D52C95D}" type="datetime1">
              <a:rPr lang="en-GB" smtClean="0"/>
              <a:t>27/10/2026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A2C3E-6F08-803A-0159-38843F485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53</a:t>
            </a:fld>
            <a:endParaRPr lang="en-GB" dirty="0"/>
          </a:p>
        </p:txBody>
      </p:sp>
      <p:pic>
        <p:nvPicPr>
          <p:cNvPr id="6" name="Content Placeholder 5" descr="Hard magnetic compound | Mate Co., Ltd.">
            <a:extLst>
              <a:ext uri="{FF2B5EF4-FFF2-40B4-BE49-F238E27FC236}">
                <a16:creationId xmlns:a16="http://schemas.microsoft.com/office/drawing/2014/main" id="{6385A276-B113-28B6-8A51-E385CA0C1A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054" b="17741"/>
          <a:stretch>
            <a:fillRect/>
          </a:stretch>
        </p:blipFill>
        <p:spPr bwMode="auto">
          <a:xfrm>
            <a:off x="1631504" y="4077072"/>
            <a:ext cx="1622859" cy="1301962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" name="Picture 6" descr="Black &amp; White Mix - Ardcroney">
            <a:extLst>
              <a:ext uri="{FF2B5EF4-FFF2-40B4-BE49-F238E27FC236}">
                <a16:creationId xmlns:a16="http://schemas.microsoft.com/office/drawing/2014/main" id="{50B643E9-8739-75CA-2500-FC58C3329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951" y="5210282"/>
            <a:ext cx="1654835" cy="1241126"/>
          </a:xfrm>
          <a:prstGeom prst="rect">
            <a:avLst/>
          </a:prstGeom>
          <a:ln w="57150">
            <a:solidFill>
              <a:srgbClr val="08FE0C"/>
            </a:solidFill>
          </a:ln>
        </p:spPr>
      </p:pic>
      <p:pic>
        <p:nvPicPr>
          <p:cNvPr id="8" name="Picture 7" descr="Polar Black and White Spar | 3-8mm | Derbyshire Aggregates">
            <a:extLst>
              <a:ext uri="{FF2B5EF4-FFF2-40B4-BE49-F238E27FC236}">
                <a16:creationId xmlns:a16="http://schemas.microsoft.com/office/drawing/2014/main" id="{3AD5E944-8068-CB5F-E7D4-061345D5A5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97" r="3697"/>
          <a:stretch>
            <a:fillRect/>
          </a:stretch>
        </p:blipFill>
        <p:spPr>
          <a:xfrm>
            <a:off x="3965950" y="3018503"/>
            <a:ext cx="1654835" cy="1238354"/>
          </a:xfrm>
          <a:prstGeom prst="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D8A4A7-7C7C-476F-848C-758C465F8F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1984" y="3431738"/>
            <a:ext cx="5401013" cy="2072591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22FBE6-903E-EDAE-9BDF-0DF38A9C470B}"/>
              </a:ext>
            </a:extLst>
          </p:cNvPr>
          <p:cNvCxnSpPr>
            <a:stCxn id="6" idx="3"/>
          </p:cNvCxnSpPr>
          <p:nvPr/>
        </p:nvCxnSpPr>
        <p:spPr bwMode="auto">
          <a:xfrm flipV="1">
            <a:off x="3254363" y="4581128"/>
            <a:ext cx="2769629" cy="14692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1E2A3A4-65F9-A53F-E96C-916D051DD4AC}"/>
              </a:ext>
            </a:extLst>
          </p:cNvPr>
          <p:cNvCxnSpPr>
            <a:stCxn id="7" idx="3"/>
          </p:cNvCxnSpPr>
          <p:nvPr/>
        </p:nvCxnSpPr>
        <p:spPr bwMode="auto">
          <a:xfrm flipV="1">
            <a:off x="5620786" y="4941168"/>
            <a:ext cx="691238" cy="889677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8FE0C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1B4231D-FA1F-51BF-A53E-87EBBAC409EC}"/>
              </a:ext>
            </a:extLst>
          </p:cNvPr>
          <p:cNvCxnSpPr>
            <a:stCxn id="8" idx="3"/>
          </p:cNvCxnSpPr>
          <p:nvPr/>
        </p:nvCxnSpPr>
        <p:spPr bwMode="auto">
          <a:xfrm>
            <a:off x="5620785" y="3637680"/>
            <a:ext cx="691239" cy="51140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908FF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2552190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E94D8-242E-89F5-70AA-AA5B3B068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389F945F-0CF8-AA87-E8A3-B1995C571F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0560279"/>
              </p:ext>
            </p:extLst>
          </p:nvPr>
        </p:nvGraphicFramePr>
        <p:xfrm>
          <a:off x="371364" y="1628800"/>
          <a:ext cx="11449272" cy="4608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E4F3BB6-B01C-A0FF-827C-B7F2F2F58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257BD-6194-D7FC-60F6-D1F04E641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F063-B7FB-47DE-84D0-A3163D52C95D}" type="datetime1">
              <a:rPr lang="en-GB" smtClean="0"/>
              <a:t>27/10/2026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47A3F8-D540-3832-8F0A-1E5A1C3CF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32171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1D4A6-0558-F7CC-0BA9-D7E1BDEA6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D29339F-B029-8F31-5D65-A084486A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and methodology – Nr. 7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C4A468B-2592-9860-20BF-9F8007CD27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Requirement</a:t>
            </a:r>
          </a:p>
          <a:p>
            <a:pPr marL="0" indent="0">
              <a:buNone/>
            </a:pPr>
            <a:r>
              <a:rPr lang="en-US" dirty="0"/>
              <a:t>Establish a repeatable pause–purge–resume procedure that limits residual material from the previous pellet batch when switching blend ratios.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9235CE-C2FC-F9AE-62FE-108DD2BC92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55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7F4CB-74DE-6E6B-9665-DB0B71BC9C2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4DC9A9C-C43E-44C0-894A-82A14018FD9E}" type="datetime1">
              <a:rPr lang="en-GB" smtClean="0"/>
              <a:t>27/10/2026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124CA0-FB1D-8590-2FC1-4A065D4FC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4" y="3550694"/>
            <a:ext cx="5757551" cy="218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443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052E2-6D58-53F0-61E1-11321E9F0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A74BA6-D3FD-43BD-D5FE-666BE3C92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and methodology – Nr. 7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FACEE29-776C-F477-E807-5ADDF598FC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Requirement</a:t>
            </a:r>
          </a:p>
          <a:p>
            <a:pPr marL="0" indent="0">
              <a:buNone/>
            </a:pPr>
            <a:r>
              <a:rPr lang="en-US" dirty="0"/>
              <a:t>Establish a repeatable pause–purge–resume procedure that limits residual material from the previous pellet batch when switching blend ratios.</a:t>
            </a:r>
            <a:endParaRPr lang="en-DK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4B1C200-9671-7615-61A9-6A2192B66F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Methodology</a:t>
            </a:r>
          </a:p>
          <a:p>
            <a:pPr marL="0" indent="0">
              <a:buNone/>
            </a:pPr>
            <a:r>
              <a:rPr lang="en-US" sz="1600" dirty="0"/>
              <a:t>To determine the required purge amount, a print will be paused after reaching steady state extrusion with a 0:100 blend, and the remaining pellets will be removed from the hopper before loading the 100:0 blend. </a:t>
            </a:r>
          </a:p>
          <a:p>
            <a:pPr marL="0" indent="0">
              <a:buNone/>
            </a:pPr>
            <a:r>
              <a:rPr lang="en-US" sz="1600" dirty="0"/>
              <a:t>The extruder will then be purged into separately collected samples at defined cumulative extruded masses. </a:t>
            </a:r>
          </a:p>
          <a:p>
            <a:pPr marL="0" indent="0">
              <a:buNone/>
            </a:pPr>
            <a:r>
              <a:rPr lang="en-US" sz="1600" dirty="0"/>
              <a:t>TGA will be used to estimate the composition of each sample, using known blend ratios to establish a calibration. </a:t>
            </a:r>
          </a:p>
          <a:p>
            <a:pPr marL="0" indent="0">
              <a:buNone/>
            </a:pPr>
            <a:r>
              <a:rPr lang="en-US" sz="1600" dirty="0"/>
              <a:t>The composition will be plotted against the cumulative purge mass to determine how much material must be purged before the new blend reaches a stable composition. </a:t>
            </a:r>
          </a:p>
          <a:p>
            <a:pPr marL="0" indent="0">
              <a:buNone/>
            </a:pPr>
            <a:r>
              <a:rPr lang="en-US" sz="1600" dirty="0"/>
              <a:t>The procedure will be repeated to additionally for the transition from 100:0 to 0:100 ratio.</a:t>
            </a:r>
            <a:endParaRPr lang="en-DK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02F7A1-2F01-ED7A-CECB-B361D9B216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56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3388D-0171-46D7-9CD5-20B635219A9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4DC9A9C-C43E-44C0-894A-82A14018FD9E}" type="datetime1">
              <a:rPr lang="en-GB" smtClean="0"/>
              <a:t>27/10/2026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46EBA2-34EF-25AF-9537-9CC9A70FD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3645024"/>
            <a:ext cx="5929410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4896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F4231-CDF9-7AB3-9DE2-CAC9E16CA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3AD5B06-1D78-1919-72B5-5B0C039B9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and methodology – Nr. 8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7CD5E68-A2EA-AC16-6508-ECBC1B38D2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Requirement</a:t>
            </a:r>
          </a:p>
          <a:p>
            <a:pPr marL="0" indent="0">
              <a:buNone/>
            </a:pPr>
            <a:r>
              <a:rPr lang="en-DK" dirty="0"/>
              <a:t>Evaluate the feasibility of fabricating a core with three distinct permeability regions by sequentially printing pre-blended pellet batches.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F9BEE34-B8DC-FEE7-0CCE-D8536DDB79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Methodology</a:t>
            </a:r>
          </a:p>
          <a:p>
            <a:pPr marL="0" indent="0">
              <a:buNone/>
            </a:pPr>
            <a:r>
              <a:rPr lang="en-DK" dirty="0"/>
              <a:t>Design a multi-permeability CFI using the blend ratios based on the experimentally characterized permeability values. Manufacture the core using the established pause-purge-resume procedure. </a:t>
            </a:r>
            <a:endParaRPr lang="en-US" dirty="0"/>
          </a:p>
          <a:p>
            <a:pPr marL="0" indent="0">
              <a:buNone/>
            </a:pPr>
            <a:r>
              <a:rPr lang="en-DK" dirty="0"/>
              <a:t>Visually assess whether the intended regions have distinct compositions.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5B3FD4-AAC9-439B-5E7B-B284BEC775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57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F4C2A-AE6D-3C27-E870-1442122D7B2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2A42811-7B5E-4CA8-90C1-B0B46E3E1FC8}" type="datetime1">
              <a:rPr lang="en-GB" smtClean="0"/>
              <a:t>27/10/2026</a:t>
            </a:fld>
            <a:endParaRPr lang="en-GB"/>
          </a:p>
        </p:txBody>
      </p:sp>
      <p:pic>
        <p:nvPicPr>
          <p:cNvPr id="2" name="Content Placeholder 5" descr="Hard magnetic compound | Mate Co., Ltd.">
            <a:extLst>
              <a:ext uri="{FF2B5EF4-FFF2-40B4-BE49-F238E27FC236}">
                <a16:creationId xmlns:a16="http://schemas.microsoft.com/office/drawing/2014/main" id="{4190F242-A527-32D0-A962-F2AEAA3FD3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054" b="17741"/>
          <a:stretch>
            <a:fillRect/>
          </a:stretch>
        </p:blipFill>
        <p:spPr bwMode="auto">
          <a:xfrm>
            <a:off x="1774726" y="3440997"/>
            <a:ext cx="1622859" cy="1301962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3" name="Picture 2" descr="Black &amp; White Mix - Ardcroney">
            <a:extLst>
              <a:ext uri="{FF2B5EF4-FFF2-40B4-BE49-F238E27FC236}">
                <a16:creationId xmlns:a16="http://schemas.microsoft.com/office/drawing/2014/main" id="{A2BEF12F-D6F4-76B0-6CD7-BBB23D0FD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823" y="5210994"/>
            <a:ext cx="1654835" cy="1241126"/>
          </a:xfrm>
          <a:prstGeom prst="rect">
            <a:avLst/>
          </a:prstGeom>
          <a:ln w="57150">
            <a:solidFill>
              <a:srgbClr val="08FE0C"/>
            </a:solidFill>
          </a:ln>
        </p:spPr>
      </p:pic>
      <p:pic>
        <p:nvPicPr>
          <p:cNvPr id="9" name="Picture 8" descr="Polar Black and White Spar | 3-8mm | Derbyshire Aggregates">
            <a:extLst>
              <a:ext uri="{FF2B5EF4-FFF2-40B4-BE49-F238E27FC236}">
                <a16:creationId xmlns:a16="http://schemas.microsoft.com/office/drawing/2014/main" id="{19FD80BC-C165-A17F-45C7-34DDC905C3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97" r="3697"/>
          <a:stretch>
            <a:fillRect/>
          </a:stretch>
        </p:blipFill>
        <p:spPr>
          <a:xfrm>
            <a:off x="7333287" y="4728765"/>
            <a:ext cx="1654835" cy="1238354"/>
          </a:xfrm>
          <a:prstGeom prst="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5DE96E-32EE-B145-39F8-7E218A6727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8027"/>
          <a:stretch>
            <a:fillRect/>
          </a:stretch>
        </p:blipFill>
        <p:spPr>
          <a:xfrm>
            <a:off x="4799856" y="3432450"/>
            <a:ext cx="1726843" cy="2072591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1B32EED-4720-576B-749F-153E947ED634}"/>
              </a:ext>
            </a:extLst>
          </p:cNvPr>
          <p:cNvCxnSpPr>
            <a:stCxn id="2" idx="3"/>
          </p:cNvCxnSpPr>
          <p:nvPr/>
        </p:nvCxnSpPr>
        <p:spPr bwMode="auto">
          <a:xfrm>
            <a:off x="3397585" y="4091978"/>
            <a:ext cx="1478229" cy="182306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CA017E0-8581-C9C6-7A2F-32E6A1E60863}"/>
              </a:ext>
            </a:extLst>
          </p:cNvPr>
          <p:cNvCxnSpPr>
            <a:stCxn id="3" idx="3"/>
          </p:cNvCxnSpPr>
          <p:nvPr/>
        </p:nvCxnSpPr>
        <p:spPr bwMode="auto">
          <a:xfrm flipV="1">
            <a:off x="4468658" y="4941880"/>
            <a:ext cx="691238" cy="889677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8FE0C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7ED111C-C366-07E3-DF24-1D5182BDB68A}"/>
              </a:ext>
            </a:extLst>
          </p:cNvPr>
          <p:cNvCxnSpPr>
            <a:stCxn id="9" idx="1"/>
          </p:cNvCxnSpPr>
          <p:nvPr/>
        </p:nvCxnSpPr>
        <p:spPr bwMode="auto">
          <a:xfrm flipH="1" flipV="1">
            <a:off x="6123363" y="4581840"/>
            <a:ext cx="1209924" cy="76610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908FF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9636444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E62CD-537F-C76B-4EB5-6AC8DCCA8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8158DA-370D-A874-1034-897C37CB6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and methodology – Nr. 9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9C953DD-342A-FEF0-F754-4259ADB114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Requirement</a:t>
            </a:r>
          </a:p>
          <a:p>
            <a:pPr marL="0" indent="0">
              <a:buNone/>
            </a:pPr>
            <a:r>
              <a:rPr lang="en-US" dirty="0"/>
              <a:t>M</a:t>
            </a:r>
            <a:r>
              <a:rPr lang="en-DK" dirty="0" err="1"/>
              <a:t>anufacture</a:t>
            </a:r>
            <a:r>
              <a:rPr lang="en-DK" dirty="0"/>
              <a:t> single-permeability core for comparison.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3A9ED2F-4D20-E79F-7AD8-CA781C360A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Methodology</a:t>
            </a:r>
          </a:p>
          <a:p>
            <a:pPr marL="0" indent="0">
              <a:buNone/>
            </a:pPr>
            <a:r>
              <a:rPr lang="en-DK" dirty="0"/>
              <a:t>Design a </a:t>
            </a:r>
            <a:r>
              <a:rPr lang="en-US" dirty="0"/>
              <a:t>single</a:t>
            </a:r>
            <a:r>
              <a:rPr lang="en-DK" dirty="0"/>
              <a:t>-permeability </a:t>
            </a:r>
            <a:r>
              <a:rPr lang="en-US" dirty="0"/>
              <a:t>inductor </a:t>
            </a:r>
            <a:r>
              <a:rPr lang="en-DK" dirty="0"/>
              <a:t>using the blend ratios based on the experimentally characterized permeability values. Manufacture the core using the established </a:t>
            </a:r>
            <a:r>
              <a:rPr lang="en-US" dirty="0"/>
              <a:t>printing process.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8F4D75-5A09-2D69-492E-44799C4ED2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58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BA698-CA0A-B6D4-212B-F8B5C47A9A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2A42811-7B5E-4CA8-90C1-B0B46E3E1FC8}" type="datetime1">
              <a:rPr lang="en-GB" smtClean="0"/>
              <a:t>27/10/2026</a:t>
            </a:fld>
            <a:endParaRPr lang="en-GB"/>
          </a:p>
        </p:txBody>
      </p:sp>
      <p:pic>
        <p:nvPicPr>
          <p:cNvPr id="2" name="Content Placeholder 5" descr="Hard magnetic compound | Mate Co., Ltd.">
            <a:extLst>
              <a:ext uri="{FF2B5EF4-FFF2-40B4-BE49-F238E27FC236}">
                <a16:creationId xmlns:a16="http://schemas.microsoft.com/office/drawing/2014/main" id="{D098F327-1BA1-47C8-0F1C-510C0F5F15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054" b="17741"/>
          <a:stretch>
            <a:fillRect/>
          </a:stretch>
        </p:blipFill>
        <p:spPr bwMode="auto">
          <a:xfrm>
            <a:off x="1367382" y="4287148"/>
            <a:ext cx="1622859" cy="1301962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848E7C7-9DBA-7CEC-A25D-04D8BEEE1ED0}"/>
              </a:ext>
            </a:extLst>
          </p:cNvPr>
          <p:cNvCxnSpPr>
            <a:stCxn id="2" idx="3"/>
          </p:cNvCxnSpPr>
          <p:nvPr/>
        </p:nvCxnSpPr>
        <p:spPr bwMode="auto">
          <a:xfrm>
            <a:off x="2990241" y="4938129"/>
            <a:ext cx="1593591" cy="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9CF272E-4BA1-E413-A0B7-7B44DE668421}"/>
              </a:ext>
            </a:extLst>
          </p:cNvPr>
          <p:cNvSpPr/>
          <p:nvPr/>
        </p:nvSpPr>
        <p:spPr bwMode="auto">
          <a:xfrm>
            <a:off x="4744817" y="4262287"/>
            <a:ext cx="1440160" cy="1440160"/>
          </a:xfrm>
          <a:prstGeom prst="ellipse">
            <a:avLst/>
          </a:prstGeom>
          <a:solidFill>
            <a:schemeClr val="bg1"/>
          </a:solidFill>
          <a:ln w="3810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24454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E1486-C250-938E-BAE7-A9D274823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F09A2B3-B153-8487-7470-74EE912F4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and methodology – Nr. 10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A96C42-AEEF-C0D5-7376-34ADD9B857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Requirement</a:t>
            </a:r>
          </a:p>
          <a:p>
            <a:pPr marL="0" indent="0">
              <a:buNone/>
            </a:pPr>
            <a:r>
              <a:rPr lang="en-DK" dirty="0"/>
              <a:t>Characterize the inductance of the single-permeability and multi-permeability cores.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AE53E46-ED1E-181F-3FBB-0AFAA8FBF37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Methodology</a:t>
            </a:r>
          </a:p>
          <a:p>
            <a:pPr marL="0" indent="0">
              <a:buNone/>
            </a:pPr>
            <a:r>
              <a:rPr lang="en-DK" dirty="0"/>
              <a:t>Assemble both magnetic cores with copper wire to create an inductor. Measure the inductance of the multi-permeability specimen and uniform permeability specimen with an impedance </a:t>
            </a:r>
            <a:r>
              <a:rPr lang="en-DK" dirty="0" err="1"/>
              <a:t>analyzer</a:t>
            </a:r>
            <a:r>
              <a:rPr lang="en-DK" dirty="0"/>
              <a:t> across a specific frequency range. Remove the winding.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956D04-4647-0248-6929-9DB693A45D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59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E72CD-9794-9663-4CF5-703248AE0DC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2A42811-7B5E-4CA8-90C1-B0B46E3E1FC8}" type="datetime1">
              <a:rPr lang="en-GB" smtClean="0"/>
              <a:t>27/10/2026</a:t>
            </a:fld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AE7C209-EF99-DD6E-CE07-969CCBE99BD5}"/>
              </a:ext>
            </a:extLst>
          </p:cNvPr>
          <p:cNvSpPr/>
          <p:nvPr/>
        </p:nvSpPr>
        <p:spPr bwMode="auto">
          <a:xfrm>
            <a:off x="1611871" y="4299366"/>
            <a:ext cx="1152922" cy="1195953"/>
          </a:xfrm>
          <a:prstGeom prst="ellipse">
            <a:avLst/>
          </a:prstGeom>
          <a:solidFill>
            <a:schemeClr val="bg1"/>
          </a:solidFill>
          <a:ln w="3810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44FC68-DDC2-F9B9-0583-37173199C1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027"/>
          <a:stretch>
            <a:fillRect/>
          </a:stretch>
        </p:blipFill>
        <p:spPr>
          <a:xfrm>
            <a:off x="4232160" y="3861048"/>
            <a:ext cx="1726843" cy="20725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992FD1-78E7-B0FC-B216-0B17F34DB0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380"/>
          <a:stretch>
            <a:fillRect/>
          </a:stretch>
        </p:blipFill>
        <p:spPr>
          <a:xfrm>
            <a:off x="7104112" y="4127167"/>
            <a:ext cx="3493141" cy="189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81769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A83DD-D2EF-D2C1-5D54-64C93DE0C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E0BF0E-F8B7-6199-E4CC-B1E726129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and methodology – Nr. 11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8461EA0-7363-8294-8FAE-D23CB9439F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Requirement</a:t>
            </a:r>
          </a:p>
          <a:p>
            <a:pPr marL="0" indent="0">
              <a:buNone/>
            </a:pPr>
            <a:r>
              <a:rPr lang="en-DK" dirty="0"/>
              <a:t>Characterize saturation behaviour for both cores.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6A8A0AF-5CCD-E091-530F-8819AE907B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Methodology</a:t>
            </a:r>
          </a:p>
          <a:p>
            <a:pPr marL="0" indent="0">
              <a:buNone/>
            </a:pPr>
            <a:r>
              <a:rPr lang="en-DK" dirty="0"/>
              <a:t>Wind an excitation coil and a separate sensing coil around the core. Drive the  excitation coil with a controlled AC source. Measure the excitation current and sensing coil voltage. Calculate the magnetic field strength and flux density.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5DBF03-FC4C-82D6-F933-D07C5A07E9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60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B9514-224B-0DBC-013F-628CAC2FD3F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2A42811-7B5E-4CA8-90C1-B0B46E3E1FC8}" type="datetime1">
              <a:rPr lang="en-GB" smtClean="0"/>
              <a:t>27/10/2026</a:t>
            </a:fld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71E8334-667C-BDBD-4DEE-A4D618E6B797}"/>
              </a:ext>
            </a:extLst>
          </p:cNvPr>
          <p:cNvSpPr/>
          <p:nvPr/>
        </p:nvSpPr>
        <p:spPr bwMode="auto">
          <a:xfrm>
            <a:off x="1611871" y="4299366"/>
            <a:ext cx="1152922" cy="1195953"/>
          </a:xfrm>
          <a:prstGeom prst="ellipse">
            <a:avLst/>
          </a:prstGeom>
          <a:solidFill>
            <a:schemeClr val="bg1"/>
          </a:solidFill>
          <a:ln w="3810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7070CC-F376-8B85-0CED-CA7FFFB04F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027"/>
          <a:stretch>
            <a:fillRect/>
          </a:stretch>
        </p:blipFill>
        <p:spPr>
          <a:xfrm>
            <a:off x="4232160" y="3861048"/>
            <a:ext cx="1726843" cy="20725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D21AFC-2978-B795-73C5-21D593F40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136" y="3861048"/>
            <a:ext cx="2899310" cy="254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3194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E268B-AFDF-C87D-5A6C-EB6D5B988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9E423D1-E6EC-7D1A-4306-E82059BF2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and methodology – Nr. 12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46D177D-0A53-6BA5-D9C8-4DF41F45A3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Requirement</a:t>
            </a:r>
          </a:p>
          <a:p>
            <a:pPr marL="0" indent="0">
              <a:buNone/>
            </a:pPr>
            <a:r>
              <a:rPr lang="en-DK" dirty="0"/>
              <a:t>Characterize the core losses for both cores.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309979-0E3D-1FA9-34F8-8825F5C5A91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Methodology</a:t>
            </a:r>
          </a:p>
          <a:p>
            <a:pPr marL="0" indent="0">
              <a:buNone/>
            </a:pPr>
            <a:r>
              <a:rPr lang="en-DK" dirty="0"/>
              <a:t>To measure the core losses, adjust the source, so the core reaches the peak flux density. Record the B-H loop. Calculate the energy loss from its enclosed area. Repeat the procedures for uniform permeability specimen.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367B4-3569-E499-5F1E-B04FB4EE3A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61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AD123-C3FC-111D-9531-756C8356E6A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2A42811-7B5E-4CA8-90C1-B0B46E3E1FC8}" type="datetime1">
              <a:rPr lang="en-GB" smtClean="0"/>
              <a:t>27/10/2026</a:t>
            </a:fld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5299A1-6287-AE80-74A6-B24EC6AA2D1E}"/>
              </a:ext>
            </a:extLst>
          </p:cNvPr>
          <p:cNvSpPr/>
          <p:nvPr/>
        </p:nvSpPr>
        <p:spPr bwMode="auto">
          <a:xfrm>
            <a:off x="1611871" y="4299366"/>
            <a:ext cx="1152922" cy="1195953"/>
          </a:xfrm>
          <a:prstGeom prst="ellipse">
            <a:avLst/>
          </a:prstGeom>
          <a:solidFill>
            <a:schemeClr val="bg1"/>
          </a:solidFill>
          <a:ln w="3810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717CFB-D9EE-133E-656F-DFB995C9D9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027"/>
          <a:stretch>
            <a:fillRect/>
          </a:stretch>
        </p:blipFill>
        <p:spPr>
          <a:xfrm>
            <a:off x="4232160" y="3861048"/>
            <a:ext cx="1726843" cy="20725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6D4B53-9CC5-7548-5FFF-2D1C2E86C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016" y="3861048"/>
            <a:ext cx="3050184" cy="241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86618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6F5B1-D806-AAB7-C651-75732E5C8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1838CF-D582-4BE9-2998-DA81EFA0A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and methodology – Nr. 13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A128CFB-033C-089F-EE29-73049F662B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Requirement</a:t>
            </a:r>
          </a:p>
          <a:p>
            <a:pPr marL="0" indent="0">
              <a:buNone/>
            </a:pPr>
            <a:r>
              <a:rPr lang="en-DK" dirty="0"/>
              <a:t>Compare the measured results.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7770437-EB6F-EACC-7A66-08D2D0F38DA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Methodology</a:t>
            </a:r>
          </a:p>
          <a:p>
            <a:pPr marL="0" indent="0">
              <a:buNone/>
            </a:pPr>
            <a:r>
              <a:rPr lang="en-US" dirty="0"/>
              <a:t>Plot together the results from the measurements. Visually inspect the differences. Draw conclusions.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2A3D0F-03EB-E5A4-FC45-D5D71769DF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62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25B84-D5CB-8792-B08A-423631C6DE2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2A42811-7B5E-4CA8-90C1-B0B46E3E1FC8}" type="datetime1">
              <a:rPr lang="en-GB" smtClean="0"/>
              <a:t>27/10/2026</a:t>
            </a:fld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62F7BC8-1D5F-C37E-7238-3724A12A4A4C}"/>
              </a:ext>
            </a:extLst>
          </p:cNvPr>
          <p:cNvSpPr/>
          <p:nvPr/>
        </p:nvSpPr>
        <p:spPr bwMode="auto">
          <a:xfrm>
            <a:off x="1426547" y="2730831"/>
            <a:ext cx="1152922" cy="1195953"/>
          </a:xfrm>
          <a:prstGeom prst="ellipse">
            <a:avLst/>
          </a:prstGeom>
          <a:solidFill>
            <a:schemeClr val="bg1"/>
          </a:solidFill>
          <a:ln w="3810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EF69FD-98D4-1DC4-422A-3878E4722D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027"/>
          <a:stretch>
            <a:fillRect/>
          </a:stretch>
        </p:blipFill>
        <p:spPr>
          <a:xfrm>
            <a:off x="4046836" y="2292513"/>
            <a:ext cx="1726843" cy="20725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B45A49-FDE3-EF95-4FB0-3471DCDC87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380"/>
          <a:stretch>
            <a:fillRect/>
          </a:stretch>
        </p:blipFill>
        <p:spPr>
          <a:xfrm>
            <a:off x="980691" y="4393875"/>
            <a:ext cx="3493141" cy="18941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23E56C-83E5-D243-7091-C21AAC2A9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659" y="4338283"/>
            <a:ext cx="2346427" cy="20631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EFD220-FFAD-5C90-7EDB-72B5E2ACB6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2428" y="4221088"/>
            <a:ext cx="2927200" cy="232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170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077B7-9E65-DDF7-257C-905A15D15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2C71E3F-6746-A4E6-7D6B-7D0E0FC9C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Active communication</a:t>
            </a:r>
            <a:endParaRPr lang="en-DK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DDB1945-07F9-16A1-C1EE-CEFFC253A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7FF91-0562-4723-BE2B-29C3C6AE76DD}" type="datetime1">
              <a:rPr lang="en-GB" smtClean="0"/>
              <a:t>27/10/2026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288CF-CB67-D23F-4F5D-43EFFE378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63</a:t>
            </a:fld>
            <a:endParaRPr lang="en-GB" dirty="0"/>
          </a:p>
        </p:txBody>
      </p:sp>
      <p:pic>
        <p:nvPicPr>
          <p:cNvPr id="11" name="Content Placeholder 10" descr="Home | FABRX">
            <a:extLst>
              <a:ext uri="{FF2B5EF4-FFF2-40B4-BE49-F238E27FC236}">
                <a16:creationId xmlns:a16="http://schemas.microsoft.com/office/drawing/2014/main" id="{C8241F52-D820-B7C1-709B-644959CC6F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7415" y="2232925"/>
            <a:ext cx="3749176" cy="1333833"/>
          </a:xfrm>
          <a:prstGeom prst="rect">
            <a:avLst/>
          </a:prstGeom>
        </p:spPr>
      </p:pic>
      <p:pic>
        <p:nvPicPr>
          <p:cNvPr id="3" name="Picture 2" descr="mahor·xyz – · Imagine Additive Manufacturing ·">
            <a:extLst>
              <a:ext uri="{FF2B5EF4-FFF2-40B4-BE49-F238E27FC236}">
                <a16:creationId xmlns:a16="http://schemas.microsoft.com/office/drawing/2014/main" id="{E96655BD-AFD6-8CEE-69E3-4BF43C6AB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832" y="2060848"/>
            <a:ext cx="1907024" cy="1907024"/>
          </a:xfrm>
          <a:prstGeom prst="rect">
            <a:avLst/>
          </a:prstGeom>
        </p:spPr>
      </p:pic>
      <p:pic>
        <p:nvPicPr>
          <p:cNvPr id="4" name="Picture 3" descr="Neosid: High-Quality Ferrite Components &amp; RFID Solutions">
            <a:extLst>
              <a:ext uri="{FF2B5EF4-FFF2-40B4-BE49-F238E27FC236}">
                <a16:creationId xmlns:a16="http://schemas.microsoft.com/office/drawing/2014/main" id="{5E392924-DB33-1D7C-53BB-C9FB31E6A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3536" y="2746701"/>
            <a:ext cx="3604654" cy="576744"/>
          </a:xfrm>
          <a:prstGeom prst="rect">
            <a:avLst/>
          </a:prstGeom>
        </p:spPr>
      </p:pic>
      <p:pic>
        <p:nvPicPr>
          <p:cNvPr id="9" name="Picture 8" descr="Partners | Mate Co., Ltd.">
            <a:extLst>
              <a:ext uri="{FF2B5EF4-FFF2-40B4-BE49-F238E27FC236}">
                <a16:creationId xmlns:a16="http://schemas.microsoft.com/office/drawing/2014/main" id="{FFC878E9-20B6-C27B-7C11-024002EC6E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159" t="38275" r="16169" b="27836"/>
          <a:stretch>
            <a:fillRect/>
          </a:stretch>
        </p:blipFill>
        <p:spPr>
          <a:xfrm>
            <a:off x="3949120" y="4320085"/>
            <a:ext cx="3096344" cy="936104"/>
          </a:xfrm>
          <a:prstGeom prst="rect">
            <a:avLst/>
          </a:prstGeom>
        </p:spPr>
      </p:pic>
      <p:pic>
        <p:nvPicPr>
          <p:cNvPr id="10" name="Picture 9" descr="Mate Co., Ltd.">
            <a:extLst>
              <a:ext uri="{FF2B5EF4-FFF2-40B4-BE49-F238E27FC236}">
                <a16:creationId xmlns:a16="http://schemas.microsoft.com/office/drawing/2014/main" id="{3594799B-C424-96DC-E15E-3F67A0C203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9939" y="4400839"/>
            <a:ext cx="3604653" cy="774595"/>
          </a:xfrm>
          <a:prstGeom prst="rect">
            <a:avLst/>
          </a:prstGeom>
        </p:spPr>
      </p:pic>
      <p:pic>
        <p:nvPicPr>
          <p:cNvPr id="12" name="Picture 11" descr="About | Resinex">
            <a:extLst>
              <a:ext uri="{FF2B5EF4-FFF2-40B4-BE49-F238E27FC236}">
                <a16:creationId xmlns:a16="http://schemas.microsoft.com/office/drawing/2014/main" id="{AECB0CEB-214A-616E-C4CB-B773D1F2F7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9378" y="3974939"/>
            <a:ext cx="1757123" cy="175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1945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ED79713-DE74-6570-C62E-5CA580ED4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collaboration areas</a:t>
            </a:r>
            <a:endParaRPr lang="en-DK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69A1756-D840-E8D8-83CF-DF0BE2DC6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 b="1" dirty="0"/>
              <a:t>Current scope:</a:t>
            </a:r>
          </a:p>
          <a:p>
            <a:pPr marL="0" indent="0">
              <a:buNone/>
            </a:pPr>
            <a:r>
              <a:rPr lang="en-US" sz="2200" dirty="0"/>
              <a:t>Help with magnetic core geometry and measuring effective permeability.</a:t>
            </a:r>
          </a:p>
          <a:p>
            <a:pPr marL="0" indent="0">
              <a:buNone/>
            </a:pPr>
            <a:r>
              <a:rPr lang="en-US" sz="2200" dirty="0"/>
              <a:t>Help setting up Characterizing saturation behavior and core losses.</a:t>
            </a:r>
          </a:p>
          <a:p>
            <a:pPr marL="0" indent="0">
              <a:buNone/>
            </a:pPr>
            <a:r>
              <a:rPr lang="en-US" sz="2200" dirty="0"/>
              <a:t>Simulation of multi-permeability cores.</a:t>
            </a:r>
          </a:p>
          <a:p>
            <a:pPr marL="0" indent="0">
              <a:buNone/>
            </a:pPr>
            <a:r>
              <a:rPr lang="en-US" sz="2200" dirty="0"/>
              <a:t>Design of multi-permeability cores.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Distant future:</a:t>
            </a:r>
          </a:p>
          <a:p>
            <a:pPr marL="0" indent="0">
              <a:buNone/>
            </a:pPr>
            <a:r>
              <a:rPr lang="en-US" sz="2200" dirty="0"/>
              <a:t>Design of CFI with tailored geometry and multi-permeability.</a:t>
            </a:r>
          </a:p>
          <a:p>
            <a:pPr marL="0" indent="0">
              <a:buNone/>
            </a:pPr>
            <a:r>
              <a:rPr lang="en-US" sz="2200" dirty="0"/>
              <a:t>Automating multi-material capabilities for FGF.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Research immersion or colleague collaboration?</a:t>
            </a:r>
            <a:endParaRPr lang="en-DK" sz="22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CE32D03-9C1B-9765-3520-68CBD4EA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7FF91-0562-4723-BE2B-29C3C6AE76DD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870831-8A78-57CA-8EEE-49970BEAB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64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99779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5ADCF-21EE-6B9C-E465-4D5B224D9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7E16C-9390-BB01-3F50-52BB3A2C3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Constant flux inductors (CFI) are beneficial with a complexity tradeoff.</a:t>
            </a:r>
          </a:p>
          <a:p>
            <a:pPr marL="0" indent="0">
              <a:buNone/>
            </a:pPr>
            <a:r>
              <a:rPr lang="en-US" sz="2000" dirty="0"/>
              <a:t>Multi-permeability cores are an approach to produce CFI.</a:t>
            </a:r>
          </a:p>
          <a:p>
            <a:pPr marL="0" indent="0">
              <a:buNone/>
            </a:pPr>
            <a:r>
              <a:rPr lang="en-US" sz="2000" dirty="0"/>
              <a:t>Additive manufacturing (AM) provides multi-material and complex geometry capabilities.</a:t>
            </a:r>
          </a:p>
          <a:p>
            <a:pPr marL="0" indent="0">
              <a:buNone/>
            </a:pPr>
            <a:r>
              <a:rPr lang="en-US" sz="2000" dirty="0"/>
              <a:t>Established AM method of manufacturing CFIs require complex post-processing.</a:t>
            </a:r>
          </a:p>
          <a:p>
            <a:pPr marL="0" indent="0">
              <a:buNone/>
            </a:pPr>
            <a:r>
              <a:rPr lang="en-US" sz="2000" dirty="0"/>
              <a:t>Fused Granulate Fabrication (FGF) does not require post-processing although produces lower permeability magnetic cores.</a:t>
            </a:r>
          </a:p>
          <a:p>
            <a:pPr marL="0" indent="0">
              <a:buNone/>
            </a:pPr>
            <a:r>
              <a:rPr lang="en-US" sz="2000" dirty="0"/>
              <a:t>Whether FGF can be used to manufacture multi-permeability cores </a:t>
            </a:r>
            <a:r>
              <a:rPr lang="en-US" sz="2000"/>
              <a:t>is unanswered.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Requirements and methodology attempt to address the research questions.</a:t>
            </a:r>
          </a:p>
          <a:p>
            <a:pPr marL="0" indent="0">
              <a:buNone/>
            </a:pPr>
            <a:r>
              <a:rPr lang="en-US" sz="2000" dirty="0"/>
              <a:t>There are potential collaboration opportunities.</a:t>
            </a:r>
          </a:p>
          <a:p>
            <a:pPr marL="0" indent="0">
              <a:buNone/>
            </a:pPr>
            <a:endParaRPr lang="en-DK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C8765-1FE6-7D72-AFD8-6490BF0B3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0F59C-5F3D-4D97-9078-7C0B90C981F3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C9A293-269C-A6B6-114A-9141B35BF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65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95820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 Blue">
      <a:dk1>
        <a:srgbClr val="000000"/>
      </a:dk1>
      <a:lt1>
        <a:srgbClr val="FFFFFF"/>
      </a:lt1>
      <a:dk2>
        <a:srgbClr val="2F3EEA"/>
      </a:dk2>
      <a:lt2>
        <a:srgbClr val="79238E"/>
      </a:lt2>
      <a:accent1>
        <a:srgbClr val="2F3EEA"/>
      </a:accent1>
      <a:accent2>
        <a:srgbClr val="990000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2F3EEA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ed_doorporate_DK_.potx" id="{53DCBCD5-389E-4100-85BE-9D9F91FE8BB7}" vid="{92762ABB-E8FB-4BCC-9C0C-8FD908B1C88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DA1FD2B40FDA458284BB6FCA763489" ma:contentTypeVersion="6" ma:contentTypeDescription="Create a new document." ma:contentTypeScope="" ma:versionID="cccb3bc81e691d516a767b109d3cd329">
  <xsd:schema xmlns:xsd="http://www.w3.org/2001/XMLSchema" xmlns:xs="http://www.w3.org/2001/XMLSchema" xmlns:p="http://schemas.microsoft.com/office/2006/metadata/properties" xmlns:ns2="683dcda1-f8c3-442f-ae64-e236c052732d" xmlns:ns3="715bde23-c48d-41ea-a697-dffaa8fbae8d" targetNamespace="http://schemas.microsoft.com/office/2006/metadata/properties" ma:root="true" ma:fieldsID="ccfcd265b5d4dee778a0ee10ef25187c" ns2:_="" ns3:_="">
    <xsd:import namespace="683dcda1-f8c3-442f-ae64-e236c052732d"/>
    <xsd:import namespace="715bde23-c48d-41ea-a697-dffaa8fbae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dcda1-f8c3-442f-ae64-e236c0527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bde23-c48d-41ea-a697-dffaa8fbae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15bde23-c48d-41ea-a697-dffaa8fbae8d"/>
  </documentManagement>
</p:properties>
</file>

<file path=customXml/itemProps1.xml><?xml version="1.0" encoding="utf-8"?>
<ds:datastoreItem xmlns:ds="http://schemas.openxmlformats.org/officeDocument/2006/customXml" ds:itemID="{6628CCB6-E531-4B0A-BADD-9799C8D86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3dcda1-f8c3-442f-ae64-e236c052732d"/>
    <ds:schemaRef ds:uri="715bde23-c48d-41ea-a697-dffaa8fbae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FAA86A3-D07C-4999-80B6-325F774CCE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F20C36-75B9-412C-984C-BB0C68788AE9}">
  <ds:schemaRefs>
    <ds:schemaRef ds:uri="http://schemas.microsoft.com/office/2006/metadata/properties"/>
    <ds:schemaRef ds:uri="http://schemas.microsoft.com/office/infopath/2007/PartnerControls"/>
    <ds:schemaRef ds:uri="715bde23-c48d-41ea-a697-dffaa8fbae8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brainstorming_27_10_2026</Template>
  <TotalTime>3150</TotalTime>
  <Words>2553</Words>
  <Application>Microsoft Office PowerPoint</Application>
  <PresentationFormat>Widescreen</PresentationFormat>
  <Paragraphs>583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Cambria Math</vt:lpstr>
      <vt:lpstr>Blank</vt:lpstr>
      <vt:lpstr>Towards Multi-Permeability Cores Through Composition-Controlled Pellet Extrusion</vt:lpstr>
      <vt:lpstr>Agenda</vt:lpstr>
      <vt:lpstr>Who am I?</vt:lpstr>
      <vt:lpstr>What is additive manufacturing?</vt:lpstr>
      <vt:lpstr>What is additive manufacturing?</vt:lpstr>
      <vt:lpstr>Why additive manufacturing?</vt:lpstr>
      <vt:lpstr>3D printing vs additive manufacturing</vt:lpstr>
      <vt:lpstr>Most common methods of additive manufacturing</vt:lpstr>
      <vt:lpstr>What is Fused Deposition Modeling (FDM)?</vt:lpstr>
      <vt:lpstr>What is Fused Deposition Modeling (FDM)?</vt:lpstr>
      <vt:lpstr>BSc Thesis and Publication </vt:lpstr>
      <vt:lpstr>BSc Thesis and Publication </vt:lpstr>
      <vt:lpstr>BSc Thesis and Publication </vt:lpstr>
      <vt:lpstr>BSc Thesis and Publication </vt:lpstr>
      <vt:lpstr>MSc Thesis</vt:lpstr>
      <vt:lpstr>MSc Thesis</vt:lpstr>
      <vt:lpstr>MSc Thesis</vt:lpstr>
      <vt:lpstr>MSc Thesis</vt:lpstr>
      <vt:lpstr>MSc Thesis</vt:lpstr>
      <vt:lpstr>MSc Thesis</vt:lpstr>
      <vt:lpstr>Constant-flux inductor (CFI)</vt:lpstr>
      <vt:lpstr>Constant-flux inductor (CFI)</vt:lpstr>
      <vt:lpstr>Constant-flux inductor (CFI)</vt:lpstr>
      <vt:lpstr>Methods of designing a CFI</vt:lpstr>
      <vt:lpstr>Methods of designing a CFI</vt:lpstr>
      <vt:lpstr>Methods of designing a CFI</vt:lpstr>
      <vt:lpstr>Methods of designing a CFI</vt:lpstr>
      <vt:lpstr>Methods of manufacturing a multi-permeability core</vt:lpstr>
      <vt:lpstr>Methods of manufacturing a multi-permeability core</vt:lpstr>
      <vt:lpstr>Methods of manufacturing a multi-permeability core</vt:lpstr>
      <vt:lpstr>Current field of 3D printing magnetics</vt:lpstr>
      <vt:lpstr>Current field of 3D printing magnetics</vt:lpstr>
      <vt:lpstr>FDM vs FGF vs DIW</vt:lpstr>
      <vt:lpstr>Current field of 3D printing magnetics</vt:lpstr>
      <vt:lpstr>Current field of 3D printing magnetics</vt:lpstr>
      <vt:lpstr>Current field of 3D printing magnetics</vt:lpstr>
      <vt:lpstr>Current field of 3D printing magnetics</vt:lpstr>
      <vt:lpstr>Research direction</vt:lpstr>
      <vt:lpstr>Multi-permeability via different materials</vt:lpstr>
      <vt:lpstr>Multi-permeability via different materials</vt:lpstr>
      <vt:lpstr>Multi-permeability via mixing different ratios</vt:lpstr>
      <vt:lpstr>Multi-permeability via mixing different ratios</vt:lpstr>
      <vt:lpstr>Multi-permeability via mixing different ratios</vt:lpstr>
      <vt:lpstr>Research questions</vt:lpstr>
      <vt:lpstr>Research questions</vt:lpstr>
      <vt:lpstr>Requirement and methodology – Nr. 1</vt:lpstr>
      <vt:lpstr>Requirement and methodology – Nr. 2</vt:lpstr>
      <vt:lpstr>Requirement and methodology – Nr. 3</vt:lpstr>
      <vt:lpstr>Requirement and methodology – Nr. 3</vt:lpstr>
      <vt:lpstr>Requirement and methodology – Nr. 4</vt:lpstr>
      <vt:lpstr>Requirement and methodology – Nr. 5</vt:lpstr>
      <vt:lpstr>Requirement and methodology – Nr. 6</vt:lpstr>
      <vt:lpstr>Research questions</vt:lpstr>
      <vt:lpstr>Research questions</vt:lpstr>
      <vt:lpstr>Requirement and methodology – Nr. 7</vt:lpstr>
      <vt:lpstr>Requirement and methodology – Nr. 7</vt:lpstr>
      <vt:lpstr>Requirement and methodology – Nr. 8</vt:lpstr>
      <vt:lpstr>Requirement and methodology – Nr. 9</vt:lpstr>
      <vt:lpstr>Requirement and methodology – Nr. 10</vt:lpstr>
      <vt:lpstr>Requirement and methodology – Nr. 11</vt:lpstr>
      <vt:lpstr>Requirement and methodology – Nr. 12</vt:lpstr>
      <vt:lpstr>Requirement and methodology – Nr. 13</vt:lpstr>
      <vt:lpstr>Active communication</vt:lpstr>
      <vt:lpstr>Potential collaboration areas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Artis Fils</dc:creator>
  <cp:lastModifiedBy>Artis Fils</cp:lastModifiedBy>
  <cp:revision>1</cp:revision>
  <dcterms:created xsi:type="dcterms:W3CDTF">2026-10-21T06:45:09Z</dcterms:created>
  <dcterms:modified xsi:type="dcterms:W3CDTF">2026-10-27T11:45:43Z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0x0101009ADA1FD2B40FDA458284BB6FCA763489</vt:lpwstr>
  </property>
</Properties>
</file>